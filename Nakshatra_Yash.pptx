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1564" y="2622930"/>
            <a:ext cx="6746240" cy="6996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D1D1">
              <a:alpha val="96862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425958"/>
            <a:ext cx="8372475" cy="6038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164726"/>
            <a:ext cx="7210425" cy="40868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998200" y="6419409"/>
            <a:ext cx="314959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767676"/>
                </a:solidFill>
                <a:latin typeface="Malgun Gothic"/>
                <a:cs typeface="Malgun Gothic"/>
              </a:defRPr>
            </a:lvl1pPr>
          </a:lstStyle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2.png"/><Relationship Id="rId11" Type="http://schemas.openxmlformats.org/officeDocument/2006/relationships/image" Target="../media/image19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17.png"/><Relationship Id="rId7" Type="http://schemas.openxmlformats.org/officeDocument/2006/relationships/image" Target="../media/image12.png"/><Relationship Id="rId8" Type="http://schemas.openxmlformats.org/officeDocument/2006/relationships/image" Target="../media/image21.png"/><Relationship Id="rId9" Type="http://schemas.openxmlformats.org/officeDocument/2006/relationships/image" Target="../media/image18.png"/><Relationship Id="rId10" Type="http://schemas.openxmlformats.org/officeDocument/2006/relationships/image" Target="../media/image9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2.png"/><Relationship Id="rId11" Type="http://schemas.openxmlformats.org/officeDocument/2006/relationships/image" Target="../media/image19.png"/><Relationship Id="rId12" Type="http://schemas.openxmlformats.org/officeDocument/2006/relationships/image" Target="../media/image13.png"/><Relationship Id="rId13" Type="http://schemas.openxmlformats.org/officeDocument/2006/relationships/image" Target="../media/image22.png"/><Relationship Id="rId14" Type="http://schemas.openxmlformats.org/officeDocument/2006/relationships/image" Target="../media/image21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2.png"/><Relationship Id="rId11" Type="http://schemas.openxmlformats.org/officeDocument/2006/relationships/image" Target="../media/image19.png"/><Relationship Id="rId12" Type="http://schemas.openxmlformats.org/officeDocument/2006/relationships/image" Target="../media/image13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1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24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7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8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8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8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12.png"/><Relationship Id="rId4" Type="http://schemas.openxmlformats.org/officeDocument/2006/relationships/image" Target="../media/image29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28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28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8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grill66@korea.ac.kr" TargetMode="External"/><Relationship Id="rId3" Type="http://schemas.openxmlformats.org/officeDocument/2006/relationships/hyperlink" Target="https://github.com/zer0fall/BENZENE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69670" y="2463821"/>
            <a:ext cx="10254615" cy="12458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76070" marR="5080" indent="-1564005">
              <a:lnSpc>
                <a:spcPct val="125099"/>
              </a:lnSpc>
              <a:spcBef>
                <a:spcPts val="100"/>
              </a:spcBef>
            </a:pPr>
            <a:r>
              <a:rPr dirty="0" sz="3200">
                <a:solidFill>
                  <a:srgbClr val="252525"/>
                </a:solidFill>
              </a:rPr>
              <a:t>BENZENE:</a:t>
            </a:r>
            <a:r>
              <a:rPr dirty="0" sz="3200" spc="-90">
                <a:solidFill>
                  <a:srgbClr val="252525"/>
                </a:solidFill>
              </a:rPr>
              <a:t> </a:t>
            </a:r>
            <a:r>
              <a:rPr dirty="0" sz="3200" spc="400">
                <a:solidFill>
                  <a:srgbClr val="252525"/>
                </a:solidFill>
              </a:rPr>
              <a:t>A</a:t>
            </a:r>
            <a:r>
              <a:rPr dirty="0" sz="3200" spc="-40">
                <a:solidFill>
                  <a:srgbClr val="252525"/>
                </a:solidFill>
              </a:rPr>
              <a:t> </a:t>
            </a:r>
            <a:r>
              <a:rPr dirty="0" sz="3200" spc="50">
                <a:solidFill>
                  <a:srgbClr val="252525"/>
                </a:solidFill>
              </a:rPr>
              <a:t>Practical</a:t>
            </a:r>
            <a:r>
              <a:rPr dirty="0" sz="3200" spc="-40">
                <a:solidFill>
                  <a:srgbClr val="252525"/>
                </a:solidFill>
              </a:rPr>
              <a:t> </a:t>
            </a:r>
            <a:r>
              <a:rPr dirty="0" sz="3200" spc="110">
                <a:solidFill>
                  <a:srgbClr val="252525"/>
                </a:solidFill>
              </a:rPr>
              <a:t>Root</a:t>
            </a:r>
            <a:r>
              <a:rPr dirty="0" sz="3200" spc="-55">
                <a:solidFill>
                  <a:srgbClr val="252525"/>
                </a:solidFill>
              </a:rPr>
              <a:t> </a:t>
            </a:r>
            <a:r>
              <a:rPr dirty="0" sz="3200" spc="85">
                <a:solidFill>
                  <a:srgbClr val="252525"/>
                </a:solidFill>
              </a:rPr>
              <a:t>Cause</a:t>
            </a:r>
            <a:r>
              <a:rPr dirty="0" sz="3200" spc="-40">
                <a:solidFill>
                  <a:srgbClr val="252525"/>
                </a:solidFill>
              </a:rPr>
              <a:t> </a:t>
            </a:r>
            <a:r>
              <a:rPr dirty="0" sz="3200" spc="55">
                <a:solidFill>
                  <a:srgbClr val="252525"/>
                </a:solidFill>
              </a:rPr>
              <a:t>Analysis</a:t>
            </a:r>
            <a:r>
              <a:rPr dirty="0" sz="3200" spc="-40">
                <a:solidFill>
                  <a:srgbClr val="252525"/>
                </a:solidFill>
              </a:rPr>
              <a:t> </a:t>
            </a:r>
            <a:r>
              <a:rPr dirty="0" sz="3200">
                <a:solidFill>
                  <a:srgbClr val="252525"/>
                </a:solidFill>
              </a:rPr>
              <a:t>System</a:t>
            </a:r>
            <a:r>
              <a:rPr dirty="0" sz="3200" spc="-50">
                <a:solidFill>
                  <a:srgbClr val="252525"/>
                </a:solidFill>
              </a:rPr>
              <a:t> </a:t>
            </a:r>
            <a:r>
              <a:rPr dirty="0" sz="3200" spc="125">
                <a:solidFill>
                  <a:srgbClr val="252525"/>
                </a:solidFill>
              </a:rPr>
              <a:t>with </a:t>
            </a:r>
            <a:r>
              <a:rPr dirty="0" sz="3200" spc="100">
                <a:solidFill>
                  <a:srgbClr val="252525"/>
                </a:solidFill>
              </a:rPr>
              <a:t>an</a:t>
            </a:r>
            <a:r>
              <a:rPr dirty="0" sz="3200" spc="-15">
                <a:solidFill>
                  <a:srgbClr val="252525"/>
                </a:solidFill>
              </a:rPr>
              <a:t> </a:t>
            </a:r>
            <a:r>
              <a:rPr dirty="0" sz="3200" spc="100">
                <a:solidFill>
                  <a:srgbClr val="252525"/>
                </a:solidFill>
              </a:rPr>
              <a:t>Under-</a:t>
            </a:r>
            <a:r>
              <a:rPr dirty="0" sz="3200" spc="90">
                <a:solidFill>
                  <a:srgbClr val="252525"/>
                </a:solidFill>
              </a:rPr>
              <a:t>Constrained</a:t>
            </a:r>
            <a:r>
              <a:rPr dirty="0" sz="3200" spc="-60">
                <a:solidFill>
                  <a:srgbClr val="252525"/>
                </a:solidFill>
              </a:rPr>
              <a:t> </a:t>
            </a:r>
            <a:r>
              <a:rPr dirty="0" sz="3200">
                <a:solidFill>
                  <a:srgbClr val="252525"/>
                </a:solidFill>
              </a:rPr>
              <a:t>State</a:t>
            </a:r>
            <a:r>
              <a:rPr dirty="0" sz="3200" spc="-15">
                <a:solidFill>
                  <a:srgbClr val="252525"/>
                </a:solidFill>
              </a:rPr>
              <a:t> </a:t>
            </a:r>
            <a:r>
              <a:rPr dirty="0" sz="3200" spc="160">
                <a:solidFill>
                  <a:srgbClr val="252525"/>
                </a:solidFill>
              </a:rPr>
              <a:t>Mutation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3757421" y="3992106"/>
            <a:ext cx="4678045" cy="78740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95"/>
              </a:spcBef>
            </a:pPr>
            <a:r>
              <a:rPr dirty="0" u="sng" sz="2000" spc="95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Tahoma"/>
                <a:cs typeface="Tahoma"/>
              </a:rPr>
              <a:t>Younggi</a:t>
            </a:r>
            <a:r>
              <a:rPr dirty="0" u="sng" sz="2000" spc="3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Tahoma"/>
                <a:cs typeface="Tahoma"/>
              </a:rPr>
              <a:t>Park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,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25">
                <a:solidFill>
                  <a:srgbClr val="252525"/>
                </a:solidFill>
                <a:latin typeface="Tahoma"/>
                <a:cs typeface="Tahoma"/>
              </a:rPr>
              <a:t>Hwiwon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Lee,</a:t>
            </a:r>
            <a:r>
              <a:rPr dirty="0" sz="2000" spc="-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Jinho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Jung,</a:t>
            </a:r>
            <a:endParaRPr sz="20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Hyungjoon</a:t>
            </a:r>
            <a:r>
              <a:rPr dirty="0" sz="2000" spc="-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52525"/>
                </a:solidFill>
                <a:latin typeface="Tahoma"/>
                <a:cs typeface="Tahoma"/>
              </a:rPr>
              <a:t>Koo,</a:t>
            </a:r>
            <a:r>
              <a:rPr dirty="0" sz="2000" spc="-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Huy</a:t>
            </a:r>
            <a:r>
              <a:rPr dirty="0" sz="2000" spc="-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Kang</a:t>
            </a:r>
            <a:r>
              <a:rPr dirty="0" sz="2000" spc="-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Kim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33550" y="3826002"/>
            <a:ext cx="8789670" cy="0"/>
          </a:xfrm>
          <a:custGeom>
            <a:avLst/>
            <a:gdLst/>
            <a:ahLst/>
            <a:cxnLst/>
            <a:rect l="l" t="t" r="r" b="b"/>
            <a:pathLst>
              <a:path w="8789670" h="0">
                <a:moveTo>
                  <a:pt x="0" y="0"/>
                </a:moveTo>
                <a:lnTo>
                  <a:pt x="8789162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12702" y="5941636"/>
            <a:ext cx="1448140" cy="407142"/>
          </a:xfrm>
          <a:prstGeom prst="rect">
            <a:avLst/>
          </a:prstGeom>
        </p:spPr>
      </p:pic>
      <p:pic>
        <p:nvPicPr>
          <p:cNvPr id="6" name="object 6" descr="텍스트, 로고, 엠블럼, 폰트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2992" y="5727190"/>
            <a:ext cx="873252" cy="1019556"/>
          </a:xfrm>
          <a:prstGeom prst="rect">
            <a:avLst/>
          </a:prstGeom>
        </p:spPr>
      </p:pic>
      <p:pic>
        <p:nvPicPr>
          <p:cNvPr id="7" name="object 7" descr="SecAI Lab @ Sungkyunkwan University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80756" y="5903522"/>
            <a:ext cx="1983104" cy="456551"/>
          </a:xfrm>
          <a:prstGeom prst="rect">
            <a:avLst/>
          </a:prstGeom>
        </p:spPr>
      </p:pic>
      <p:pic>
        <p:nvPicPr>
          <p:cNvPr id="8" name="object 8" descr="로고, 상징, 엠블럼, 그래픽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235001" y="5832664"/>
            <a:ext cx="732426" cy="7324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40478" y="3446145"/>
            <a:ext cx="351027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252525"/>
                </a:solidFill>
              </a:rPr>
              <a:t>Software</a:t>
            </a:r>
            <a:r>
              <a:rPr dirty="0" spc="-75">
                <a:solidFill>
                  <a:srgbClr val="252525"/>
                </a:solidFill>
              </a:rPr>
              <a:t> </a:t>
            </a:r>
            <a:r>
              <a:rPr dirty="0" spc="95">
                <a:solidFill>
                  <a:srgbClr val="252525"/>
                </a:solidFill>
              </a:rPr>
              <a:t>Crash?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4"/>
              <a:t>Software</a:t>
            </a:r>
            <a:r>
              <a:rPr dirty="0" spc="-90"/>
              <a:t> </a:t>
            </a:r>
            <a:r>
              <a:rPr dirty="0" spc="50"/>
              <a:t>Crash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1094" y="2071116"/>
            <a:ext cx="10038474" cy="392054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51094" y="2071116"/>
            <a:ext cx="10038715" cy="3921125"/>
            <a:chOff x="851094" y="2071116"/>
            <a:chExt cx="10038715" cy="3921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094" y="2071116"/>
              <a:ext cx="10038474" cy="39205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212591" y="3536061"/>
              <a:ext cx="5348605" cy="1493520"/>
            </a:xfrm>
            <a:custGeom>
              <a:avLst/>
              <a:gdLst/>
              <a:ahLst/>
              <a:cxnLst/>
              <a:rect l="l" t="t" r="r" b="b"/>
              <a:pathLst>
                <a:path w="5348605" h="1493520">
                  <a:moveTo>
                    <a:pt x="5285105" y="0"/>
                  </a:moveTo>
                  <a:lnTo>
                    <a:pt x="0" y="273557"/>
                  </a:lnTo>
                  <a:lnTo>
                    <a:pt x="63118" y="1493012"/>
                  </a:lnTo>
                  <a:lnTo>
                    <a:pt x="5348224" y="1219453"/>
                  </a:lnTo>
                  <a:lnTo>
                    <a:pt x="5285105" y="0"/>
                  </a:lnTo>
                  <a:close/>
                </a:path>
              </a:pathLst>
            </a:custGeom>
            <a:solidFill>
              <a:srgbClr val="FBE7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212591" y="3536061"/>
              <a:ext cx="5348605" cy="1493520"/>
            </a:xfrm>
            <a:custGeom>
              <a:avLst/>
              <a:gdLst/>
              <a:ahLst/>
              <a:cxnLst/>
              <a:rect l="l" t="t" r="r" b="b"/>
              <a:pathLst>
                <a:path w="5348605" h="1493520">
                  <a:moveTo>
                    <a:pt x="0" y="273557"/>
                  </a:moveTo>
                  <a:lnTo>
                    <a:pt x="5285105" y="0"/>
                  </a:lnTo>
                  <a:lnTo>
                    <a:pt x="5348224" y="1219453"/>
                  </a:lnTo>
                  <a:lnTo>
                    <a:pt x="63118" y="1493012"/>
                  </a:lnTo>
                  <a:lnTo>
                    <a:pt x="0" y="27355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0053" y="4094352"/>
              <a:ext cx="3637543" cy="420308"/>
            </a:xfrm>
            <a:prstGeom prst="rect">
              <a:avLst/>
            </a:prstGeom>
          </p:spPr>
        </p:pic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4"/>
              <a:t>Software</a:t>
            </a:r>
            <a:r>
              <a:rPr dirty="0" spc="-90"/>
              <a:t> </a:t>
            </a:r>
            <a:r>
              <a:rPr dirty="0" spc="50"/>
              <a:t>Crash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Predicate-</a:t>
            </a:r>
            <a:r>
              <a:rPr dirty="0" spc="80"/>
              <a:t>based</a:t>
            </a:r>
            <a:r>
              <a:rPr dirty="0" spc="-85"/>
              <a:t> </a:t>
            </a:r>
            <a:r>
              <a:rPr dirty="0" spc="55"/>
              <a:t>Fault</a:t>
            </a:r>
            <a:r>
              <a:rPr dirty="0" spc="-85"/>
              <a:t> </a:t>
            </a:r>
            <a:r>
              <a:rPr dirty="0" spc="85"/>
              <a:t>Localization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>
                <a:solidFill>
                  <a:srgbClr val="252525"/>
                </a:solidFill>
              </a:rPr>
              <a:t>Predicate-</a:t>
            </a:r>
            <a:r>
              <a:rPr dirty="0" spc="80">
                <a:solidFill>
                  <a:srgbClr val="252525"/>
                </a:solidFill>
              </a:rPr>
              <a:t>based</a:t>
            </a:r>
            <a:r>
              <a:rPr dirty="0" spc="-85">
                <a:solidFill>
                  <a:srgbClr val="252525"/>
                </a:solidFill>
              </a:rPr>
              <a:t> </a:t>
            </a:r>
            <a:r>
              <a:rPr dirty="0" spc="55">
                <a:solidFill>
                  <a:srgbClr val="252525"/>
                </a:solidFill>
              </a:rPr>
              <a:t>Fault</a:t>
            </a:r>
            <a:r>
              <a:rPr dirty="0" spc="-85">
                <a:solidFill>
                  <a:srgbClr val="252525"/>
                </a:solidFill>
              </a:rPr>
              <a:t> </a:t>
            </a:r>
            <a:r>
              <a:rPr dirty="0" spc="85">
                <a:solidFill>
                  <a:srgbClr val="252525"/>
                </a:solidFill>
              </a:rPr>
              <a:t>Localization</a:t>
            </a:r>
          </a:p>
        </p:txBody>
      </p:sp>
      <p:sp>
        <p:nvSpPr>
          <p:cNvPr id="3" name="object 3"/>
          <p:cNvSpPr/>
          <p:nvPr/>
        </p:nvSpPr>
        <p:spPr>
          <a:xfrm>
            <a:off x="950213" y="4909565"/>
            <a:ext cx="2382520" cy="6350"/>
          </a:xfrm>
          <a:custGeom>
            <a:avLst/>
            <a:gdLst/>
            <a:ahLst/>
            <a:cxnLst/>
            <a:rect l="l" t="t" r="r" b="b"/>
            <a:pathLst>
              <a:path w="2382520" h="6350">
                <a:moveTo>
                  <a:pt x="0" y="6349"/>
                </a:moveTo>
                <a:lnTo>
                  <a:pt x="2382393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70356" y="4536694"/>
            <a:ext cx="2730500" cy="1089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70">
                <a:latin typeface="Calibri"/>
                <a:cs typeface="Calibri"/>
              </a:rPr>
              <a:t>①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Tahoma"/>
                <a:cs typeface="Tahoma"/>
              </a:rPr>
              <a:t>Behavior</a:t>
            </a:r>
            <a:r>
              <a:rPr dirty="0" sz="2000" spc="6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Collection</a:t>
            </a:r>
            <a:endParaRPr sz="2000">
              <a:latin typeface="Tahoma"/>
              <a:cs typeface="Tahoma"/>
            </a:endParaRPr>
          </a:p>
          <a:p>
            <a:pPr marL="315595">
              <a:lnSpc>
                <a:spcPct val="100000"/>
              </a:lnSpc>
              <a:spcBef>
                <a:spcPts val="1655"/>
              </a:spcBef>
            </a:pPr>
            <a:r>
              <a:rPr dirty="0" sz="1600">
                <a:latin typeface="Tahoma"/>
                <a:cs typeface="Tahoma"/>
              </a:rPr>
              <a:t>Collect</a:t>
            </a:r>
            <a:r>
              <a:rPr dirty="0" sz="1600" spc="150">
                <a:latin typeface="Tahoma"/>
                <a:cs typeface="Tahoma"/>
              </a:rPr>
              <a:t> </a:t>
            </a:r>
            <a:r>
              <a:rPr dirty="0" sz="1600" spc="65">
                <a:latin typeface="Tahoma"/>
                <a:cs typeface="Tahoma"/>
              </a:rPr>
              <a:t>both</a:t>
            </a:r>
            <a:r>
              <a:rPr dirty="0" sz="1600" spc="13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crashing</a:t>
            </a:r>
            <a:r>
              <a:rPr dirty="0" sz="1600" spc="190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and</a:t>
            </a:r>
            <a:endParaRPr sz="1600">
              <a:latin typeface="Tahoma"/>
              <a:cs typeface="Tahoma"/>
            </a:endParaRPr>
          </a:p>
          <a:p>
            <a:pPr marL="315595">
              <a:lnSpc>
                <a:spcPct val="100000"/>
              </a:lnSpc>
              <a:spcBef>
                <a:spcPts val="480"/>
              </a:spcBef>
            </a:pPr>
            <a:r>
              <a:rPr dirty="0" sz="1600" spc="55">
                <a:latin typeface="Tahoma"/>
                <a:cs typeface="Tahoma"/>
              </a:rPr>
              <a:t>non-</a:t>
            </a:r>
            <a:r>
              <a:rPr dirty="0" sz="1600">
                <a:latin typeface="Tahoma"/>
                <a:cs typeface="Tahoma"/>
              </a:rPr>
              <a:t>crashing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behaviors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88136" y="3014472"/>
            <a:ext cx="589280" cy="669290"/>
            <a:chOff x="1088136" y="3014472"/>
            <a:chExt cx="589280" cy="669290"/>
          </a:xfrm>
        </p:grpSpPr>
        <p:pic>
          <p:nvPicPr>
            <p:cNvPr id="6" name="object 6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0711" y="3240323"/>
              <a:ext cx="376472" cy="442884"/>
            </a:xfrm>
            <a:prstGeom prst="rect">
              <a:avLst/>
            </a:prstGeom>
          </p:spPr>
        </p:pic>
        <p:pic>
          <p:nvPicPr>
            <p:cNvPr id="7" name="object 7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8136" y="3014472"/>
              <a:ext cx="437388" cy="437388"/>
            </a:xfrm>
            <a:prstGeom prst="rect">
              <a:avLst/>
            </a:prstGeom>
          </p:spPr>
        </p:pic>
      </p:grpSp>
      <p:pic>
        <p:nvPicPr>
          <p:cNvPr id="8" name="object 8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5843" y="3665819"/>
            <a:ext cx="376472" cy="443809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292095" y="2282951"/>
            <a:ext cx="588010" cy="693420"/>
            <a:chOff x="2292095" y="2282951"/>
            <a:chExt cx="588010" cy="693420"/>
          </a:xfrm>
        </p:grpSpPr>
        <p:pic>
          <p:nvPicPr>
            <p:cNvPr id="10" name="object 10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3147" y="2531963"/>
              <a:ext cx="376472" cy="443809"/>
            </a:xfrm>
            <a:prstGeom prst="rect">
              <a:avLst/>
            </a:prstGeom>
          </p:spPr>
        </p:pic>
        <p:pic>
          <p:nvPicPr>
            <p:cNvPr id="11" name="object 1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2095" y="2282951"/>
              <a:ext cx="437388" cy="437388"/>
            </a:xfrm>
            <a:prstGeom prst="rect">
              <a:avLst/>
            </a:prstGeom>
          </p:spPr>
        </p:pic>
      </p:grpSp>
      <p:pic>
        <p:nvPicPr>
          <p:cNvPr id="12" name="object 12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8783" y="3373211"/>
            <a:ext cx="376472" cy="443809"/>
          </a:xfrm>
          <a:prstGeom prst="rect">
            <a:avLst/>
          </a:prstGeom>
        </p:spPr>
      </p:pic>
      <p:pic>
        <p:nvPicPr>
          <p:cNvPr id="13" name="object 13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9253" y="2307935"/>
            <a:ext cx="375688" cy="443809"/>
          </a:xfrm>
          <a:prstGeom prst="rect">
            <a:avLst/>
          </a:prstGeom>
        </p:spPr>
      </p:pic>
      <p:pic>
        <p:nvPicPr>
          <p:cNvPr id="14" name="object 14" descr="블랙, 어둠이(가) 표시된 사진  자동 생성된 설명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4456" y="3028500"/>
            <a:ext cx="468792" cy="468791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>
                <a:solidFill>
                  <a:srgbClr val="252525"/>
                </a:solidFill>
              </a:rPr>
              <a:t>Predicate-</a:t>
            </a:r>
            <a:r>
              <a:rPr dirty="0" spc="80">
                <a:solidFill>
                  <a:srgbClr val="252525"/>
                </a:solidFill>
              </a:rPr>
              <a:t>based</a:t>
            </a:r>
            <a:r>
              <a:rPr dirty="0" spc="-85">
                <a:solidFill>
                  <a:srgbClr val="252525"/>
                </a:solidFill>
              </a:rPr>
              <a:t> </a:t>
            </a:r>
            <a:r>
              <a:rPr dirty="0" spc="55">
                <a:solidFill>
                  <a:srgbClr val="252525"/>
                </a:solidFill>
              </a:rPr>
              <a:t>Fault</a:t>
            </a:r>
            <a:r>
              <a:rPr dirty="0" spc="-85">
                <a:solidFill>
                  <a:srgbClr val="252525"/>
                </a:solidFill>
              </a:rPr>
              <a:t> </a:t>
            </a:r>
            <a:r>
              <a:rPr dirty="0" spc="85">
                <a:solidFill>
                  <a:srgbClr val="252525"/>
                </a:solidFill>
              </a:rPr>
              <a:t>Localization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0356" y="4536694"/>
            <a:ext cx="26085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70">
                <a:solidFill>
                  <a:srgbClr val="252525"/>
                </a:solidFill>
                <a:latin typeface="Calibri"/>
                <a:cs typeface="Calibri"/>
              </a:rPr>
              <a:t>①</a:t>
            </a:r>
            <a:r>
              <a:rPr dirty="0" sz="2000" spc="26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Behavior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Collection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0213" y="4909565"/>
            <a:ext cx="2382520" cy="6350"/>
          </a:xfrm>
          <a:custGeom>
            <a:avLst/>
            <a:gdLst/>
            <a:ahLst/>
            <a:cxnLst/>
            <a:rect l="l" t="t" r="r" b="b"/>
            <a:pathLst>
              <a:path w="2382520" h="6350">
                <a:moveTo>
                  <a:pt x="0" y="6349"/>
                </a:moveTo>
                <a:lnTo>
                  <a:pt x="2382393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314190" y="4536694"/>
            <a:ext cx="30518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70">
                <a:solidFill>
                  <a:srgbClr val="252525"/>
                </a:solidFill>
                <a:latin typeface="Calibri"/>
                <a:cs typeface="Calibri"/>
              </a:rPr>
              <a:t>②</a:t>
            </a:r>
            <a:r>
              <a:rPr dirty="0" sz="2000" spc="12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Difference</a:t>
            </a:r>
            <a:r>
              <a:rPr dirty="0" sz="2000" spc="-10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Observation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6134" y="4990026"/>
            <a:ext cx="3183890" cy="63627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Extract</a:t>
            </a:r>
            <a:r>
              <a:rPr dirty="0" sz="1600" spc="1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predicates</a:t>
            </a:r>
            <a:r>
              <a:rPr dirty="0" sz="1600" spc="18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that</a:t>
            </a:r>
            <a:r>
              <a:rPr dirty="0" sz="1600" spc="1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Tahoma"/>
                <a:cs typeface="Tahoma"/>
              </a:rPr>
              <a:t>statistically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describe</a:t>
            </a:r>
            <a:r>
              <a:rPr dirty="0" sz="1600" spc="1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600" spc="8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1600" spc="1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45">
                <a:solidFill>
                  <a:srgbClr val="252525"/>
                </a:solidFill>
                <a:latin typeface="Tahoma"/>
                <a:cs typeface="Tahoma"/>
              </a:rPr>
              <a:t>condition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15434" y="4915661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7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8" name="object 8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38925" y="2408743"/>
            <a:ext cx="410573" cy="32753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4384928" y="2254295"/>
            <a:ext cx="3847465" cy="2112010"/>
            <a:chOff x="4384928" y="2254295"/>
            <a:chExt cx="3847465" cy="2112010"/>
          </a:xfrm>
        </p:grpSpPr>
        <p:pic>
          <p:nvPicPr>
            <p:cNvPr id="10" name="object 10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1570" y="3146316"/>
              <a:ext cx="252130" cy="28037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413503" y="2948940"/>
              <a:ext cx="2954020" cy="393700"/>
            </a:xfrm>
            <a:custGeom>
              <a:avLst/>
              <a:gdLst/>
              <a:ahLst/>
              <a:cxnLst/>
              <a:rect l="l" t="t" r="r" b="b"/>
              <a:pathLst>
                <a:path w="2954020" h="393700">
                  <a:moveTo>
                    <a:pt x="0" y="0"/>
                  </a:moveTo>
                  <a:lnTo>
                    <a:pt x="57165" y="1615"/>
                  </a:lnTo>
                  <a:lnTo>
                    <a:pt x="114305" y="3235"/>
                  </a:lnTo>
                  <a:lnTo>
                    <a:pt x="171393" y="4864"/>
                  </a:lnTo>
                  <a:lnTo>
                    <a:pt x="228405" y="6509"/>
                  </a:lnTo>
                  <a:lnTo>
                    <a:pt x="285315" y="8173"/>
                  </a:lnTo>
                  <a:lnTo>
                    <a:pt x="342098" y="9862"/>
                  </a:lnTo>
                  <a:lnTo>
                    <a:pt x="398729" y="11581"/>
                  </a:lnTo>
                  <a:lnTo>
                    <a:pt x="455182" y="13334"/>
                  </a:lnTo>
                  <a:lnTo>
                    <a:pt x="511431" y="15127"/>
                  </a:lnTo>
                  <a:lnTo>
                    <a:pt x="567452" y="16964"/>
                  </a:lnTo>
                  <a:lnTo>
                    <a:pt x="623219" y="18850"/>
                  </a:lnTo>
                  <a:lnTo>
                    <a:pt x="678707" y="20790"/>
                  </a:lnTo>
                  <a:lnTo>
                    <a:pt x="733891" y="22790"/>
                  </a:lnTo>
                  <a:lnTo>
                    <a:pt x="788744" y="24853"/>
                  </a:lnTo>
                  <a:lnTo>
                    <a:pt x="843243" y="26986"/>
                  </a:lnTo>
                  <a:lnTo>
                    <a:pt x="897361" y="29193"/>
                  </a:lnTo>
                  <a:lnTo>
                    <a:pt x="951073" y="31478"/>
                  </a:lnTo>
                  <a:lnTo>
                    <a:pt x="1004355" y="33848"/>
                  </a:lnTo>
                  <a:lnTo>
                    <a:pt x="1057179" y="36306"/>
                  </a:lnTo>
                  <a:lnTo>
                    <a:pt x="1109522" y="38857"/>
                  </a:lnTo>
                  <a:lnTo>
                    <a:pt x="1161358" y="41508"/>
                  </a:lnTo>
                  <a:lnTo>
                    <a:pt x="1212661" y="44262"/>
                  </a:lnTo>
                  <a:lnTo>
                    <a:pt x="1263407" y="47124"/>
                  </a:lnTo>
                  <a:lnTo>
                    <a:pt x="1313569" y="50100"/>
                  </a:lnTo>
                  <a:lnTo>
                    <a:pt x="1363123" y="53194"/>
                  </a:lnTo>
                  <a:lnTo>
                    <a:pt x="1412044" y="56411"/>
                  </a:lnTo>
                  <a:lnTo>
                    <a:pt x="1460305" y="59756"/>
                  </a:lnTo>
                  <a:lnTo>
                    <a:pt x="1507881" y="63235"/>
                  </a:lnTo>
                  <a:lnTo>
                    <a:pt x="1554748" y="66851"/>
                  </a:lnTo>
                  <a:lnTo>
                    <a:pt x="1600880" y="70611"/>
                  </a:lnTo>
                  <a:lnTo>
                    <a:pt x="1646252" y="74518"/>
                  </a:lnTo>
                  <a:lnTo>
                    <a:pt x="1690837" y="78579"/>
                  </a:lnTo>
                  <a:lnTo>
                    <a:pt x="1734612" y="82797"/>
                  </a:lnTo>
                  <a:lnTo>
                    <a:pt x="1777550" y="87177"/>
                  </a:lnTo>
                  <a:lnTo>
                    <a:pt x="1819627" y="91726"/>
                  </a:lnTo>
                  <a:lnTo>
                    <a:pt x="1860816" y="96446"/>
                  </a:lnTo>
                  <a:lnTo>
                    <a:pt x="1901093" y="101345"/>
                  </a:lnTo>
                  <a:lnTo>
                    <a:pt x="1940433" y="106425"/>
                  </a:lnTo>
                  <a:lnTo>
                    <a:pt x="2306395" y="178879"/>
                  </a:lnTo>
                  <a:lnTo>
                    <a:pt x="2631566" y="274383"/>
                  </a:lnTo>
                  <a:lnTo>
                    <a:pt x="2864441" y="357600"/>
                  </a:lnTo>
                  <a:lnTo>
                    <a:pt x="2953512" y="393192"/>
                  </a:lnTo>
                </a:path>
              </a:pathLst>
            </a:custGeom>
            <a:ln w="57150">
              <a:solidFill>
                <a:srgbClr val="04233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89575" y="3101340"/>
              <a:ext cx="731520" cy="731520"/>
            </a:xfrm>
            <a:prstGeom prst="rect">
              <a:avLst/>
            </a:prstGeom>
          </p:spPr>
        </p:pic>
        <p:pic>
          <p:nvPicPr>
            <p:cNvPr id="13" name="object 13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41847" y="3636263"/>
              <a:ext cx="729996" cy="729995"/>
            </a:xfrm>
            <a:prstGeom prst="rect">
              <a:avLst/>
            </a:prstGeom>
          </p:spPr>
        </p:pic>
        <p:pic>
          <p:nvPicPr>
            <p:cNvPr id="14" name="object 14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07607" y="2292096"/>
              <a:ext cx="729995" cy="731520"/>
            </a:xfrm>
            <a:prstGeom prst="rect">
              <a:avLst/>
            </a:prstGeom>
          </p:spPr>
        </p:pic>
        <p:pic>
          <p:nvPicPr>
            <p:cNvPr id="15" name="object 15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13931" y="3418332"/>
              <a:ext cx="729995" cy="731520"/>
            </a:xfrm>
            <a:prstGeom prst="rect">
              <a:avLst/>
            </a:prstGeom>
          </p:spPr>
        </p:pic>
        <p:pic>
          <p:nvPicPr>
            <p:cNvPr id="16" name="object 16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20083" y="2254295"/>
              <a:ext cx="376472" cy="442884"/>
            </a:xfrm>
            <a:prstGeom prst="rect">
              <a:avLst/>
            </a:prstGeom>
          </p:spPr>
        </p:pic>
        <p:pic>
          <p:nvPicPr>
            <p:cNvPr id="17" name="object 17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72811" y="3011424"/>
              <a:ext cx="437388" cy="437388"/>
            </a:xfrm>
            <a:prstGeom prst="rect">
              <a:avLst/>
            </a:prstGeom>
          </p:spPr>
        </p:pic>
        <p:pic>
          <p:nvPicPr>
            <p:cNvPr id="18" name="object 18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28131" y="3532632"/>
              <a:ext cx="437388" cy="437388"/>
            </a:xfrm>
            <a:prstGeom prst="rect">
              <a:avLst/>
            </a:prstGeom>
          </p:spPr>
        </p:pic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66687" y="3334512"/>
              <a:ext cx="437388" cy="43738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143749" y="2693670"/>
              <a:ext cx="1076325" cy="481965"/>
            </a:xfrm>
            <a:custGeom>
              <a:avLst/>
              <a:gdLst/>
              <a:ahLst/>
              <a:cxnLst/>
              <a:rect l="l" t="t" r="r" b="b"/>
              <a:pathLst>
                <a:path w="1076325" h="481964">
                  <a:moveTo>
                    <a:pt x="448309" y="330707"/>
                  </a:moveTo>
                  <a:lnTo>
                    <a:pt x="179324" y="330707"/>
                  </a:lnTo>
                  <a:lnTo>
                    <a:pt x="61722" y="481838"/>
                  </a:lnTo>
                  <a:lnTo>
                    <a:pt x="448309" y="330707"/>
                  </a:lnTo>
                  <a:close/>
                </a:path>
                <a:path w="1076325" h="481964">
                  <a:moveTo>
                    <a:pt x="1020826" y="0"/>
                  </a:moveTo>
                  <a:lnTo>
                    <a:pt x="55118" y="0"/>
                  </a:lnTo>
                  <a:lnTo>
                    <a:pt x="33647" y="4325"/>
                  </a:lnTo>
                  <a:lnTo>
                    <a:pt x="16129" y="16128"/>
                  </a:lnTo>
                  <a:lnTo>
                    <a:pt x="4325" y="33647"/>
                  </a:lnTo>
                  <a:lnTo>
                    <a:pt x="0" y="55117"/>
                  </a:lnTo>
                  <a:lnTo>
                    <a:pt x="0" y="275589"/>
                  </a:lnTo>
                  <a:lnTo>
                    <a:pt x="4325" y="297060"/>
                  </a:lnTo>
                  <a:lnTo>
                    <a:pt x="16129" y="314578"/>
                  </a:lnTo>
                  <a:lnTo>
                    <a:pt x="33647" y="326382"/>
                  </a:lnTo>
                  <a:lnTo>
                    <a:pt x="55118" y="330707"/>
                  </a:lnTo>
                  <a:lnTo>
                    <a:pt x="1020826" y="330707"/>
                  </a:lnTo>
                  <a:lnTo>
                    <a:pt x="1042296" y="326382"/>
                  </a:lnTo>
                  <a:lnTo>
                    <a:pt x="1059814" y="314578"/>
                  </a:lnTo>
                  <a:lnTo>
                    <a:pt x="1071618" y="297060"/>
                  </a:lnTo>
                  <a:lnTo>
                    <a:pt x="1075944" y="275589"/>
                  </a:lnTo>
                  <a:lnTo>
                    <a:pt x="1075944" y="55117"/>
                  </a:lnTo>
                  <a:lnTo>
                    <a:pt x="1071618" y="33647"/>
                  </a:lnTo>
                  <a:lnTo>
                    <a:pt x="1059814" y="16128"/>
                  </a:lnTo>
                  <a:lnTo>
                    <a:pt x="1042296" y="4325"/>
                  </a:lnTo>
                  <a:lnTo>
                    <a:pt x="10208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143749" y="2693670"/>
              <a:ext cx="1076325" cy="481965"/>
            </a:xfrm>
            <a:custGeom>
              <a:avLst/>
              <a:gdLst/>
              <a:ahLst/>
              <a:cxnLst/>
              <a:rect l="l" t="t" r="r" b="b"/>
              <a:pathLst>
                <a:path w="1076325" h="481964">
                  <a:moveTo>
                    <a:pt x="0" y="55117"/>
                  </a:moveTo>
                  <a:lnTo>
                    <a:pt x="4325" y="33647"/>
                  </a:lnTo>
                  <a:lnTo>
                    <a:pt x="16129" y="16128"/>
                  </a:lnTo>
                  <a:lnTo>
                    <a:pt x="33647" y="4325"/>
                  </a:lnTo>
                  <a:lnTo>
                    <a:pt x="55118" y="0"/>
                  </a:lnTo>
                  <a:lnTo>
                    <a:pt x="179324" y="0"/>
                  </a:lnTo>
                  <a:lnTo>
                    <a:pt x="448309" y="0"/>
                  </a:lnTo>
                  <a:lnTo>
                    <a:pt x="1020826" y="0"/>
                  </a:lnTo>
                  <a:lnTo>
                    <a:pt x="1042296" y="4325"/>
                  </a:lnTo>
                  <a:lnTo>
                    <a:pt x="1059814" y="16128"/>
                  </a:lnTo>
                  <a:lnTo>
                    <a:pt x="1071618" y="33647"/>
                  </a:lnTo>
                  <a:lnTo>
                    <a:pt x="1075944" y="55117"/>
                  </a:lnTo>
                  <a:lnTo>
                    <a:pt x="1075944" y="192912"/>
                  </a:lnTo>
                  <a:lnTo>
                    <a:pt x="1075944" y="275589"/>
                  </a:lnTo>
                  <a:lnTo>
                    <a:pt x="1071618" y="297060"/>
                  </a:lnTo>
                  <a:lnTo>
                    <a:pt x="1059814" y="314578"/>
                  </a:lnTo>
                  <a:lnTo>
                    <a:pt x="1042296" y="326382"/>
                  </a:lnTo>
                  <a:lnTo>
                    <a:pt x="1020826" y="330707"/>
                  </a:lnTo>
                  <a:lnTo>
                    <a:pt x="448309" y="330707"/>
                  </a:lnTo>
                  <a:lnTo>
                    <a:pt x="61722" y="481838"/>
                  </a:lnTo>
                  <a:lnTo>
                    <a:pt x="179324" y="330707"/>
                  </a:lnTo>
                  <a:lnTo>
                    <a:pt x="55118" y="330707"/>
                  </a:lnTo>
                  <a:lnTo>
                    <a:pt x="33647" y="326382"/>
                  </a:lnTo>
                  <a:lnTo>
                    <a:pt x="16129" y="314578"/>
                  </a:lnTo>
                  <a:lnTo>
                    <a:pt x="4325" y="297060"/>
                  </a:lnTo>
                  <a:lnTo>
                    <a:pt x="0" y="275589"/>
                  </a:lnTo>
                  <a:lnTo>
                    <a:pt x="0" y="192912"/>
                  </a:lnTo>
                  <a:lnTo>
                    <a:pt x="0" y="55117"/>
                  </a:lnTo>
                  <a:close/>
                </a:path>
              </a:pathLst>
            </a:custGeom>
            <a:ln w="2540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1088136" y="3014472"/>
            <a:ext cx="589280" cy="669290"/>
            <a:chOff x="1088136" y="3014472"/>
            <a:chExt cx="589280" cy="669290"/>
          </a:xfrm>
        </p:grpSpPr>
        <p:pic>
          <p:nvPicPr>
            <p:cNvPr id="23" name="object 23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00711" y="3240323"/>
              <a:ext cx="376472" cy="442884"/>
            </a:xfrm>
            <a:prstGeom prst="rect">
              <a:avLst/>
            </a:prstGeom>
          </p:spPr>
        </p:pic>
        <p:pic>
          <p:nvPicPr>
            <p:cNvPr id="24" name="object 24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8136" y="3014472"/>
              <a:ext cx="437388" cy="437388"/>
            </a:xfrm>
            <a:prstGeom prst="rect">
              <a:avLst/>
            </a:prstGeom>
          </p:spPr>
        </p:pic>
      </p:grpSp>
      <p:pic>
        <p:nvPicPr>
          <p:cNvPr id="25" name="object 25" descr="블랙, 어둠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75843" y="3665819"/>
            <a:ext cx="376472" cy="443809"/>
          </a:xfrm>
          <a:prstGeom prst="rect">
            <a:avLst/>
          </a:prstGeom>
        </p:spPr>
      </p:pic>
      <p:grpSp>
        <p:nvGrpSpPr>
          <p:cNvPr id="26" name="object 26"/>
          <p:cNvGrpSpPr/>
          <p:nvPr/>
        </p:nvGrpSpPr>
        <p:grpSpPr>
          <a:xfrm>
            <a:off x="2292095" y="2282951"/>
            <a:ext cx="588010" cy="693420"/>
            <a:chOff x="2292095" y="2282951"/>
            <a:chExt cx="588010" cy="693420"/>
          </a:xfrm>
        </p:grpSpPr>
        <p:pic>
          <p:nvPicPr>
            <p:cNvPr id="27" name="object 27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03147" y="2531963"/>
              <a:ext cx="376472" cy="443809"/>
            </a:xfrm>
            <a:prstGeom prst="rect">
              <a:avLst/>
            </a:prstGeom>
          </p:spPr>
        </p:pic>
        <p:pic>
          <p:nvPicPr>
            <p:cNvPr id="28" name="object 28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2095" y="2282951"/>
              <a:ext cx="437388" cy="437388"/>
            </a:xfrm>
            <a:prstGeom prst="rect">
              <a:avLst/>
            </a:prstGeom>
          </p:spPr>
        </p:pic>
      </p:grpSp>
      <p:pic>
        <p:nvPicPr>
          <p:cNvPr id="29" name="object 29" descr="블랙, 어둠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638783" y="3373211"/>
            <a:ext cx="376472" cy="443809"/>
          </a:xfrm>
          <a:prstGeom prst="rect">
            <a:avLst/>
          </a:prstGeom>
        </p:spPr>
      </p:pic>
      <p:pic>
        <p:nvPicPr>
          <p:cNvPr id="30" name="object 30" descr="블랙, 어둠이(가) 표시된 사진  자동 생성된 설명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9253" y="2307935"/>
            <a:ext cx="375688" cy="443809"/>
          </a:xfrm>
          <a:prstGeom prst="rect">
            <a:avLst/>
          </a:prstGeom>
        </p:spPr>
      </p:pic>
      <p:pic>
        <p:nvPicPr>
          <p:cNvPr id="31" name="object 31" descr="블랙, 어둠이(가) 표시된 사진  자동 생성된 설명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14456" y="3028500"/>
            <a:ext cx="468792" cy="468791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973632" y="4990026"/>
            <a:ext cx="2426970" cy="63627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Collect</a:t>
            </a:r>
            <a:r>
              <a:rPr dirty="0" sz="1600" spc="15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65">
                <a:solidFill>
                  <a:srgbClr val="252525"/>
                </a:solidFill>
                <a:latin typeface="Tahoma"/>
                <a:cs typeface="Tahoma"/>
              </a:rPr>
              <a:t>both</a:t>
            </a:r>
            <a:r>
              <a:rPr dirty="0" sz="1600" spc="1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1600" spc="19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35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55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1600" spc="254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-1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3" name="object 33"/>
          <p:cNvSpPr txBox="1"/>
          <p:nvPr/>
        </p:nvSpPr>
        <p:spPr>
          <a:xfrm>
            <a:off x="7248270" y="2745485"/>
            <a:ext cx="867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52525"/>
                </a:solidFill>
                <a:latin typeface="Consolas"/>
                <a:cs typeface="Consolas"/>
              </a:rPr>
              <a:t>len</a:t>
            </a:r>
            <a:r>
              <a:rPr dirty="0" sz="1200" spc="-15" b="1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252525"/>
                </a:solidFill>
                <a:latin typeface="Consolas"/>
                <a:cs typeface="Consolas"/>
              </a:rPr>
              <a:t>&gt;</a:t>
            </a:r>
            <a:r>
              <a:rPr dirty="0" sz="1200" spc="-15" b="1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52525"/>
                </a:solidFill>
                <a:latin typeface="Consolas"/>
                <a:cs typeface="Consolas"/>
              </a:rPr>
              <a:t>0x10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>
                <a:solidFill>
                  <a:srgbClr val="252525"/>
                </a:solidFill>
              </a:rPr>
              <a:t>Predicate-</a:t>
            </a:r>
            <a:r>
              <a:rPr dirty="0" spc="80">
                <a:solidFill>
                  <a:srgbClr val="252525"/>
                </a:solidFill>
              </a:rPr>
              <a:t>based</a:t>
            </a:r>
            <a:r>
              <a:rPr dirty="0" spc="-85">
                <a:solidFill>
                  <a:srgbClr val="252525"/>
                </a:solidFill>
              </a:rPr>
              <a:t> </a:t>
            </a:r>
            <a:r>
              <a:rPr dirty="0" spc="55">
                <a:solidFill>
                  <a:srgbClr val="252525"/>
                </a:solidFill>
              </a:rPr>
              <a:t>Fault</a:t>
            </a:r>
            <a:r>
              <a:rPr dirty="0" spc="-85">
                <a:solidFill>
                  <a:srgbClr val="252525"/>
                </a:solidFill>
              </a:rPr>
              <a:t> </a:t>
            </a:r>
            <a:r>
              <a:rPr dirty="0" spc="85">
                <a:solidFill>
                  <a:srgbClr val="252525"/>
                </a:solidFill>
              </a:rPr>
              <a:t>Localization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70356" y="4536694"/>
            <a:ext cx="26085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70">
                <a:latin typeface="Calibri"/>
                <a:cs typeface="Calibri"/>
              </a:rPr>
              <a:t>①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Tahoma"/>
                <a:cs typeface="Tahoma"/>
              </a:rPr>
              <a:t>Behavior</a:t>
            </a:r>
            <a:r>
              <a:rPr dirty="0" sz="2000" spc="6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Collection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13444" y="4536694"/>
            <a:ext cx="245808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70">
                <a:latin typeface="Calibri"/>
                <a:cs typeface="Calibri"/>
              </a:rPr>
              <a:t>③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Tahoma"/>
                <a:cs typeface="Tahoma"/>
              </a:rPr>
              <a:t>Predicate</a:t>
            </a:r>
            <a:r>
              <a:rPr dirty="0" sz="2000" spc="9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Ranking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670557" y="2606294"/>
            <a:ext cx="1513840" cy="1306830"/>
            <a:chOff x="9670557" y="2606294"/>
            <a:chExt cx="1513840" cy="1306830"/>
          </a:xfrm>
        </p:grpSpPr>
        <p:pic>
          <p:nvPicPr>
            <p:cNvPr id="6" name="object 6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70557" y="3153940"/>
              <a:ext cx="757397" cy="75890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0094213" y="2618994"/>
              <a:ext cx="1077595" cy="480059"/>
            </a:xfrm>
            <a:custGeom>
              <a:avLst/>
              <a:gdLst/>
              <a:ahLst/>
              <a:cxnLst/>
              <a:rect l="l" t="t" r="r" b="b"/>
              <a:pathLst>
                <a:path w="1077595" h="48006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9577" y="0"/>
                  </a:lnTo>
                  <a:lnTo>
                    <a:pt x="448944" y="0"/>
                  </a:lnTo>
                  <a:lnTo>
                    <a:pt x="1022603" y="0"/>
                  </a:lnTo>
                  <a:lnTo>
                    <a:pt x="1043981" y="4304"/>
                  </a:lnTo>
                  <a:lnTo>
                    <a:pt x="1061418" y="16049"/>
                  </a:lnTo>
                  <a:lnTo>
                    <a:pt x="1073163" y="33486"/>
                  </a:lnTo>
                  <a:lnTo>
                    <a:pt x="1077467" y="54863"/>
                  </a:lnTo>
                  <a:lnTo>
                    <a:pt x="1077467" y="192023"/>
                  </a:lnTo>
                  <a:lnTo>
                    <a:pt x="1077467" y="274319"/>
                  </a:lnTo>
                  <a:lnTo>
                    <a:pt x="1073163" y="295697"/>
                  </a:lnTo>
                  <a:lnTo>
                    <a:pt x="1061418" y="313134"/>
                  </a:lnTo>
                  <a:lnTo>
                    <a:pt x="1043981" y="324879"/>
                  </a:lnTo>
                  <a:lnTo>
                    <a:pt x="1022603" y="329183"/>
                  </a:lnTo>
                  <a:lnTo>
                    <a:pt x="448944" y="329183"/>
                  </a:lnTo>
                  <a:lnTo>
                    <a:pt x="61849" y="479678"/>
                  </a:lnTo>
                  <a:lnTo>
                    <a:pt x="179577" y="329183"/>
                  </a:lnTo>
                  <a:lnTo>
                    <a:pt x="54863" y="329183"/>
                  </a:lnTo>
                  <a:lnTo>
                    <a:pt x="33486" y="324879"/>
                  </a:lnTo>
                  <a:lnTo>
                    <a:pt x="16049" y="313134"/>
                  </a:lnTo>
                  <a:lnTo>
                    <a:pt x="4304" y="295697"/>
                  </a:lnTo>
                  <a:lnTo>
                    <a:pt x="0" y="274319"/>
                  </a:lnTo>
                  <a:lnTo>
                    <a:pt x="0" y="192023"/>
                  </a:lnTo>
                  <a:lnTo>
                    <a:pt x="0" y="54863"/>
                  </a:lnTo>
                  <a:close/>
                </a:path>
              </a:pathLst>
            </a:custGeom>
            <a:ln w="2540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798179" y="4907686"/>
            <a:ext cx="280479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</a:pPr>
            <a:r>
              <a:rPr dirty="0" sz="1600">
                <a:latin typeface="Tahoma"/>
                <a:cs typeface="Tahoma"/>
              </a:rPr>
              <a:t>Rank</a:t>
            </a:r>
            <a:r>
              <a:rPr dirty="0" sz="1600" spc="14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</a:t>
            </a:r>
            <a:r>
              <a:rPr dirty="0" sz="1600" spc="11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extracted</a:t>
            </a:r>
            <a:r>
              <a:rPr dirty="0" sz="1600" spc="17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predicates </a:t>
            </a:r>
            <a:r>
              <a:rPr dirty="0" sz="1600">
                <a:latin typeface="Tahoma"/>
                <a:cs typeface="Tahoma"/>
              </a:rPr>
              <a:t>by</a:t>
            </a:r>
            <a:r>
              <a:rPr dirty="0" sz="1600" spc="2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their</a:t>
            </a:r>
            <a:r>
              <a:rPr dirty="0" sz="1600" spc="35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suspiciousness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823197" y="4915661"/>
            <a:ext cx="2183130" cy="0"/>
          </a:xfrm>
          <a:custGeom>
            <a:avLst/>
            <a:gdLst/>
            <a:ahLst/>
            <a:cxnLst/>
            <a:rect l="l" t="t" r="r" b="b"/>
            <a:pathLst>
              <a:path w="2183129" h="0">
                <a:moveTo>
                  <a:pt x="0" y="0"/>
                </a:moveTo>
                <a:lnTo>
                  <a:pt x="2183129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0213" y="4909565"/>
            <a:ext cx="2382520" cy="6350"/>
          </a:xfrm>
          <a:custGeom>
            <a:avLst/>
            <a:gdLst/>
            <a:ahLst/>
            <a:cxnLst/>
            <a:rect l="l" t="t" r="r" b="b"/>
            <a:pathLst>
              <a:path w="2382520" h="6350">
                <a:moveTo>
                  <a:pt x="0" y="6349"/>
                </a:moveTo>
                <a:lnTo>
                  <a:pt x="2382393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314190" y="4536694"/>
            <a:ext cx="30518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670">
                <a:latin typeface="Calibri"/>
                <a:cs typeface="Calibri"/>
              </a:rPr>
              <a:t>②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spc="50">
                <a:latin typeface="Tahoma"/>
                <a:cs typeface="Tahoma"/>
              </a:rPr>
              <a:t>Difference</a:t>
            </a:r>
            <a:r>
              <a:rPr dirty="0" sz="2000" spc="-100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Observation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36134" y="4990026"/>
            <a:ext cx="3183890" cy="63627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00">
                <a:latin typeface="Tahoma"/>
                <a:cs typeface="Tahoma"/>
              </a:rPr>
              <a:t>Extract</a:t>
            </a:r>
            <a:r>
              <a:rPr dirty="0" sz="1600" spc="15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predicates</a:t>
            </a:r>
            <a:r>
              <a:rPr dirty="0" sz="1600" spc="18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that</a:t>
            </a:r>
            <a:r>
              <a:rPr dirty="0" sz="1600" spc="160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statistically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Tahoma"/>
                <a:cs typeface="Tahoma"/>
              </a:rPr>
              <a:t>describe</a:t>
            </a:r>
            <a:r>
              <a:rPr dirty="0" sz="1600" spc="13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a</a:t>
            </a:r>
            <a:r>
              <a:rPr dirty="0" sz="1600" spc="85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crashing</a:t>
            </a:r>
            <a:r>
              <a:rPr dirty="0" sz="1600" spc="155">
                <a:latin typeface="Tahoma"/>
                <a:cs typeface="Tahoma"/>
              </a:rPr>
              <a:t> </a:t>
            </a:r>
            <a:r>
              <a:rPr dirty="0" sz="1600" spc="45">
                <a:latin typeface="Tahoma"/>
                <a:cs typeface="Tahoma"/>
              </a:rPr>
              <a:t>condition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15434" y="4915661"/>
            <a:ext cx="2752725" cy="0"/>
          </a:xfrm>
          <a:custGeom>
            <a:avLst/>
            <a:gdLst/>
            <a:ahLst/>
            <a:cxnLst/>
            <a:rect l="l" t="t" r="r" b="b"/>
            <a:pathLst>
              <a:path w="2752725" h="0">
                <a:moveTo>
                  <a:pt x="0" y="0"/>
                </a:moveTo>
                <a:lnTo>
                  <a:pt x="2752597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4" name="object 14" descr="블랙, 어둠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38925" y="2408743"/>
            <a:ext cx="410573" cy="32753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4384928" y="2254295"/>
            <a:ext cx="3847465" cy="2112010"/>
            <a:chOff x="4384928" y="2254295"/>
            <a:chExt cx="3847465" cy="2112010"/>
          </a:xfrm>
        </p:grpSpPr>
        <p:pic>
          <p:nvPicPr>
            <p:cNvPr id="16" name="object 16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81570" y="3146316"/>
              <a:ext cx="252130" cy="28037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413503" y="2948940"/>
              <a:ext cx="2954020" cy="393700"/>
            </a:xfrm>
            <a:custGeom>
              <a:avLst/>
              <a:gdLst/>
              <a:ahLst/>
              <a:cxnLst/>
              <a:rect l="l" t="t" r="r" b="b"/>
              <a:pathLst>
                <a:path w="2954020" h="393700">
                  <a:moveTo>
                    <a:pt x="0" y="0"/>
                  </a:moveTo>
                  <a:lnTo>
                    <a:pt x="57165" y="1615"/>
                  </a:lnTo>
                  <a:lnTo>
                    <a:pt x="114305" y="3235"/>
                  </a:lnTo>
                  <a:lnTo>
                    <a:pt x="171393" y="4864"/>
                  </a:lnTo>
                  <a:lnTo>
                    <a:pt x="228405" y="6509"/>
                  </a:lnTo>
                  <a:lnTo>
                    <a:pt x="285315" y="8173"/>
                  </a:lnTo>
                  <a:lnTo>
                    <a:pt x="342098" y="9862"/>
                  </a:lnTo>
                  <a:lnTo>
                    <a:pt x="398729" y="11581"/>
                  </a:lnTo>
                  <a:lnTo>
                    <a:pt x="455182" y="13334"/>
                  </a:lnTo>
                  <a:lnTo>
                    <a:pt x="511431" y="15127"/>
                  </a:lnTo>
                  <a:lnTo>
                    <a:pt x="567452" y="16964"/>
                  </a:lnTo>
                  <a:lnTo>
                    <a:pt x="623219" y="18850"/>
                  </a:lnTo>
                  <a:lnTo>
                    <a:pt x="678707" y="20790"/>
                  </a:lnTo>
                  <a:lnTo>
                    <a:pt x="733891" y="22790"/>
                  </a:lnTo>
                  <a:lnTo>
                    <a:pt x="788744" y="24853"/>
                  </a:lnTo>
                  <a:lnTo>
                    <a:pt x="843243" y="26986"/>
                  </a:lnTo>
                  <a:lnTo>
                    <a:pt x="897361" y="29193"/>
                  </a:lnTo>
                  <a:lnTo>
                    <a:pt x="951073" y="31478"/>
                  </a:lnTo>
                  <a:lnTo>
                    <a:pt x="1004355" y="33848"/>
                  </a:lnTo>
                  <a:lnTo>
                    <a:pt x="1057179" y="36306"/>
                  </a:lnTo>
                  <a:lnTo>
                    <a:pt x="1109522" y="38857"/>
                  </a:lnTo>
                  <a:lnTo>
                    <a:pt x="1161358" y="41508"/>
                  </a:lnTo>
                  <a:lnTo>
                    <a:pt x="1212661" y="44262"/>
                  </a:lnTo>
                  <a:lnTo>
                    <a:pt x="1263407" y="47124"/>
                  </a:lnTo>
                  <a:lnTo>
                    <a:pt x="1313569" y="50100"/>
                  </a:lnTo>
                  <a:lnTo>
                    <a:pt x="1363123" y="53194"/>
                  </a:lnTo>
                  <a:lnTo>
                    <a:pt x="1412044" y="56411"/>
                  </a:lnTo>
                  <a:lnTo>
                    <a:pt x="1460305" y="59756"/>
                  </a:lnTo>
                  <a:lnTo>
                    <a:pt x="1507881" y="63235"/>
                  </a:lnTo>
                  <a:lnTo>
                    <a:pt x="1554748" y="66851"/>
                  </a:lnTo>
                  <a:lnTo>
                    <a:pt x="1600880" y="70611"/>
                  </a:lnTo>
                  <a:lnTo>
                    <a:pt x="1646252" y="74518"/>
                  </a:lnTo>
                  <a:lnTo>
                    <a:pt x="1690837" y="78579"/>
                  </a:lnTo>
                  <a:lnTo>
                    <a:pt x="1734612" y="82797"/>
                  </a:lnTo>
                  <a:lnTo>
                    <a:pt x="1777550" y="87177"/>
                  </a:lnTo>
                  <a:lnTo>
                    <a:pt x="1819627" y="91726"/>
                  </a:lnTo>
                  <a:lnTo>
                    <a:pt x="1860816" y="96446"/>
                  </a:lnTo>
                  <a:lnTo>
                    <a:pt x="1901093" y="101345"/>
                  </a:lnTo>
                  <a:lnTo>
                    <a:pt x="1940433" y="106425"/>
                  </a:lnTo>
                  <a:lnTo>
                    <a:pt x="2306395" y="178879"/>
                  </a:lnTo>
                  <a:lnTo>
                    <a:pt x="2631566" y="274383"/>
                  </a:lnTo>
                  <a:lnTo>
                    <a:pt x="2864441" y="357600"/>
                  </a:lnTo>
                  <a:lnTo>
                    <a:pt x="2953512" y="393192"/>
                  </a:lnTo>
                </a:path>
              </a:pathLst>
            </a:custGeom>
            <a:ln w="57150">
              <a:solidFill>
                <a:srgbClr val="04233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89575" y="3101340"/>
              <a:ext cx="731520" cy="731520"/>
            </a:xfrm>
            <a:prstGeom prst="rect">
              <a:avLst/>
            </a:prstGeom>
          </p:spPr>
        </p:pic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41847" y="3636263"/>
              <a:ext cx="729996" cy="729995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07607" y="2292096"/>
              <a:ext cx="729995" cy="731520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3931" y="3418332"/>
              <a:ext cx="729995" cy="731520"/>
            </a:xfrm>
            <a:prstGeom prst="rect">
              <a:avLst/>
            </a:prstGeom>
          </p:spPr>
        </p:pic>
        <p:pic>
          <p:nvPicPr>
            <p:cNvPr id="22" name="object 22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20083" y="2254295"/>
              <a:ext cx="376472" cy="442884"/>
            </a:xfrm>
            <a:prstGeom prst="rect">
              <a:avLst/>
            </a:prstGeom>
          </p:spPr>
        </p:pic>
        <p:pic>
          <p:nvPicPr>
            <p:cNvPr id="23" name="object 23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2811" y="3011424"/>
              <a:ext cx="437388" cy="437388"/>
            </a:xfrm>
            <a:prstGeom prst="rect">
              <a:avLst/>
            </a:prstGeom>
          </p:spPr>
        </p:pic>
        <p:pic>
          <p:nvPicPr>
            <p:cNvPr id="24" name="object 24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28131" y="3532632"/>
              <a:ext cx="437388" cy="437388"/>
            </a:xfrm>
            <a:prstGeom prst="rect">
              <a:avLst/>
            </a:prstGeom>
          </p:spPr>
        </p:pic>
        <p:pic>
          <p:nvPicPr>
            <p:cNvPr id="25" name="object 25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6687" y="3334512"/>
              <a:ext cx="437388" cy="43738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7143749" y="2693670"/>
              <a:ext cx="1076325" cy="481965"/>
            </a:xfrm>
            <a:custGeom>
              <a:avLst/>
              <a:gdLst/>
              <a:ahLst/>
              <a:cxnLst/>
              <a:rect l="l" t="t" r="r" b="b"/>
              <a:pathLst>
                <a:path w="1076325" h="481964">
                  <a:moveTo>
                    <a:pt x="448309" y="330707"/>
                  </a:moveTo>
                  <a:lnTo>
                    <a:pt x="179324" y="330707"/>
                  </a:lnTo>
                  <a:lnTo>
                    <a:pt x="61722" y="481838"/>
                  </a:lnTo>
                  <a:lnTo>
                    <a:pt x="448309" y="330707"/>
                  </a:lnTo>
                  <a:close/>
                </a:path>
                <a:path w="1076325" h="481964">
                  <a:moveTo>
                    <a:pt x="1020826" y="0"/>
                  </a:moveTo>
                  <a:lnTo>
                    <a:pt x="55118" y="0"/>
                  </a:lnTo>
                  <a:lnTo>
                    <a:pt x="33647" y="4325"/>
                  </a:lnTo>
                  <a:lnTo>
                    <a:pt x="16129" y="16128"/>
                  </a:lnTo>
                  <a:lnTo>
                    <a:pt x="4325" y="33647"/>
                  </a:lnTo>
                  <a:lnTo>
                    <a:pt x="0" y="55117"/>
                  </a:lnTo>
                  <a:lnTo>
                    <a:pt x="0" y="275589"/>
                  </a:lnTo>
                  <a:lnTo>
                    <a:pt x="4325" y="297060"/>
                  </a:lnTo>
                  <a:lnTo>
                    <a:pt x="16129" y="314578"/>
                  </a:lnTo>
                  <a:lnTo>
                    <a:pt x="33647" y="326382"/>
                  </a:lnTo>
                  <a:lnTo>
                    <a:pt x="55118" y="330707"/>
                  </a:lnTo>
                  <a:lnTo>
                    <a:pt x="1020826" y="330707"/>
                  </a:lnTo>
                  <a:lnTo>
                    <a:pt x="1042296" y="326382"/>
                  </a:lnTo>
                  <a:lnTo>
                    <a:pt x="1059814" y="314578"/>
                  </a:lnTo>
                  <a:lnTo>
                    <a:pt x="1071618" y="297060"/>
                  </a:lnTo>
                  <a:lnTo>
                    <a:pt x="1075944" y="275589"/>
                  </a:lnTo>
                  <a:lnTo>
                    <a:pt x="1075944" y="55117"/>
                  </a:lnTo>
                  <a:lnTo>
                    <a:pt x="1071618" y="33647"/>
                  </a:lnTo>
                  <a:lnTo>
                    <a:pt x="1059814" y="16128"/>
                  </a:lnTo>
                  <a:lnTo>
                    <a:pt x="1042296" y="4325"/>
                  </a:lnTo>
                  <a:lnTo>
                    <a:pt x="10208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143749" y="2693670"/>
              <a:ext cx="1076325" cy="481965"/>
            </a:xfrm>
            <a:custGeom>
              <a:avLst/>
              <a:gdLst/>
              <a:ahLst/>
              <a:cxnLst/>
              <a:rect l="l" t="t" r="r" b="b"/>
              <a:pathLst>
                <a:path w="1076325" h="481964">
                  <a:moveTo>
                    <a:pt x="0" y="55117"/>
                  </a:moveTo>
                  <a:lnTo>
                    <a:pt x="4325" y="33647"/>
                  </a:lnTo>
                  <a:lnTo>
                    <a:pt x="16129" y="16128"/>
                  </a:lnTo>
                  <a:lnTo>
                    <a:pt x="33647" y="4325"/>
                  </a:lnTo>
                  <a:lnTo>
                    <a:pt x="55118" y="0"/>
                  </a:lnTo>
                  <a:lnTo>
                    <a:pt x="179324" y="0"/>
                  </a:lnTo>
                  <a:lnTo>
                    <a:pt x="448309" y="0"/>
                  </a:lnTo>
                  <a:lnTo>
                    <a:pt x="1020826" y="0"/>
                  </a:lnTo>
                  <a:lnTo>
                    <a:pt x="1042296" y="4325"/>
                  </a:lnTo>
                  <a:lnTo>
                    <a:pt x="1059814" y="16128"/>
                  </a:lnTo>
                  <a:lnTo>
                    <a:pt x="1071618" y="33647"/>
                  </a:lnTo>
                  <a:lnTo>
                    <a:pt x="1075944" y="55117"/>
                  </a:lnTo>
                  <a:lnTo>
                    <a:pt x="1075944" y="192912"/>
                  </a:lnTo>
                  <a:lnTo>
                    <a:pt x="1075944" y="275589"/>
                  </a:lnTo>
                  <a:lnTo>
                    <a:pt x="1071618" y="297060"/>
                  </a:lnTo>
                  <a:lnTo>
                    <a:pt x="1059814" y="314578"/>
                  </a:lnTo>
                  <a:lnTo>
                    <a:pt x="1042296" y="326382"/>
                  </a:lnTo>
                  <a:lnTo>
                    <a:pt x="1020826" y="330707"/>
                  </a:lnTo>
                  <a:lnTo>
                    <a:pt x="448309" y="330707"/>
                  </a:lnTo>
                  <a:lnTo>
                    <a:pt x="61722" y="481838"/>
                  </a:lnTo>
                  <a:lnTo>
                    <a:pt x="179324" y="330707"/>
                  </a:lnTo>
                  <a:lnTo>
                    <a:pt x="55118" y="330707"/>
                  </a:lnTo>
                  <a:lnTo>
                    <a:pt x="33647" y="326382"/>
                  </a:lnTo>
                  <a:lnTo>
                    <a:pt x="16129" y="314578"/>
                  </a:lnTo>
                  <a:lnTo>
                    <a:pt x="4325" y="297060"/>
                  </a:lnTo>
                  <a:lnTo>
                    <a:pt x="0" y="275589"/>
                  </a:lnTo>
                  <a:lnTo>
                    <a:pt x="0" y="192912"/>
                  </a:lnTo>
                  <a:lnTo>
                    <a:pt x="0" y="55117"/>
                  </a:lnTo>
                  <a:close/>
                </a:path>
              </a:pathLst>
            </a:custGeom>
            <a:ln w="2540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1088136" y="3014472"/>
            <a:ext cx="589280" cy="669290"/>
            <a:chOff x="1088136" y="3014472"/>
            <a:chExt cx="589280" cy="669290"/>
          </a:xfrm>
        </p:grpSpPr>
        <p:pic>
          <p:nvPicPr>
            <p:cNvPr id="29" name="object 29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0711" y="3240323"/>
              <a:ext cx="376472" cy="442884"/>
            </a:xfrm>
            <a:prstGeom prst="rect">
              <a:avLst/>
            </a:prstGeom>
          </p:spPr>
        </p:pic>
        <p:pic>
          <p:nvPicPr>
            <p:cNvPr id="30" name="object 30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8136" y="3014472"/>
              <a:ext cx="437388" cy="437388"/>
            </a:xfrm>
            <a:prstGeom prst="rect">
              <a:avLst/>
            </a:prstGeom>
          </p:spPr>
        </p:pic>
      </p:grpSp>
      <p:pic>
        <p:nvPicPr>
          <p:cNvPr id="31" name="object 31" descr="블랙, 어둠이(가) 표시된 사진  자동 생성된 설명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75843" y="3665819"/>
            <a:ext cx="376472" cy="443809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2292095" y="2282951"/>
            <a:ext cx="588010" cy="693420"/>
            <a:chOff x="2292095" y="2282951"/>
            <a:chExt cx="588010" cy="693420"/>
          </a:xfrm>
        </p:grpSpPr>
        <p:pic>
          <p:nvPicPr>
            <p:cNvPr id="33" name="object 33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03147" y="2531963"/>
              <a:ext cx="376472" cy="443809"/>
            </a:xfrm>
            <a:prstGeom prst="rect">
              <a:avLst/>
            </a:prstGeom>
          </p:spPr>
        </p:pic>
        <p:pic>
          <p:nvPicPr>
            <p:cNvPr id="34" name="object 34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92095" y="2282951"/>
              <a:ext cx="437388" cy="437388"/>
            </a:xfrm>
            <a:prstGeom prst="rect">
              <a:avLst/>
            </a:prstGeom>
          </p:spPr>
        </p:pic>
      </p:grpSp>
      <p:pic>
        <p:nvPicPr>
          <p:cNvPr id="35" name="object 35" descr="블랙, 어둠이(가) 표시된 사진  자동 생성된 설명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638783" y="3373211"/>
            <a:ext cx="376472" cy="443809"/>
          </a:xfrm>
          <a:prstGeom prst="rect">
            <a:avLst/>
          </a:prstGeom>
        </p:spPr>
      </p:pic>
      <p:pic>
        <p:nvPicPr>
          <p:cNvPr id="36" name="object 36" descr="블랙, 어둠이(가) 표시된 사진  자동 생성된 설명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9253" y="2307935"/>
            <a:ext cx="375688" cy="443809"/>
          </a:xfrm>
          <a:prstGeom prst="rect">
            <a:avLst/>
          </a:prstGeom>
        </p:spPr>
      </p:pic>
      <p:pic>
        <p:nvPicPr>
          <p:cNvPr id="37" name="object 37" descr="블랙, 어둠이(가) 표시된 사진  자동 생성된 설명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14456" y="3028500"/>
            <a:ext cx="468792" cy="46879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973632" y="4990026"/>
            <a:ext cx="2426970" cy="63627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1600">
                <a:latin typeface="Tahoma"/>
                <a:cs typeface="Tahoma"/>
              </a:rPr>
              <a:t>Collect</a:t>
            </a:r>
            <a:r>
              <a:rPr dirty="0" sz="1600" spc="150">
                <a:latin typeface="Tahoma"/>
                <a:cs typeface="Tahoma"/>
              </a:rPr>
              <a:t> </a:t>
            </a:r>
            <a:r>
              <a:rPr dirty="0" sz="1600" spc="65">
                <a:latin typeface="Tahoma"/>
                <a:cs typeface="Tahoma"/>
              </a:rPr>
              <a:t>both</a:t>
            </a:r>
            <a:r>
              <a:rPr dirty="0" sz="1600" spc="130">
                <a:latin typeface="Tahoma"/>
                <a:cs typeface="Tahoma"/>
              </a:rPr>
              <a:t> </a:t>
            </a:r>
            <a:r>
              <a:rPr dirty="0" sz="1600">
                <a:latin typeface="Tahoma"/>
                <a:cs typeface="Tahoma"/>
              </a:rPr>
              <a:t>crashing</a:t>
            </a:r>
            <a:r>
              <a:rPr dirty="0" sz="1600" spc="190">
                <a:latin typeface="Tahoma"/>
                <a:cs typeface="Tahoma"/>
              </a:rPr>
              <a:t> </a:t>
            </a:r>
            <a:r>
              <a:rPr dirty="0" sz="1600" spc="35">
                <a:latin typeface="Tahoma"/>
                <a:cs typeface="Tahoma"/>
              </a:rPr>
              <a:t>and</a:t>
            </a:r>
            <a:endParaRPr sz="1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55">
                <a:latin typeface="Tahoma"/>
                <a:cs typeface="Tahoma"/>
              </a:rPr>
              <a:t>non-</a:t>
            </a:r>
            <a:r>
              <a:rPr dirty="0" sz="1600">
                <a:latin typeface="Tahoma"/>
                <a:cs typeface="Tahoma"/>
              </a:rPr>
              <a:t>crashing</a:t>
            </a:r>
            <a:r>
              <a:rPr dirty="0" sz="1600" spc="254">
                <a:latin typeface="Tahoma"/>
                <a:cs typeface="Tahoma"/>
              </a:rPr>
              <a:t> </a:t>
            </a:r>
            <a:r>
              <a:rPr dirty="0" sz="1600" spc="-10">
                <a:latin typeface="Tahoma"/>
                <a:cs typeface="Tahoma"/>
              </a:rPr>
              <a:t>behaviors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9" name="object 39"/>
          <p:cNvSpPr txBox="1"/>
          <p:nvPr/>
        </p:nvSpPr>
        <p:spPr>
          <a:xfrm>
            <a:off x="7248270" y="2745485"/>
            <a:ext cx="867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52525"/>
                </a:solidFill>
                <a:latin typeface="Consolas"/>
                <a:cs typeface="Consolas"/>
              </a:rPr>
              <a:t>len</a:t>
            </a:r>
            <a:r>
              <a:rPr dirty="0" sz="1200" spc="-15" b="1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252525"/>
                </a:solidFill>
                <a:latin typeface="Consolas"/>
                <a:cs typeface="Consolas"/>
              </a:rPr>
              <a:t>&gt;</a:t>
            </a:r>
            <a:r>
              <a:rPr dirty="0" sz="1200" spc="-15" b="1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52525"/>
                </a:solidFill>
                <a:latin typeface="Consolas"/>
                <a:cs typeface="Consolas"/>
              </a:rPr>
              <a:t>0x10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99878" y="2670175"/>
            <a:ext cx="8674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252525"/>
                </a:solidFill>
                <a:latin typeface="Consolas"/>
                <a:cs typeface="Consolas"/>
              </a:rPr>
              <a:t>len</a:t>
            </a:r>
            <a:r>
              <a:rPr dirty="0" sz="1200" spc="-15" b="1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252525"/>
                </a:solidFill>
                <a:latin typeface="Consolas"/>
                <a:cs typeface="Consolas"/>
              </a:rPr>
              <a:t>&gt;</a:t>
            </a:r>
            <a:r>
              <a:rPr dirty="0" sz="1200" spc="-15" b="1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dirty="0" sz="1200" spc="-20" b="1">
                <a:solidFill>
                  <a:srgbClr val="252525"/>
                </a:solidFill>
                <a:latin typeface="Consolas"/>
                <a:cs typeface="Consolas"/>
              </a:rPr>
              <a:t>0x10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/>
          <p:cNvSpPr txBox="1"/>
          <p:nvPr/>
        </p:nvSpPr>
        <p:spPr>
          <a:xfrm>
            <a:off x="916939" y="1304925"/>
            <a:ext cx="65627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latin typeface="Tahoma"/>
                <a:cs typeface="Tahoma"/>
              </a:rPr>
              <a:t>We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implement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root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cause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BENZENE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BENZENE</a:t>
            </a:r>
            <a:r>
              <a:rPr dirty="0" spc="-110"/>
              <a:t> </a:t>
            </a:r>
            <a:r>
              <a:rPr dirty="0" spc="80"/>
              <a:t>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04925"/>
            <a:ext cx="65627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latin typeface="Tahoma"/>
                <a:cs typeface="Tahoma"/>
              </a:rPr>
              <a:t>We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implement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root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cause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BENZENE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BENZENE</a:t>
            </a:r>
            <a:r>
              <a:rPr dirty="0" spc="-110"/>
              <a:t> </a:t>
            </a:r>
            <a:r>
              <a:rPr dirty="0" spc="80"/>
              <a:t>Overview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8431" y="2756916"/>
            <a:ext cx="624205" cy="710565"/>
            <a:chOff x="408431" y="2756916"/>
            <a:chExt cx="624205" cy="710565"/>
          </a:xfrm>
        </p:grpSpPr>
        <p:pic>
          <p:nvPicPr>
            <p:cNvPr id="5" name="object 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257" y="2996330"/>
              <a:ext cx="399217" cy="470622"/>
            </a:xfrm>
            <a:prstGeom prst="rect">
              <a:avLst/>
            </a:prstGeom>
          </p:spPr>
        </p:pic>
        <p:pic>
          <p:nvPicPr>
            <p:cNvPr id="6" name="object 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1" y="2756916"/>
              <a:ext cx="464819" cy="4648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0006" y="345376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Crash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 descr="블랙, 스크린샷, 어둠, 디자인이(가) 표시된 사진  자동 생성된 설명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584" y="4000823"/>
            <a:ext cx="563327" cy="508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0816" y="4459111"/>
            <a:ext cx="631825" cy="4826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spc="-10" b="1">
                <a:latin typeface="Arial"/>
                <a:cs typeface="Arial"/>
              </a:rPr>
              <a:t>Target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04925"/>
            <a:ext cx="65627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latin typeface="Tahoma"/>
                <a:cs typeface="Tahoma"/>
              </a:rPr>
              <a:t>We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implement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root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cause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BENZENE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BENZENE</a:t>
            </a:r>
            <a:r>
              <a:rPr dirty="0" spc="-110"/>
              <a:t> </a:t>
            </a:r>
            <a:r>
              <a:rPr dirty="0" spc="80"/>
              <a:t>Overview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8431" y="2756916"/>
            <a:ext cx="624205" cy="710565"/>
            <a:chOff x="408431" y="2756916"/>
            <a:chExt cx="624205" cy="710565"/>
          </a:xfrm>
        </p:grpSpPr>
        <p:pic>
          <p:nvPicPr>
            <p:cNvPr id="5" name="object 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257" y="2996330"/>
              <a:ext cx="399217" cy="470622"/>
            </a:xfrm>
            <a:prstGeom prst="rect">
              <a:avLst/>
            </a:prstGeom>
          </p:spPr>
        </p:pic>
        <p:pic>
          <p:nvPicPr>
            <p:cNvPr id="6" name="object 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1" y="2756916"/>
              <a:ext cx="464819" cy="4648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0006" y="345376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Crash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 descr="블랙, 스크린샷, 어둠, 디자인이(가) 표시된 사진  자동 생성된 설명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584" y="4000823"/>
            <a:ext cx="563327" cy="508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0816" y="4459111"/>
            <a:ext cx="3740150" cy="69278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 marR="3100070">
              <a:lnSpc>
                <a:spcPct val="100000"/>
              </a:lnSpc>
              <a:spcBef>
                <a:spcPts val="455"/>
              </a:spcBef>
            </a:pPr>
            <a:r>
              <a:rPr dirty="0" sz="1200" spc="-10" b="1">
                <a:latin typeface="Arial"/>
                <a:cs typeface="Arial"/>
              </a:rPr>
              <a:t>Target</a:t>
            </a:r>
            <a:endParaRPr sz="1200">
              <a:latin typeface="Arial"/>
              <a:cs typeface="Arial"/>
            </a:endParaRPr>
          </a:p>
          <a:p>
            <a:pPr algn="ctr" marR="3100070">
              <a:lnSpc>
                <a:spcPts val="1305"/>
              </a:lnSpc>
              <a:spcBef>
                <a:spcPts val="360"/>
              </a:spcBef>
            </a:pPr>
            <a:r>
              <a:rPr dirty="0" sz="1200" spc="-10" b="1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  <a:p>
            <a:pPr marL="1487170">
              <a:lnSpc>
                <a:spcPts val="1785"/>
              </a:lnSpc>
            </a:pPr>
            <a:r>
              <a:rPr dirty="0" sz="1600" spc="-40" b="1">
                <a:latin typeface="Arial"/>
                <a:cs typeface="Arial"/>
              </a:rPr>
              <a:t>Dynamic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80" b="1">
                <a:latin typeface="Arial"/>
                <a:cs typeface="Arial"/>
              </a:rPr>
              <a:t>Binary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85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30808" y="2744914"/>
            <a:ext cx="3412490" cy="2219325"/>
            <a:chOff x="1130808" y="2744914"/>
            <a:chExt cx="3412490" cy="2219325"/>
          </a:xfrm>
        </p:grpSpPr>
        <p:sp>
          <p:nvSpPr>
            <p:cNvPr id="11" name="object 11"/>
            <p:cNvSpPr/>
            <p:nvPr/>
          </p:nvSpPr>
          <p:spPr>
            <a:xfrm>
              <a:off x="1895094" y="2759201"/>
              <a:ext cx="2527300" cy="2095500"/>
            </a:xfrm>
            <a:custGeom>
              <a:avLst/>
              <a:gdLst/>
              <a:ahLst/>
              <a:cxnLst/>
              <a:rect l="l" t="t" r="r" b="b"/>
              <a:pathLst>
                <a:path w="2527300" h="2095500">
                  <a:moveTo>
                    <a:pt x="0" y="232028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9" y="0"/>
                  </a:lnTo>
                  <a:lnTo>
                    <a:pt x="2294763" y="0"/>
                  </a:lnTo>
                  <a:lnTo>
                    <a:pt x="2341524" y="4714"/>
                  </a:lnTo>
                  <a:lnTo>
                    <a:pt x="2385077" y="18234"/>
                  </a:lnTo>
                  <a:lnTo>
                    <a:pt x="2424491" y="39627"/>
                  </a:lnTo>
                  <a:lnTo>
                    <a:pt x="2458831" y="67960"/>
                  </a:lnTo>
                  <a:lnTo>
                    <a:pt x="2487164" y="102300"/>
                  </a:lnTo>
                  <a:lnTo>
                    <a:pt x="2508557" y="141714"/>
                  </a:lnTo>
                  <a:lnTo>
                    <a:pt x="2522077" y="185267"/>
                  </a:lnTo>
                  <a:lnTo>
                    <a:pt x="2526792" y="232028"/>
                  </a:lnTo>
                  <a:lnTo>
                    <a:pt x="2526792" y="1863471"/>
                  </a:lnTo>
                  <a:lnTo>
                    <a:pt x="2522077" y="1910232"/>
                  </a:lnTo>
                  <a:lnTo>
                    <a:pt x="2508557" y="1953785"/>
                  </a:lnTo>
                  <a:lnTo>
                    <a:pt x="2487164" y="1993199"/>
                  </a:lnTo>
                  <a:lnTo>
                    <a:pt x="2458831" y="2027539"/>
                  </a:lnTo>
                  <a:lnTo>
                    <a:pt x="2424491" y="2055872"/>
                  </a:lnTo>
                  <a:lnTo>
                    <a:pt x="2385077" y="2077265"/>
                  </a:lnTo>
                  <a:lnTo>
                    <a:pt x="2341524" y="2090785"/>
                  </a:lnTo>
                  <a:lnTo>
                    <a:pt x="2294763" y="2095500"/>
                  </a:lnTo>
                  <a:lnTo>
                    <a:pt x="232029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0519" y="3558179"/>
              <a:ext cx="188495" cy="18849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183636" y="3747515"/>
              <a:ext cx="360045" cy="196850"/>
            </a:xfrm>
            <a:custGeom>
              <a:avLst/>
              <a:gdLst/>
              <a:ahLst/>
              <a:cxnLst/>
              <a:rect l="l" t="t" r="r" b="b"/>
              <a:pathLst>
                <a:path w="360045" h="196850">
                  <a:moveTo>
                    <a:pt x="261365" y="0"/>
                  </a:moveTo>
                  <a:lnTo>
                    <a:pt x="261365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61365" y="147446"/>
                  </a:lnTo>
                  <a:lnTo>
                    <a:pt x="261365" y="196595"/>
                  </a:lnTo>
                  <a:lnTo>
                    <a:pt x="359663" y="98297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2281" y="3525392"/>
              <a:ext cx="447294" cy="506730"/>
            </a:xfrm>
            <a:prstGeom prst="rect">
              <a:avLst/>
            </a:prstGeom>
          </p:spPr>
        </p:pic>
        <p:pic>
          <p:nvPicPr>
            <p:cNvPr id="15" name="object 15" descr="블랙, 스크린샷, 어둠, 디자인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1536" y="3609155"/>
              <a:ext cx="563327" cy="508368"/>
            </a:xfrm>
            <a:prstGeom prst="rect">
              <a:avLst/>
            </a:prstGeom>
          </p:spPr>
        </p:pic>
        <p:pic>
          <p:nvPicPr>
            <p:cNvPr id="16" name="object 16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8915" y="3939539"/>
              <a:ext cx="1024127" cy="1024128"/>
            </a:xfrm>
            <a:prstGeom prst="rect">
              <a:avLst/>
            </a:prstGeom>
          </p:spPr>
        </p:pic>
        <p:pic>
          <p:nvPicPr>
            <p:cNvPr id="17" name="object 17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3112" y="4026407"/>
              <a:ext cx="364236" cy="364236"/>
            </a:xfrm>
            <a:prstGeom prst="rect">
              <a:avLst/>
            </a:prstGeom>
          </p:spPr>
        </p:pic>
        <p:pic>
          <p:nvPicPr>
            <p:cNvPr id="18" name="object 18" descr="블랙, 어둠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2640" y="2869691"/>
              <a:ext cx="1085088" cy="1085087"/>
            </a:xfrm>
            <a:prstGeom prst="rect">
              <a:avLst/>
            </a:prstGeom>
          </p:spPr>
        </p:pic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9488" y="3017519"/>
              <a:ext cx="525780" cy="525779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5104" y="2959607"/>
              <a:ext cx="315468" cy="31394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859530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1150" y="0"/>
                  </a:moveTo>
                  <a:lnTo>
                    <a:pt x="62230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1150"/>
                  </a:lnTo>
                  <a:lnTo>
                    <a:pt x="4883" y="335393"/>
                  </a:lnTo>
                  <a:lnTo>
                    <a:pt x="18208" y="355171"/>
                  </a:lnTo>
                  <a:lnTo>
                    <a:pt x="37986" y="368496"/>
                  </a:lnTo>
                  <a:lnTo>
                    <a:pt x="62230" y="373379"/>
                  </a:lnTo>
                  <a:lnTo>
                    <a:pt x="311150" y="373379"/>
                  </a:lnTo>
                  <a:lnTo>
                    <a:pt x="335393" y="368496"/>
                  </a:lnTo>
                  <a:lnTo>
                    <a:pt x="355171" y="355171"/>
                  </a:lnTo>
                  <a:lnTo>
                    <a:pt x="368496" y="335393"/>
                  </a:lnTo>
                  <a:lnTo>
                    <a:pt x="373380" y="311150"/>
                  </a:lnTo>
                  <a:lnTo>
                    <a:pt x="373380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859530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30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80" y="62229"/>
                  </a:lnTo>
                  <a:lnTo>
                    <a:pt x="373380" y="311150"/>
                  </a:lnTo>
                  <a:lnTo>
                    <a:pt x="368496" y="335393"/>
                  </a:lnTo>
                  <a:lnTo>
                    <a:pt x="355171" y="355171"/>
                  </a:lnTo>
                  <a:lnTo>
                    <a:pt x="335393" y="368496"/>
                  </a:lnTo>
                  <a:lnTo>
                    <a:pt x="311150" y="373379"/>
                  </a:lnTo>
                  <a:lnTo>
                    <a:pt x="62230" y="373379"/>
                  </a:lnTo>
                  <a:lnTo>
                    <a:pt x="37986" y="368496"/>
                  </a:lnTo>
                  <a:lnTo>
                    <a:pt x="18208" y="355171"/>
                  </a:lnTo>
                  <a:lnTo>
                    <a:pt x="4883" y="335393"/>
                  </a:lnTo>
                  <a:lnTo>
                    <a:pt x="0" y="311150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043" y="2825495"/>
              <a:ext cx="536448" cy="53644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31115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2674"/>
                  </a:lnTo>
                  <a:lnTo>
                    <a:pt x="4883" y="336917"/>
                  </a:lnTo>
                  <a:lnTo>
                    <a:pt x="18208" y="356695"/>
                  </a:lnTo>
                  <a:lnTo>
                    <a:pt x="37986" y="370020"/>
                  </a:lnTo>
                  <a:lnTo>
                    <a:pt x="62229" y="374903"/>
                  </a:lnTo>
                  <a:lnTo>
                    <a:pt x="311150" y="374903"/>
                  </a:lnTo>
                  <a:lnTo>
                    <a:pt x="335393" y="370020"/>
                  </a:lnTo>
                  <a:lnTo>
                    <a:pt x="355171" y="356695"/>
                  </a:lnTo>
                  <a:lnTo>
                    <a:pt x="368496" y="336917"/>
                  </a:lnTo>
                  <a:lnTo>
                    <a:pt x="373379" y="312674"/>
                  </a:lnTo>
                  <a:lnTo>
                    <a:pt x="373379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79" y="62229"/>
                  </a:lnTo>
                  <a:lnTo>
                    <a:pt x="373379" y="312674"/>
                  </a:lnTo>
                  <a:lnTo>
                    <a:pt x="368496" y="336917"/>
                  </a:lnTo>
                  <a:lnTo>
                    <a:pt x="355171" y="356695"/>
                  </a:lnTo>
                  <a:lnTo>
                    <a:pt x="335393" y="370020"/>
                  </a:lnTo>
                  <a:lnTo>
                    <a:pt x="311150" y="374903"/>
                  </a:lnTo>
                  <a:lnTo>
                    <a:pt x="62229" y="374903"/>
                  </a:lnTo>
                  <a:lnTo>
                    <a:pt x="37986" y="370020"/>
                  </a:lnTo>
                  <a:lnTo>
                    <a:pt x="18208" y="356695"/>
                  </a:lnTo>
                  <a:lnTo>
                    <a:pt x="4883" y="336917"/>
                  </a:lnTo>
                  <a:lnTo>
                    <a:pt x="0" y="312674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3800" y="2881883"/>
              <a:ext cx="536448" cy="5364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763518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312420" y="0"/>
                  </a:moveTo>
                  <a:lnTo>
                    <a:pt x="62484" y="0"/>
                  </a:lnTo>
                  <a:lnTo>
                    <a:pt x="38147" y="4905"/>
                  </a:lnTo>
                  <a:lnTo>
                    <a:pt x="18288" y="18287"/>
                  </a:lnTo>
                  <a:lnTo>
                    <a:pt x="4905" y="38147"/>
                  </a:lnTo>
                  <a:lnTo>
                    <a:pt x="0" y="62484"/>
                  </a:lnTo>
                  <a:lnTo>
                    <a:pt x="0" y="312419"/>
                  </a:lnTo>
                  <a:lnTo>
                    <a:pt x="4905" y="336756"/>
                  </a:lnTo>
                  <a:lnTo>
                    <a:pt x="18287" y="356615"/>
                  </a:lnTo>
                  <a:lnTo>
                    <a:pt x="38147" y="369998"/>
                  </a:lnTo>
                  <a:lnTo>
                    <a:pt x="62484" y="374903"/>
                  </a:lnTo>
                  <a:lnTo>
                    <a:pt x="312420" y="374903"/>
                  </a:lnTo>
                  <a:lnTo>
                    <a:pt x="336756" y="369998"/>
                  </a:lnTo>
                  <a:lnTo>
                    <a:pt x="356616" y="356615"/>
                  </a:lnTo>
                  <a:lnTo>
                    <a:pt x="369998" y="336756"/>
                  </a:lnTo>
                  <a:lnTo>
                    <a:pt x="374904" y="312419"/>
                  </a:lnTo>
                  <a:lnTo>
                    <a:pt x="374904" y="62484"/>
                  </a:lnTo>
                  <a:lnTo>
                    <a:pt x="369998" y="38147"/>
                  </a:lnTo>
                  <a:lnTo>
                    <a:pt x="356616" y="18287"/>
                  </a:lnTo>
                  <a:lnTo>
                    <a:pt x="336756" y="4905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763518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62484"/>
                  </a:moveTo>
                  <a:lnTo>
                    <a:pt x="4905" y="38147"/>
                  </a:lnTo>
                  <a:lnTo>
                    <a:pt x="18288" y="18287"/>
                  </a:lnTo>
                  <a:lnTo>
                    <a:pt x="38147" y="4905"/>
                  </a:lnTo>
                  <a:lnTo>
                    <a:pt x="62484" y="0"/>
                  </a:lnTo>
                  <a:lnTo>
                    <a:pt x="312420" y="0"/>
                  </a:lnTo>
                  <a:lnTo>
                    <a:pt x="336756" y="4905"/>
                  </a:lnTo>
                  <a:lnTo>
                    <a:pt x="356616" y="18287"/>
                  </a:lnTo>
                  <a:lnTo>
                    <a:pt x="369998" y="38147"/>
                  </a:lnTo>
                  <a:lnTo>
                    <a:pt x="374904" y="62484"/>
                  </a:lnTo>
                  <a:lnTo>
                    <a:pt x="374904" y="312419"/>
                  </a:lnTo>
                  <a:lnTo>
                    <a:pt x="369998" y="336756"/>
                  </a:lnTo>
                  <a:lnTo>
                    <a:pt x="356616" y="356615"/>
                  </a:lnTo>
                  <a:lnTo>
                    <a:pt x="336756" y="369998"/>
                  </a:lnTo>
                  <a:lnTo>
                    <a:pt x="312420" y="374903"/>
                  </a:lnTo>
                  <a:lnTo>
                    <a:pt x="62484" y="374903"/>
                  </a:lnTo>
                  <a:lnTo>
                    <a:pt x="38147" y="369998"/>
                  </a:lnTo>
                  <a:lnTo>
                    <a:pt x="18287" y="356615"/>
                  </a:lnTo>
                  <a:lnTo>
                    <a:pt x="4905" y="336756"/>
                  </a:lnTo>
                  <a:lnTo>
                    <a:pt x="0" y="312419"/>
                  </a:lnTo>
                  <a:lnTo>
                    <a:pt x="0" y="6248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86556" y="2942843"/>
              <a:ext cx="536448" cy="536448"/>
            </a:xfrm>
            <a:prstGeom prst="rect">
              <a:avLst/>
            </a:prstGeom>
          </p:spPr>
        </p:pic>
        <p:pic>
          <p:nvPicPr>
            <p:cNvPr id="30" name="object 30" descr="블랙, 어둠이(가) 표시된 사진  자동 생성된 설명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0808" y="3428999"/>
              <a:ext cx="763523" cy="862583"/>
            </a:xfrm>
            <a:prstGeom prst="rect">
              <a:avLst/>
            </a:prstGeom>
          </p:spPr>
        </p:pic>
      </p:grp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04925"/>
            <a:ext cx="65627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latin typeface="Tahoma"/>
                <a:cs typeface="Tahoma"/>
              </a:rPr>
              <a:t>We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implement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root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cause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BENZENE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BENZENE</a:t>
            </a:r>
            <a:r>
              <a:rPr dirty="0" spc="-110"/>
              <a:t> </a:t>
            </a:r>
            <a:r>
              <a:rPr dirty="0" spc="80"/>
              <a:t>Overview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8431" y="2756916"/>
            <a:ext cx="624205" cy="710565"/>
            <a:chOff x="408431" y="2756916"/>
            <a:chExt cx="624205" cy="710565"/>
          </a:xfrm>
        </p:grpSpPr>
        <p:pic>
          <p:nvPicPr>
            <p:cNvPr id="5" name="object 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257" y="2996330"/>
              <a:ext cx="399217" cy="470622"/>
            </a:xfrm>
            <a:prstGeom prst="rect">
              <a:avLst/>
            </a:prstGeom>
          </p:spPr>
        </p:pic>
        <p:pic>
          <p:nvPicPr>
            <p:cNvPr id="6" name="object 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1" y="2756916"/>
              <a:ext cx="464819" cy="4648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0006" y="345376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Crash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 descr="블랙, 스크린샷, 어둠, 디자인이(가) 표시된 사진  자동 생성된 설명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584" y="4000823"/>
            <a:ext cx="563327" cy="508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0816" y="4459111"/>
            <a:ext cx="631825" cy="4826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spc="-10" b="1">
                <a:latin typeface="Arial"/>
                <a:cs typeface="Arial"/>
              </a:rPr>
              <a:t>Target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0808" y="3429000"/>
            <a:ext cx="763523" cy="86258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746116" y="4909820"/>
            <a:ext cx="26917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latin typeface="Arial"/>
                <a:cs typeface="Arial"/>
              </a:rPr>
              <a:t>Program </a:t>
            </a:r>
            <a:r>
              <a:rPr dirty="0" sz="1600" spc="-60" b="1">
                <a:latin typeface="Arial"/>
                <a:cs typeface="Arial"/>
              </a:rPr>
              <a:t>Behavior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35" b="1">
                <a:latin typeface="Arial"/>
                <a:cs typeface="Arial"/>
              </a:rPr>
              <a:t>Collection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656010" y="2727960"/>
            <a:ext cx="2819400" cy="2136775"/>
            <a:chOff x="4656010" y="2727960"/>
            <a:chExt cx="2819400" cy="2136775"/>
          </a:xfrm>
        </p:grpSpPr>
        <p:sp>
          <p:nvSpPr>
            <p:cNvPr id="13" name="object 13"/>
            <p:cNvSpPr/>
            <p:nvPr/>
          </p:nvSpPr>
          <p:spPr>
            <a:xfrm>
              <a:off x="4670297" y="2754630"/>
              <a:ext cx="2790825" cy="2095500"/>
            </a:xfrm>
            <a:custGeom>
              <a:avLst/>
              <a:gdLst/>
              <a:ahLst/>
              <a:cxnLst/>
              <a:rect l="l" t="t" r="r" b="b"/>
              <a:pathLst>
                <a:path w="2790825" h="2095500">
                  <a:moveTo>
                    <a:pt x="0" y="232029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8" y="0"/>
                  </a:lnTo>
                  <a:lnTo>
                    <a:pt x="2558415" y="0"/>
                  </a:lnTo>
                  <a:lnTo>
                    <a:pt x="2605176" y="4714"/>
                  </a:lnTo>
                  <a:lnTo>
                    <a:pt x="2648729" y="18234"/>
                  </a:lnTo>
                  <a:lnTo>
                    <a:pt x="2688143" y="39627"/>
                  </a:lnTo>
                  <a:lnTo>
                    <a:pt x="2722483" y="67960"/>
                  </a:lnTo>
                  <a:lnTo>
                    <a:pt x="2750816" y="102300"/>
                  </a:lnTo>
                  <a:lnTo>
                    <a:pt x="2772209" y="141714"/>
                  </a:lnTo>
                  <a:lnTo>
                    <a:pt x="2785729" y="185267"/>
                  </a:lnTo>
                  <a:lnTo>
                    <a:pt x="2790444" y="232029"/>
                  </a:lnTo>
                  <a:lnTo>
                    <a:pt x="2790444" y="1863471"/>
                  </a:lnTo>
                  <a:lnTo>
                    <a:pt x="2785729" y="1910232"/>
                  </a:lnTo>
                  <a:lnTo>
                    <a:pt x="2772209" y="1953785"/>
                  </a:lnTo>
                  <a:lnTo>
                    <a:pt x="2750816" y="1993199"/>
                  </a:lnTo>
                  <a:lnTo>
                    <a:pt x="2722483" y="2027539"/>
                  </a:lnTo>
                  <a:lnTo>
                    <a:pt x="2688143" y="2055872"/>
                  </a:lnTo>
                  <a:lnTo>
                    <a:pt x="2648729" y="2077265"/>
                  </a:lnTo>
                  <a:lnTo>
                    <a:pt x="2605176" y="2090785"/>
                  </a:lnTo>
                  <a:lnTo>
                    <a:pt x="2558415" y="2095500"/>
                  </a:lnTo>
                  <a:lnTo>
                    <a:pt x="232028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블랙, 스크린샷, 어둠, 디자인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8976" y="3659447"/>
              <a:ext cx="563327" cy="5083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199125" y="3460242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31115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30"/>
                  </a:lnTo>
                  <a:lnTo>
                    <a:pt x="0" y="312674"/>
                  </a:lnTo>
                  <a:lnTo>
                    <a:pt x="4883" y="336917"/>
                  </a:lnTo>
                  <a:lnTo>
                    <a:pt x="18208" y="356695"/>
                  </a:lnTo>
                  <a:lnTo>
                    <a:pt x="37986" y="370020"/>
                  </a:lnTo>
                  <a:lnTo>
                    <a:pt x="62229" y="374904"/>
                  </a:lnTo>
                  <a:lnTo>
                    <a:pt x="311150" y="374904"/>
                  </a:lnTo>
                  <a:lnTo>
                    <a:pt x="335393" y="370020"/>
                  </a:lnTo>
                  <a:lnTo>
                    <a:pt x="355171" y="356695"/>
                  </a:lnTo>
                  <a:lnTo>
                    <a:pt x="368496" y="336917"/>
                  </a:lnTo>
                  <a:lnTo>
                    <a:pt x="373379" y="312674"/>
                  </a:lnTo>
                  <a:lnTo>
                    <a:pt x="373379" y="62230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199125" y="3460242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0" y="62230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79" y="62230"/>
                  </a:lnTo>
                  <a:lnTo>
                    <a:pt x="373379" y="312674"/>
                  </a:lnTo>
                  <a:lnTo>
                    <a:pt x="368496" y="336917"/>
                  </a:lnTo>
                  <a:lnTo>
                    <a:pt x="355171" y="356695"/>
                  </a:lnTo>
                  <a:lnTo>
                    <a:pt x="335393" y="370020"/>
                  </a:lnTo>
                  <a:lnTo>
                    <a:pt x="311150" y="374904"/>
                  </a:lnTo>
                  <a:lnTo>
                    <a:pt x="62229" y="374904"/>
                  </a:lnTo>
                  <a:lnTo>
                    <a:pt x="37986" y="370020"/>
                  </a:lnTo>
                  <a:lnTo>
                    <a:pt x="18208" y="356695"/>
                  </a:lnTo>
                  <a:lnTo>
                    <a:pt x="4883" y="336917"/>
                  </a:lnTo>
                  <a:lnTo>
                    <a:pt x="0" y="312674"/>
                  </a:lnTo>
                  <a:lnTo>
                    <a:pt x="0" y="62230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20639" y="3390900"/>
              <a:ext cx="536448" cy="5364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721095" y="3782568"/>
              <a:ext cx="360045" cy="196850"/>
            </a:xfrm>
            <a:custGeom>
              <a:avLst/>
              <a:gdLst/>
              <a:ahLst/>
              <a:cxnLst/>
              <a:rect l="l" t="t" r="r" b="b"/>
              <a:pathLst>
                <a:path w="360045" h="196850">
                  <a:moveTo>
                    <a:pt x="261365" y="0"/>
                  </a:moveTo>
                  <a:lnTo>
                    <a:pt x="261365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61365" y="147446"/>
                  </a:lnTo>
                  <a:lnTo>
                    <a:pt x="261365" y="196595"/>
                  </a:lnTo>
                  <a:lnTo>
                    <a:pt x="359663" y="98297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9126" y="3169684"/>
              <a:ext cx="270589" cy="318987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7147" y="3008376"/>
              <a:ext cx="315467" cy="313944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2661" y="4174000"/>
              <a:ext cx="269805" cy="318987"/>
            </a:xfrm>
            <a:prstGeom prst="rect">
              <a:avLst/>
            </a:prstGeom>
          </p:spPr>
        </p:pic>
        <p:pic>
          <p:nvPicPr>
            <p:cNvPr id="22" name="object 22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9527" y="4011168"/>
              <a:ext cx="315467" cy="315468"/>
            </a:xfrm>
            <a:prstGeom prst="rect">
              <a:avLst/>
            </a:prstGeom>
          </p:spPr>
        </p:pic>
        <p:pic>
          <p:nvPicPr>
            <p:cNvPr id="23" name="object 23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4070" y="3293128"/>
              <a:ext cx="270589" cy="318987"/>
            </a:xfrm>
            <a:prstGeom prst="rect">
              <a:avLst/>
            </a:prstGeom>
          </p:spPr>
        </p:pic>
        <p:pic>
          <p:nvPicPr>
            <p:cNvPr id="24" name="object 24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2091" y="3131820"/>
              <a:ext cx="313944" cy="313943"/>
            </a:xfrm>
            <a:prstGeom prst="rect">
              <a:avLst/>
            </a:prstGeom>
          </p:spPr>
        </p:pic>
        <p:pic>
          <p:nvPicPr>
            <p:cNvPr id="25" name="object 25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80047" y="3518916"/>
              <a:ext cx="525779" cy="525780"/>
            </a:xfrm>
            <a:prstGeom prst="rect">
              <a:avLst/>
            </a:prstGeom>
          </p:spPr>
        </p:pic>
        <p:pic>
          <p:nvPicPr>
            <p:cNvPr id="26" name="object 26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98563" y="3991356"/>
              <a:ext cx="524255" cy="525780"/>
            </a:xfrm>
            <a:prstGeom prst="rect">
              <a:avLst/>
            </a:prstGeom>
          </p:spPr>
        </p:pic>
        <p:pic>
          <p:nvPicPr>
            <p:cNvPr id="27" name="object 27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635751" y="3354311"/>
              <a:ext cx="485419" cy="483882"/>
            </a:xfrm>
            <a:prstGeom prst="rect">
              <a:avLst/>
            </a:prstGeom>
          </p:spPr>
        </p:pic>
        <p:pic>
          <p:nvPicPr>
            <p:cNvPr id="28" name="object 28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0400" y="3039850"/>
              <a:ext cx="221961" cy="261662"/>
            </a:xfrm>
            <a:prstGeom prst="rect">
              <a:avLst/>
            </a:prstGeom>
          </p:spPr>
        </p:pic>
        <p:pic>
          <p:nvPicPr>
            <p:cNvPr id="29" name="object 29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1351" y="2897124"/>
              <a:ext cx="257555" cy="257555"/>
            </a:xfrm>
            <a:prstGeom prst="rect">
              <a:avLst/>
            </a:prstGeom>
          </p:spPr>
        </p:pic>
        <p:pic>
          <p:nvPicPr>
            <p:cNvPr id="30" name="object 30" descr="블랙, 어둠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8407" y="2727960"/>
              <a:ext cx="1085088" cy="1085088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015744" y="4882641"/>
            <a:ext cx="22650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Arial"/>
                <a:cs typeface="Arial"/>
              </a:rPr>
              <a:t>Dynamic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80" b="1">
                <a:latin typeface="Arial"/>
                <a:cs typeface="Arial"/>
              </a:rPr>
              <a:t>Binary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85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80806" y="2744914"/>
            <a:ext cx="2662555" cy="2219325"/>
            <a:chOff x="1880806" y="2744914"/>
            <a:chExt cx="2662555" cy="2219325"/>
          </a:xfrm>
        </p:grpSpPr>
        <p:sp>
          <p:nvSpPr>
            <p:cNvPr id="33" name="object 33"/>
            <p:cNvSpPr/>
            <p:nvPr/>
          </p:nvSpPr>
          <p:spPr>
            <a:xfrm>
              <a:off x="1895094" y="2759201"/>
              <a:ext cx="2527300" cy="2095500"/>
            </a:xfrm>
            <a:custGeom>
              <a:avLst/>
              <a:gdLst/>
              <a:ahLst/>
              <a:cxnLst/>
              <a:rect l="l" t="t" r="r" b="b"/>
              <a:pathLst>
                <a:path w="2527300" h="2095500">
                  <a:moveTo>
                    <a:pt x="0" y="232028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9" y="0"/>
                  </a:lnTo>
                  <a:lnTo>
                    <a:pt x="2294763" y="0"/>
                  </a:lnTo>
                  <a:lnTo>
                    <a:pt x="2341524" y="4714"/>
                  </a:lnTo>
                  <a:lnTo>
                    <a:pt x="2385077" y="18234"/>
                  </a:lnTo>
                  <a:lnTo>
                    <a:pt x="2424491" y="39627"/>
                  </a:lnTo>
                  <a:lnTo>
                    <a:pt x="2458831" y="67960"/>
                  </a:lnTo>
                  <a:lnTo>
                    <a:pt x="2487164" y="102300"/>
                  </a:lnTo>
                  <a:lnTo>
                    <a:pt x="2508557" y="141714"/>
                  </a:lnTo>
                  <a:lnTo>
                    <a:pt x="2522077" y="185267"/>
                  </a:lnTo>
                  <a:lnTo>
                    <a:pt x="2526792" y="232028"/>
                  </a:lnTo>
                  <a:lnTo>
                    <a:pt x="2526792" y="1863471"/>
                  </a:lnTo>
                  <a:lnTo>
                    <a:pt x="2522077" y="1910232"/>
                  </a:lnTo>
                  <a:lnTo>
                    <a:pt x="2508557" y="1953785"/>
                  </a:lnTo>
                  <a:lnTo>
                    <a:pt x="2487164" y="1993199"/>
                  </a:lnTo>
                  <a:lnTo>
                    <a:pt x="2458831" y="2027539"/>
                  </a:lnTo>
                  <a:lnTo>
                    <a:pt x="2424491" y="2055872"/>
                  </a:lnTo>
                  <a:lnTo>
                    <a:pt x="2385077" y="2077265"/>
                  </a:lnTo>
                  <a:lnTo>
                    <a:pt x="2341524" y="2090785"/>
                  </a:lnTo>
                  <a:lnTo>
                    <a:pt x="2294763" y="2095500"/>
                  </a:lnTo>
                  <a:lnTo>
                    <a:pt x="232029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0520" y="3558179"/>
              <a:ext cx="188495" cy="18849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183636" y="3747515"/>
              <a:ext cx="360045" cy="196850"/>
            </a:xfrm>
            <a:custGeom>
              <a:avLst/>
              <a:gdLst/>
              <a:ahLst/>
              <a:cxnLst/>
              <a:rect l="l" t="t" r="r" b="b"/>
              <a:pathLst>
                <a:path w="360045" h="196850">
                  <a:moveTo>
                    <a:pt x="261365" y="0"/>
                  </a:moveTo>
                  <a:lnTo>
                    <a:pt x="261365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61365" y="147446"/>
                  </a:lnTo>
                  <a:lnTo>
                    <a:pt x="261365" y="196595"/>
                  </a:lnTo>
                  <a:lnTo>
                    <a:pt x="359663" y="98297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72280" y="3525392"/>
              <a:ext cx="447294" cy="506730"/>
            </a:xfrm>
            <a:prstGeom prst="rect">
              <a:avLst/>
            </a:prstGeom>
          </p:spPr>
        </p:pic>
        <p:pic>
          <p:nvPicPr>
            <p:cNvPr id="37" name="object 37" descr="블랙, 스크린샷, 어둠, 디자인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1536" y="3609155"/>
              <a:ext cx="563327" cy="508368"/>
            </a:xfrm>
            <a:prstGeom prst="rect">
              <a:avLst/>
            </a:prstGeom>
          </p:spPr>
        </p:pic>
        <p:pic>
          <p:nvPicPr>
            <p:cNvPr id="38" name="object 38" descr="블랙, 어둠이(가) 표시된 사진  자동 생성된 설명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18916" y="3939539"/>
              <a:ext cx="1024127" cy="1024128"/>
            </a:xfrm>
            <a:prstGeom prst="rect">
              <a:avLst/>
            </a:prstGeom>
          </p:spPr>
        </p:pic>
        <p:pic>
          <p:nvPicPr>
            <p:cNvPr id="39" name="object 39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63111" y="4026407"/>
              <a:ext cx="364236" cy="364236"/>
            </a:xfrm>
            <a:prstGeom prst="rect">
              <a:avLst/>
            </a:prstGeom>
          </p:spPr>
        </p:pic>
        <p:pic>
          <p:nvPicPr>
            <p:cNvPr id="40" name="object 40" descr="블랙, 어둠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2640" y="2869691"/>
              <a:ext cx="1085088" cy="1085087"/>
            </a:xfrm>
            <a:prstGeom prst="rect">
              <a:avLst/>
            </a:prstGeom>
          </p:spPr>
        </p:pic>
        <p:pic>
          <p:nvPicPr>
            <p:cNvPr id="41" name="object 41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99488" y="3017519"/>
              <a:ext cx="525780" cy="525779"/>
            </a:xfrm>
            <a:prstGeom prst="rect">
              <a:avLst/>
            </a:prstGeom>
          </p:spPr>
        </p:pic>
        <p:pic>
          <p:nvPicPr>
            <p:cNvPr id="42" name="object 42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5104" y="2959607"/>
              <a:ext cx="315468" cy="313944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859529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1150" y="0"/>
                  </a:moveTo>
                  <a:lnTo>
                    <a:pt x="62230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1150"/>
                  </a:lnTo>
                  <a:lnTo>
                    <a:pt x="4883" y="335393"/>
                  </a:lnTo>
                  <a:lnTo>
                    <a:pt x="18208" y="355171"/>
                  </a:lnTo>
                  <a:lnTo>
                    <a:pt x="37986" y="368496"/>
                  </a:lnTo>
                  <a:lnTo>
                    <a:pt x="62230" y="373379"/>
                  </a:lnTo>
                  <a:lnTo>
                    <a:pt x="311150" y="373379"/>
                  </a:lnTo>
                  <a:lnTo>
                    <a:pt x="335393" y="368496"/>
                  </a:lnTo>
                  <a:lnTo>
                    <a:pt x="355171" y="355171"/>
                  </a:lnTo>
                  <a:lnTo>
                    <a:pt x="368496" y="335393"/>
                  </a:lnTo>
                  <a:lnTo>
                    <a:pt x="373380" y="311150"/>
                  </a:lnTo>
                  <a:lnTo>
                    <a:pt x="373380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859529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30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80" y="62229"/>
                  </a:lnTo>
                  <a:lnTo>
                    <a:pt x="373380" y="311150"/>
                  </a:lnTo>
                  <a:lnTo>
                    <a:pt x="368496" y="335393"/>
                  </a:lnTo>
                  <a:lnTo>
                    <a:pt x="355171" y="355171"/>
                  </a:lnTo>
                  <a:lnTo>
                    <a:pt x="335393" y="368496"/>
                  </a:lnTo>
                  <a:lnTo>
                    <a:pt x="311150" y="373379"/>
                  </a:lnTo>
                  <a:lnTo>
                    <a:pt x="62230" y="373379"/>
                  </a:lnTo>
                  <a:lnTo>
                    <a:pt x="37986" y="368496"/>
                  </a:lnTo>
                  <a:lnTo>
                    <a:pt x="18208" y="355171"/>
                  </a:lnTo>
                  <a:lnTo>
                    <a:pt x="4883" y="335393"/>
                  </a:lnTo>
                  <a:lnTo>
                    <a:pt x="0" y="311150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81044" y="2825495"/>
              <a:ext cx="536448" cy="536448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31115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2674"/>
                  </a:lnTo>
                  <a:lnTo>
                    <a:pt x="4883" y="336917"/>
                  </a:lnTo>
                  <a:lnTo>
                    <a:pt x="18208" y="356695"/>
                  </a:lnTo>
                  <a:lnTo>
                    <a:pt x="37986" y="370020"/>
                  </a:lnTo>
                  <a:lnTo>
                    <a:pt x="62229" y="374903"/>
                  </a:lnTo>
                  <a:lnTo>
                    <a:pt x="311150" y="374903"/>
                  </a:lnTo>
                  <a:lnTo>
                    <a:pt x="335393" y="370020"/>
                  </a:lnTo>
                  <a:lnTo>
                    <a:pt x="355171" y="356695"/>
                  </a:lnTo>
                  <a:lnTo>
                    <a:pt x="368496" y="336917"/>
                  </a:lnTo>
                  <a:lnTo>
                    <a:pt x="373379" y="312674"/>
                  </a:lnTo>
                  <a:lnTo>
                    <a:pt x="373379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79" y="62229"/>
                  </a:lnTo>
                  <a:lnTo>
                    <a:pt x="373379" y="312674"/>
                  </a:lnTo>
                  <a:lnTo>
                    <a:pt x="368496" y="336917"/>
                  </a:lnTo>
                  <a:lnTo>
                    <a:pt x="355171" y="356695"/>
                  </a:lnTo>
                  <a:lnTo>
                    <a:pt x="335393" y="370020"/>
                  </a:lnTo>
                  <a:lnTo>
                    <a:pt x="311150" y="374903"/>
                  </a:lnTo>
                  <a:lnTo>
                    <a:pt x="62229" y="374903"/>
                  </a:lnTo>
                  <a:lnTo>
                    <a:pt x="37986" y="370020"/>
                  </a:lnTo>
                  <a:lnTo>
                    <a:pt x="18208" y="356695"/>
                  </a:lnTo>
                  <a:lnTo>
                    <a:pt x="4883" y="336917"/>
                  </a:lnTo>
                  <a:lnTo>
                    <a:pt x="0" y="312674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0" y="2881883"/>
              <a:ext cx="536448" cy="536448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3763517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312420" y="0"/>
                  </a:moveTo>
                  <a:lnTo>
                    <a:pt x="62484" y="0"/>
                  </a:lnTo>
                  <a:lnTo>
                    <a:pt x="38147" y="4905"/>
                  </a:lnTo>
                  <a:lnTo>
                    <a:pt x="18288" y="18287"/>
                  </a:lnTo>
                  <a:lnTo>
                    <a:pt x="4905" y="38147"/>
                  </a:lnTo>
                  <a:lnTo>
                    <a:pt x="0" y="62484"/>
                  </a:lnTo>
                  <a:lnTo>
                    <a:pt x="0" y="312419"/>
                  </a:lnTo>
                  <a:lnTo>
                    <a:pt x="4905" y="336756"/>
                  </a:lnTo>
                  <a:lnTo>
                    <a:pt x="18287" y="356615"/>
                  </a:lnTo>
                  <a:lnTo>
                    <a:pt x="38147" y="369998"/>
                  </a:lnTo>
                  <a:lnTo>
                    <a:pt x="62484" y="374903"/>
                  </a:lnTo>
                  <a:lnTo>
                    <a:pt x="312420" y="374903"/>
                  </a:lnTo>
                  <a:lnTo>
                    <a:pt x="336756" y="369998"/>
                  </a:lnTo>
                  <a:lnTo>
                    <a:pt x="356616" y="356615"/>
                  </a:lnTo>
                  <a:lnTo>
                    <a:pt x="369998" y="336756"/>
                  </a:lnTo>
                  <a:lnTo>
                    <a:pt x="374904" y="312419"/>
                  </a:lnTo>
                  <a:lnTo>
                    <a:pt x="374904" y="62484"/>
                  </a:lnTo>
                  <a:lnTo>
                    <a:pt x="369998" y="38147"/>
                  </a:lnTo>
                  <a:lnTo>
                    <a:pt x="356616" y="18287"/>
                  </a:lnTo>
                  <a:lnTo>
                    <a:pt x="336756" y="4905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763517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62484"/>
                  </a:moveTo>
                  <a:lnTo>
                    <a:pt x="4905" y="38147"/>
                  </a:lnTo>
                  <a:lnTo>
                    <a:pt x="18288" y="18287"/>
                  </a:lnTo>
                  <a:lnTo>
                    <a:pt x="38147" y="4905"/>
                  </a:lnTo>
                  <a:lnTo>
                    <a:pt x="62484" y="0"/>
                  </a:lnTo>
                  <a:lnTo>
                    <a:pt x="312420" y="0"/>
                  </a:lnTo>
                  <a:lnTo>
                    <a:pt x="336756" y="4905"/>
                  </a:lnTo>
                  <a:lnTo>
                    <a:pt x="356616" y="18287"/>
                  </a:lnTo>
                  <a:lnTo>
                    <a:pt x="369998" y="38147"/>
                  </a:lnTo>
                  <a:lnTo>
                    <a:pt x="374904" y="62484"/>
                  </a:lnTo>
                  <a:lnTo>
                    <a:pt x="374904" y="312419"/>
                  </a:lnTo>
                  <a:lnTo>
                    <a:pt x="369998" y="336756"/>
                  </a:lnTo>
                  <a:lnTo>
                    <a:pt x="356616" y="356615"/>
                  </a:lnTo>
                  <a:lnTo>
                    <a:pt x="336756" y="369998"/>
                  </a:lnTo>
                  <a:lnTo>
                    <a:pt x="312420" y="374903"/>
                  </a:lnTo>
                  <a:lnTo>
                    <a:pt x="62484" y="374903"/>
                  </a:lnTo>
                  <a:lnTo>
                    <a:pt x="38147" y="369998"/>
                  </a:lnTo>
                  <a:lnTo>
                    <a:pt x="18287" y="356615"/>
                  </a:lnTo>
                  <a:lnTo>
                    <a:pt x="4905" y="336756"/>
                  </a:lnTo>
                  <a:lnTo>
                    <a:pt x="0" y="312419"/>
                  </a:lnTo>
                  <a:lnTo>
                    <a:pt x="0" y="6248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86555" y="2942843"/>
              <a:ext cx="536448" cy="536448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04925"/>
            <a:ext cx="65627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latin typeface="Tahoma"/>
                <a:cs typeface="Tahoma"/>
              </a:rPr>
              <a:t>We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implement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root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cause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BENZENE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BENZENE</a:t>
            </a:r>
            <a:r>
              <a:rPr dirty="0" spc="-110"/>
              <a:t> </a:t>
            </a:r>
            <a:r>
              <a:rPr dirty="0" spc="80"/>
              <a:t>Overview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8431" y="2756916"/>
            <a:ext cx="624205" cy="710565"/>
            <a:chOff x="408431" y="2756916"/>
            <a:chExt cx="624205" cy="710565"/>
          </a:xfrm>
        </p:grpSpPr>
        <p:pic>
          <p:nvPicPr>
            <p:cNvPr id="5" name="object 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257" y="2996330"/>
              <a:ext cx="399217" cy="470622"/>
            </a:xfrm>
            <a:prstGeom prst="rect">
              <a:avLst/>
            </a:prstGeom>
          </p:spPr>
        </p:pic>
        <p:pic>
          <p:nvPicPr>
            <p:cNvPr id="6" name="object 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1" y="2756916"/>
              <a:ext cx="464819" cy="4648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0006" y="345376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Crash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 descr="블랙, 스크린샷, 어둠, 디자인이(가) 표시된 사진  자동 생성된 설명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584" y="4000823"/>
            <a:ext cx="563327" cy="508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0816" y="4459111"/>
            <a:ext cx="631825" cy="4826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spc="-10" b="1">
                <a:latin typeface="Arial"/>
                <a:cs typeface="Arial"/>
              </a:rPr>
              <a:t>Target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5744" y="4882641"/>
            <a:ext cx="22650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Arial"/>
                <a:cs typeface="Arial"/>
              </a:rPr>
              <a:t>Dynamic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80" b="1">
                <a:latin typeface="Arial"/>
                <a:cs typeface="Arial"/>
              </a:rPr>
              <a:t>Binary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85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30808" y="2744914"/>
            <a:ext cx="3412490" cy="2219325"/>
            <a:chOff x="1130808" y="2744914"/>
            <a:chExt cx="3412490" cy="2219325"/>
          </a:xfrm>
        </p:grpSpPr>
        <p:sp>
          <p:nvSpPr>
            <p:cNvPr id="12" name="object 12"/>
            <p:cNvSpPr/>
            <p:nvPr/>
          </p:nvSpPr>
          <p:spPr>
            <a:xfrm>
              <a:off x="1895094" y="2759201"/>
              <a:ext cx="2527300" cy="2095500"/>
            </a:xfrm>
            <a:custGeom>
              <a:avLst/>
              <a:gdLst/>
              <a:ahLst/>
              <a:cxnLst/>
              <a:rect l="l" t="t" r="r" b="b"/>
              <a:pathLst>
                <a:path w="2527300" h="2095500">
                  <a:moveTo>
                    <a:pt x="0" y="232028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9" y="0"/>
                  </a:lnTo>
                  <a:lnTo>
                    <a:pt x="2294763" y="0"/>
                  </a:lnTo>
                  <a:lnTo>
                    <a:pt x="2341524" y="4714"/>
                  </a:lnTo>
                  <a:lnTo>
                    <a:pt x="2385077" y="18234"/>
                  </a:lnTo>
                  <a:lnTo>
                    <a:pt x="2424491" y="39627"/>
                  </a:lnTo>
                  <a:lnTo>
                    <a:pt x="2458831" y="67960"/>
                  </a:lnTo>
                  <a:lnTo>
                    <a:pt x="2487164" y="102300"/>
                  </a:lnTo>
                  <a:lnTo>
                    <a:pt x="2508557" y="141714"/>
                  </a:lnTo>
                  <a:lnTo>
                    <a:pt x="2522077" y="185267"/>
                  </a:lnTo>
                  <a:lnTo>
                    <a:pt x="2526792" y="232028"/>
                  </a:lnTo>
                  <a:lnTo>
                    <a:pt x="2526792" y="1863471"/>
                  </a:lnTo>
                  <a:lnTo>
                    <a:pt x="2522077" y="1910232"/>
                  </a:lnTo>
                  <a:lnTo>
                    <a:pt x="2508557" y="1953785"/>
                  </a:lnTo>
                  <a:lnTo>
                    <a:pt x="2487164" y="1993199"/>
                  </a:lnTo>
                  <a:lnTo>
                    <a:pt x="2458831" y="2027539"/>
                  </a:lnTo>
                  <a:lnTo>
                    <a:pt x="2424491" y="2055872"/>
                  </a:lnTo>
                  <a:lnTo>
                    <a:pt x="2385077" y="2077265"/>
                  </a:lnTo>
                  <a:lnTo>
                    <a:pt x="2341524" y="2090785"/>
                  </a:lnTo>
                  <a:lnTo>
                    <a:pt x="2294763" y="2095500"/>
                  </a:lnTo>
                  <a:lnTo>
                    <a:pt x="232029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0519" y="3558179"/>
              <a:ext cx="188495" cy="1884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83636" y="3747515"/>
              <a:ext cx="360045" cy="196850"/>
            </a:xfrm>
            <a:custGeom>
              <a:avLst/>
              <a:gdLst/>
              <a:ahLst/>
              <a:cxnLst/>
              <a:rect l="l" t="t" r="r" b="b"/>
              <a:pathLst>
                <a:path w="360045" h="196850">
                  <a:moveTo>
                    <a:pt x="261365" y="0"/>
                  </a:moveTo>
                  <a:lnTo>
                    <a:pt x="261365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61365" y="147446"/>
                  </a:lnTo>
                  <a:lnTo>
                    <a:pt x="261365" y="196595"/>
                  </a:lnTo>
                  <a:lnTo>
                    <a:pt x="359663" y="98297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2281" y="3525392"/>
              <a:ext cx="447294" cy="506730"/>
            </a:xfrm>
            <a:prstGeom prst="rect">
              <a:avLst/>
            </a:prstGeom>
          </p:spPr>
        </p:pic>
        <p:pic>
          <p:nvPicPr>
            <p:cNvPr id="16" name="object 16" descr="블랙, 스크린샷, 어둠, 디자인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1536" y="3609155"/>
              <a:ext cx="563327" cy="508368"/>
            </a:xfrm>
            <a:prstGeom prst="rect">
              <a:avLst/>
            </a:prstGeom>
          </p:spPr>
        </p:pic>
        <p:pic>
          <p:nvPicPr>
            <p:cNvPr id="17" name="object 17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8915" y="3939539"/>
              <a:ext cx="1024127" cy="1024128"/>
            </a:xfrm>
            <a:prstGeom prst="rect">
              <a:avLst/>
            </a:prstGeom>
          </p:spPr>
        </p:pic>
        <p:pic>
          <p:nvPicPr>
            <p:cNvPr id="18" name="object 18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3112" y="4026407"/>
              <a:ext cx="364236" cy="364236"/>
            </a:xfrm>
            <a:prstGeom prst="rect">
              <a:avLst/>
            </a:prstGeom>
          </p:spPr>
        </p:pic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2640" y="2869691"/>
              <a:ext cx="1085088" cy="1085087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9488" y="3017519"/>
              <a:ext cx="525780" cy="525779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5104" y="2959607"/>
              <a:ext cx="315468" cy="3139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59530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1150" y="0"/>
                  </a:moveTo>
                  <a:lnTo>
                    <a:pt x="62230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1150"/>
                  </a:lnTo>
                  <a:lnTo>
                    <a:pt x="4883" y="335393"/>
                  </a:lnTo>
                  <a:lnTo>
                    <a:pt x="18208" y="355171"/>
                  </a:lnTo>
                  <a:lnTo>
                    <a:pt x="37986" y="368496"/>
                  </a:lnTo>
                  <a:lnTo>
                    <a:pt x="62230" y="373379"/>
                  </a:lnTo>
                  <a:lnTo>
                    <a:pt x="311150" y="373379"/>
                  </a:lnTo>
                  <a:lnTo>
                    <a:pt x="335393" y="368496"/>
                  </a:lnTo>
                  <a:lnTo>
                    <a:pt x="355171" y="355171"/>
                  </a:lnTo>
                  <a:lnTo>
                    <a:pt x="368496" y="335393"/>
                  </a:lnTo>
                  <a:lnTo>
                    <a:pt x="373380" y="311150"/>
                  </a:lnTo>
                  <a:lnTo>
                    <a:pt x="373380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859530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30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80" y="62229"/>
                  </a:lnTo>
                  <a:lnTo>
                    <a:pt x="373380" y="311150"/>
                  </a:lnTo>
                  <a:lnTo>
                    <a:pt x="368496" y="335393"/>
                  </a:lnTo>
                  <a:lnTo>
                    <a:pt x="355171" y="355171"/>
                  </a:lnTo>
                  <a:lnTo>
                    <a:pt x="335393" y="368496"/>
                  </a:lnTo>
                  <a:lnTo>
                    <a:pt x="311150" y="373379"/>
                  </a:lnTo>
                  <a:lnTo>
                    <a:pt x="62230" y="373379"/>
                  </a:lnTo>
                  <a:lnTo>
                    <a:pt x="37986" y="368496"/>
                  </a:lnTo>
                  <a:lnTo>
                    <a:pt x="18208" y="355171"/>
                  </a:lnTo>
                  <a:lnTo>
                    <a:pt x="4883" y="335393"/>
                  </a:lnTo>
                  <a:lnTo>
                    <a:pt x="0" y="311150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043" y="2825495"/>
              <a:ext cx="536448" cy="53644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31115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2674"/>
                  </a:lnTo>
                  <a:lnTo>
                    <a:pt x="4883" y="336917"/>
                  </a:lnTo>
                  <a:lnTo>
                    <a:pt x="18208" y="356695"/>
                  </a:lnTo>
                  <a:lnTo>
                    <a:pt x="37986" y="370020"/>
                  </a:lnTo>
                  <a:lnTo>
                    <a:pt x="62229" y="374903"/>
                  </a:lnTo>
                  <a:lnTo>
                    <a:pt x="311150" y="374903"/>
                  </a:lnTo>
                  <a:lnTo>
                    <a:pt x="335393" y="370020"/>
                  </a:lnTo>
                  <a:lnTo>
                    <a:pt x="355171" y="356695"/>
                  </a:lnTo>
                  <a:lnTo>
                    <a:pt x="368496" y="336917"/>
                  </a:lnTo>
                  <a:lnTo>
                    <a:pt x="373379" y="312674"/>
                  </a:lnTo>
                  <a:lnTo>
                    <a:pt x="373379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79" y="62229"/>
                  </a:lnTo>
                  <a:lnTo>
                    <a:pt x="373379" y="312674"/>
                  </a:lnTo>
                  <a:lnTo>
                    <a:pt x="368496" y="336917"/>
                  </a:lnTo>
                  <a:lnTo>
                    <a:pt x="355171" y="356695"/>
                  </a:lnTo>
                  <a:lnTo>
                    <a:pt x="335393" y="370020"/>
                  </a:lnTo>
                  <a:lnTo>
                    <a:pt x="311150" y="374903"/>
                  </a:lnTo>
                  <a:lnTo>
                    <a:pt x="62229" y="374903"/>
                  </a:lnTo>
                  <a:lnTo>
                    <a:pt x="37986" y="370020"/>
                  </a:lnTo>
                  <a:lnTo>
                    <a:pt x="18208" y="356695"/>
                  </a:lnTo>
                  <a:lnTo>
                    <a:pt x="4883" y="336917"/>
                  </a:lnTo>
                  <a:lnTo>
                    <a:pt x="0" y="312674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3800" y="2881883"/>
              <a:ext cx="536448" cy="5364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63518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312420" y="0"/>
                  </a:moveTo>
                  <a:lnTo>
                    <a:pt x="62484" y="0"/>
                  </a:lnTo>
                  <a:lnTo>
                    <a:pt x="38147" y="4905"/>
                  </a:lnTo>
                  <a:lnTo>
                    <a:pt x="18288" y="18287"/>
                  </a:lnTo>
                  <a:lnTo>
                    <a:pt x="4905" y="38147"/>
                  </a:lnTo>
                  <a:lnTo>
                    <a:pt x="0" y="62484"/>
                  </a:lnTo>
                  <a:lnTo>
                    <a:pt x="0" y="312419"/>
                  </a:lnTo>
                  <a:lnTo>
                    <a:pt x="4905" y="336756"/>
                  </a:lnTo>
                  <a:lnTo>
                    <a:pt x="18287" y="356615"/>
                  </a:lnTo>
                  <a:lnTo>
                    <a:pt x="38147" y="369998"/>
                  </a:lnTo>
                  <a:lnTo>
                    <a:pt x="62484" y="374903"/>
                  </a:lnTo>
                  <a:lnTo>
                    <a:pt x="312420" y="374903"/>
                  </a:lnTo>
                  <a:lnTo>
                    <a:pt x="336756" y="369998"/>
                  </a:lnTo>
                  <a:lnTo>
                    <a:pt x="356616" y="356615"/>
                  </a:lnTo>
                  <a:lnTo>
                    <a:pt x="369998" y="336756"/>
                  </a:lnTo>
                  <a:lnTo>
                    <a:pt x="374904" y="312419"/>
                  </a:lnTo>
                  <a:lnTo>
                    <a:pt x="374904" y="62484"/>
                  </a:lnTo>
                  <a:lnTo>
                    <a:pt x="369998" y="38147"/>
                  </a:lnTo>
                  <a:lnTo>
                    <a:pt x="356616" y="18287"/>
                  </a:lnTo>
                  <a:lnTo>
                    <a:pt x="336756" y="4905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763518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62484"/>
                  </a:moveTo>
                  <a:lnTo>
                    <a:pt x="4905" y="38147"/>
                  </a:lnTo>
                  <a:lnTo>
                    <a:pt x="18288" y="18287"/>
                  </a:lnTo>
                  <a:lnTo>
                    <a:pt x="38147" y="4905"/>
                  </a:lnTo>
                  <a:lnTo>
                    <a:pt x="62484" y="0"/>
                  </a:lnTo>
                  <a:lnTo>
                    <a:pt x="312420" y="0"/>
                  </a:lnTo>
                  <a:lnTo>
                    <a:pt x="336756" y="4905"/>
                  </a:lnTo>
                  <a:lnTo>
                    <a:pt x="356616" y="18287"/>
                  </a:lnTo>
                  <a:lnTo>
                    <a:pt x="369998" y="38147"/>
                  </a:lnTo>
                  <a:lnTo>
                    <a:pt x="374904" y="62484"/>
                  </a:lnTo>
                  <a:lnTo>
                    <a:pt x="374904" y="312419"/>
                  </a:lnTo>
                  <a:lnTo>
                    <a:pt x="369998" y="336756"/>
                  </a:lnTo>
                  <a:lnTo>
                    <a:pt x="356616" y="356615"/>
                  </a:lnTo>
                  <a:lnTo>
                    <a:pt x="336756" y="369998"/>
                  </a:lnTo>
                  <a:lnTo>
                    <a:pt x="312420" y="374903"/>
                  </a:lnTo>
                  <a:lnTo>
                    <a:pt x="62484" y="374903"/>
                  </a:lnTo>
                  <a:lnTo>
                    <a:pt x="38147" y="369998"/>
                  </a:lnTo>
                  <a:lnTo>
                    <a:pt x="18287" y="356615"/>
                  </a:lnTo>
                  <a:lnTo>
                    <a:pt x="4905" y="336756"/>
                  </a:lnTo>
                  <a:lnTo>
                    <a:pt x="0" y="312419"/>
                  </a:lnTo>
                  <a:lnTo>
                    <a:pt x="0" y="6248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86556" y="2942843"/>
              <a:ext cx="536448" cy="536448"/>
            </a:xfrm>
            <a:prstGeom prst="rect">
              <a:avLst/>
            </a:prstGeom>
          </p:spPr>
        </p:pic>
        <p:pic>
          <p:nvPicPr>
            <p:cNvPr id="31" name="object 31" descr="블랙, 어둠이(가) 표시된 사진  자동 생성된 설명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0808" y="3428999"/>
              <a:ext cx="763523" cy="862583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7665910" y="2740342"/>
            <a:ext cx="2712720" cy="2124075"/>
            <a:chOff x="7665910" y="2740342"/>
            <a:chExt cx="2712720" cy="2124075"/>
          </a:xfrm>
        </p:grpSpPr>
        <p:sp>
          <p:nvSpPr>
            <p:cNvPr id="33" name="object 33"/>
            <p:cNvSpPr/>
            <p:nvPr/>
          </p:nvSpPr>
          <p:spPr>
            <a:xfrm>
              <a:off x="7680197" y="2754629"/>
              <a:ext cx="2684145" cy="2095500"/>
            </a:xfrm>
            <a:custGeom>
              <a:avLst/>
              <a:gdLst/>
              <a:ahLst/>
              <a:cxnLst/>
              <a:rect l="l" t="t" r="r" b="b"/>
              <a:pathLst>
                <a:path w="2684145" h="2095500">
                  <a:moveTo>
                    <a:pt x="0" y="232029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8" y="0"/>
                  </a:lnTo>
                  <a:lnTo>
                    <a:pt x="2451734" y="0"/>
                  </a:lnTo>
                  <a:lnTo>
                    <a:pt x="2498496" y="4714"/>
                  </a:lnTo>
                  <a:lnTo>
                    <a:pt x="2542049" y="18234"/>
                  </a:lnTo>
                  <a:lnTo>
                    <a:pt x="2581463" y="39627"/>
                  </a:lnTo>
                  <a:lnTo>
                    <a:pt x="2615803" y="67960"/>
                  </a:lnTo>
                  <a:lnTo>
                    <a:pt x="2644136" y="102300"/>
                  </a:lnTo>
                  <a:lnTo>
                    <a:pt x="2665529" y="141714"/>
                  </a:lnTo>
                  <a:lnTo>
                    <a:pt x="2679049" y="185267"/>
                  </a:lnTo>
                  <a:lnTo>
                    <a:pt x="2683763" y="232029"/>
                  </a:lnTo>
                  <a:lnTo>
                    <a:pt x="2683763" y="1863471"/>
                  </a:lnTo>
                  <a:lnTo>
                    <a:pt x="2679049" y="1910232"/>
                  </a:lnTo>
                  <a:lnTo>
                    <a:pt x="2665529" y="1953785"/>
                  </a:lnTo>
                  <a:lnTo>
                    <a:pt x="2644136" y="1993199"/>
                  </a:lnTo>
                  <a:lnTo>
                    <a:pt x="2615803" y="2027539"/>
                  </a:lnTo>
                  <a:lnTo>
                    <a:pt x="2581463" y="2055872"/>
                  </a:lnTo>
                  <a:lnTo>
                    <a:pt x="2542049" y="2077265"/>
                  </a:lnTo>
                  <a:lnTo>
                    <a:pt x="2498496" y="2090785"/>
                  </a:lnTo>
                  <a:lnTo>
                    <a:pt x="2451734" y="2095500"/>
                  </a:lnTo>
                  <a:lnTo>
                    <a:pt x="232028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7239" y="3326656"/>
              <a:ext cx="270589" cy="318987"/>
            </a:xfrm>
            <a:prstGeom prst="rect">
              <a:avLst/>
            </a:prstGeom>
          </p:spPr>
        </p:pic>
        <p:pic>
          <p:nvPicPr>
            <p:cNvPr id="35" name="object 35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5259" y="3163823"/>
              <a:ext cx="315468" cy="31394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67749" y="3188969"/>
              <a:ext cx="624840" cy="1165860"/>
            </a:xfrm>
            <a:custGeom>
              <a:avLst/>
              <a:gdLst/>
              <a:ahLst/>
              <a:cxnLst/>
              <a:rect l="l" t="t" r="r" b="b"/>
              <a:pathLst>
                <a:path w="624840" h="1165860">
                  <a:moveTo>
                    <a:pt x="520700" y="0"/>
                  </a:moveTo>
                  <a:lnTo>
                    <a:pt x="104140" y="0"/>
                  </a:lnTo>
                  <a:lnTo>
                    <a:pt x="63597" y="8181"/>
                  </a:lnTo>
                  <a:lnTo>
                    <a:pt x="30495" y="30495"/>
                  </a:lnTo>
                  <a:lnTo>
                    <a:pt x="8181" y="63597"/>
                  </a:lnTo>
                  <a:lnTo>
                    <a:pt x="0" y="104139"/>
                  </a:lnTo>
                  <a:lnTo>
                    <a:pt x="0" y="1061719"/>
                  </a:lnTo>
                  <a:lnTo>
                    <a:pt x="8181" y="1102262"/>
                  </a:lnTo>
                  <a:lnTo>
                    <a:pt x="30495" y="1135364"/>
                  </a:lnTo>
                  <a:lnTo>
                    <a:pt x="63597" y="1157678"/>
                  </a:lnTo>
                  <a:lnTo>
                    <a:pt x="104140" y="1165859"/>
                  </a:lnTo>
                  <a:lnTo>
                    <a:pt x="520700" y="1165859"/>
                  </a:lnTo>
                  <a:lnTo>
                    <a:pt x="561242" y="1157678"/>
                  </a:lnTo>
                  <a:lnTo>
                    <a:pt x="594344" y="1135364"/>
                  </a:lnTo>
                  <a:lnTo>
                    <a:pt x="616658" y="1102262"/>
                  </a:lnTo>
                  <a:lnTo>
                    <a:pt x="624840" y="1061719"/>
                  </a:lnTo>
                  <a:lnTo>
                    <a:pt x="624840" y="104139"/>
                  </a:lnTo>
                  <a:lnTo>
                    <a:pt x="616658" y="63597"/>
                  </a:lnTo>
                  <a:lnTo>
                    <a:pt x="594344" y="30495"/>
                  </a:lnTo>
                  <a:lnTo>
                    <a:pt x="561242" y="8181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67749" y="3188969"/>
              <a:ext cx="624840" cy="1165860"/>
            </a:xfrm>
            <a:custGeom>
              <a:avLst/>
              <a:gdLst/>
              <a:ahLst/>
              <a:cxnLst/>
              <a:rect l="l" t="t" r="r" b="b"/>
              <a:pathLst>
                <a:path w="624840" h="1165860">
                  <a:moveTo>
                    <a:pt x="0" y="104139"/>
                  </a:moveTo>
                  <a:lnTo>
                    <a:pt x="8181" y="63597"/>
                  </a:lnTo>
                  <a:lnTo>
                    <a:pt x="30495" y="30495"/>
                  </a:lnTo>
                  <a:lnTo>
                    <a:pt x="63597" y="8181"/>
                  </a:lnTo>
                  <a:lnTo>
                    <a:pt x="104140" y="0"/>
                  </a:lnTo>
                  <a:lnTo>
                    <a:pt x="520700" y="0"/>
                  </a:lnTo>
                  <a:lnTo>
                    <a:pt x="561242" y="8181"/>
                  </a:lnTo>
                  <a:lnTo>
                    <a:pt x="594344" y="30495"/>
                  </a:lnTo>
                  <a:lnTo>
                    <a:pt x="616658" y="63597"/>
                  </a:lnTo>
                  <a:lnTo>
                    <a:pt x="624840" y="104139"/>
                  </a:lnTo>
                  <a:lnTo>
                    <a:pt x="624840" y="1061719"/>
                  </a:lnTo>
                  <a:lnTo>
                    <a:pt x="616658" y="1102262"/>
                  </a:lnTo>
                  <a:lnTo>
                    <a:pt x="594344" y="1135364"/>
                  </a:lnTo>
                  <a:lnTo>
                    <a:pt x="561242" y="1157678"/>
                  </a:lnTo>
                  <a:lnTo>
                    <a:pt x="520700" y="1165859"/>
                  </a:lnTo>
                  <a:lnTo>
                    <a:pt x="104140" y="1165859"/>
                  </a:lnTo>
                  <a:lnTo>
                    <a:pt x="63597" y="1157678"/>
                  </a:lnTo>
                  <a:lnTo>
                    <a:pt x="30495" y="1135364"/>
                  </a:lnTo>
                  <a:lnTo>
                    <a:pt x="8181" y="1102262"/>
                  </a:lnTo>
                  <a:lnTo>
                    <a:pt x="0" y="1061719"/>
                  </a:lnTo>
                  <a:lnTo>
                    <a:pt x="0" y="10413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828278" y="3209188"/>
            <a:ext cx="304800" cy="102743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245"/>
              </a:spcBef>
            </a:pPr>
            <a:r>
              <a:rPr dirty="0" sz="1600" spc="-25">
                <a:latin typeface="Cambria Math"/>
                <a:cs typeface="Cambria Math"/>
              </a:rPr>
              <a:t>𝒑</a:t>
            </a:r>
            <a:r>
              <a:rPr dirty="0" baseline="-14492" sz="1725" spc="-37">
                <a:latin typeface="Cambria Math"/>
                <a:cs typeface="Cambria Math"/>
              </a:rPr>
              <a:t>𝟏</a:t>
            </a:r>
            <a:endParaRPr baseline="-14492" sz="1725">
              <a:latin typeface="Cambria Math"/>
              <a:cs typeface="Cambria Math"/>
            </a:endParaRPr>
          </a:p>
          <a:p>
            <a:pPr marL="48895">
              <a:lnSpc>
                <a:spcPct val="100000"/>
              </a:lnSpc>
              <a:spcBef>
                <a:spcPts val="150"/>
              </a:spcBef>
            </a:pPr>
            <a:r>
              <a:rPr dirty="0" sz="1600" spc="-25">
                <a:latin typeface="Cambria Math"/>
                <a:cs typeface="Cambria Math"/>
              </a:rPr>
              <a:t>𝒑</a:t>
            </a:r>
            <a:r>
              <a:rPr dirty="0" baseline="-14492" sz="1725" spc="-37">
                <a:latin typeface="Cambria Math"/>
                <a:cs typeface="Cambria Math"/>
              </a:rPr>
              <a:t>𝟐</a:t>
            </a:r>
            <a:endParaRPr baseline="-14492" sz="1725">
              <a:latin typeface="Cambria Math"/>
              <a:cs typeface="Cambria Math"/>
            </a:endParaRPr>
          </a:p>
          <a:p>
            <a:pPr marL="48895">
              <a:lnSpc>
                <a:spcPct val="100000"/>
              </a:lnSpc>
              <a:spcBef>
                <a:spcPts val="250"/>
              </a:spcBef>
            </a:pPr>
            <a:r>
              <a:rPr dirty="0" sz="1600" spc="-25">
                <a:latin typeface="Cambria Math"/>
                <a:cs typeface="Cambria Math"/>
              </a:rPr>
              <a:t>𝒑</a:t>
            </a:r>
            <a:r>
              <a:rPr dirty="0" baseline="-14492" sz="1725" spc="-37">
                <a:latin typeface="Cambria Math"/>
                <a:cs typeface="Cambria Math"/>
              </a:rPr>
              <a:t>𝟑</a:t>
            </a:r>
            <a:endParaRPr baseline="-14492" sz="17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dirty="0" sz="1100" spc="-25" b="1">
                <a:latin typeface="Consolas"/>
                <a:cs typeface="Consolas"/>
              </a:rPr>
              <a:t>...</a:t>
            </a:r>
            <a:endParaRPr sz="1100">
              <a:latin typeface="Consolas"/>
              <a:cs typeface="Consola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59431" y="3421036"/>
            <a:ext cx="2291715" cy="829944"/>
            <a:chOff x="7959431" y="3421036"/>
            <a:chExt cx="2291715" cy="829944"/>
          </a:xfrm>
        </p:grpSpPr>
        <p:pic>
          <p:nvPicPr>
            <p:cNvPr id="40" name="object 40" descr="블랙, 어둠이(가) 표시된 사진  자동 생성된 설명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15157" y="3421036"/>
              <a:ext cx="535609" cy="53560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360408" y="3668267"/>
              <a:ext cx="271780" cy="196850"/>
            </a:xfrm>
            <a:custGeom>
              <a:avLst/>
              <a:gdLst/>
              <a:ahLst/>
              <a:cxnLst/>
              <a:rect l="l" t="t" r="r" b="b"/>
              <a:pathLst>
                <a:path w="271779" h="196850">
                  <a:moveTo>
                    <a:pt x="172974" y="0"/>
                  </a:moveTo>
                  <a:lnTo>
                    <a:pt x="172974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172974" y="147446"/>
                  </a:lnTo>
                  <a:lnTo>
                    <a:pt x="172974" y="196595"/>
                  </a:lnTo>
                  <a:lnTo>
                    <a:pt x="271272" y="98297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9431" y="3931683"/>
              <a:ext cx="270589" cy="31898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345424" y="3668267"/>
              <a:ext cx="271780" cy="196850"/>
            </a:xfrm>
            <a:custGeom>
              <a:avLst/>
              <a:gdLst/>
              <a:ahLst/>
              <a:cxnLst/>
              <a:rect l="l" t="t" r="r" b="b"/>
              <a:pathLst>
                <a:path w="271779" h="196850">
                  <a:moveTo>
                    <a:pt x="172974" y="0"/>
                  </a:moveTo>
                  <a:lnTo>
                    <a:pt x="172974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172974" y="147446"/>
                  </a:lnTo>
                  <a:lnTo>
                    <a:pt x="172974" y="196595"/>
                  </a:lnTo>
                  <a:lnTo>
                    <a:pt x="271272" y="98297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블랙, 어둠이(가) 표시된 사진  자동 생성된 설명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7616" y="3459479"/>
              <a:ext cx="233172" cy="234696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984997" y="3655314"/>
            <a:ext cx="223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 b="1">
                <a:latin typeface="Arial"/>
                <a:cs typeface="Arial"/>
              </a:rPr>
              <a:t>v</a:t>
            </a:r>
            <a:r>
              <a:rPr dirty="0" cap="small" sz="1200" spc="-35" b="1">
                <a:latin typeface="Arial"/>
                <a:cs typeface="Arial"/>
              </a:rPr>
              <a:t>s</a:t>
            </a:r>
            <a:r>
              <a:rPr dirty="0" sz="1200" spc="-35" b="1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93202" y="4909820"/>
            <a:ext cx="1899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Root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60" b="1">
                <a:latin typeface="Arial"/>
                <a:cs typeface="Arial"/>
              </a:rPr>
              <a:t>Cause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90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746116" y="4909820"/>
            <a:ext cx="26917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latin typeface="Arial"/>
                <a:cs typeface="Arial"/>
              </a:rPr>
              <a:t>Program </a:t>
            </a:r>
            <a:r>
              <a:rPr dirty="0" sz="1600" spc="-60" b="1">
                <a:latin typeface="Arial"/>
                <a:cs typeface="Arial"/>
              </a:rPr>
              <a:t>Behavior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35" b="1">
                <a:latin typeface="Arial"/>
                <a:cs typeface="Arial"/>
              </a:rPr>
              <a:t>Collection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656010" y="2727960"/>
            <a:ext cx="2819400" cy="2136775"/>
            <a:chOff x="4656010" y="2727960"/>
            <a:chExt cx="2819400" cy="2136775"/>
          </a:xfrm>
        </p:grpSpPr>
        <p:sp>
          <p:nvSpPr>
            <p:cNvPr id="49" name="object 49"/>
            <p:cNvSpPr/>
            <p:nvPr/>
          </p:nvSpPr>
          <p:spPr>
            <a:xfrm>
              <a:off x="4670297" y="2754630"/>
              <a:ext cx="2790825" cy="2095500"/>
            </a:xfrm>
            <a:custGeom>
              <a:avLst/>
              <a:gdLst/>
              <a:ahLst/>
              <a:cxnLst/>
              <a:rect l="l" t="t" r="r" b="b"/>
              <a:pathLst>
                <a:path w="2790825" h="2095500">
                  <a:moveTo>
                    <a:pt x="0" y="232029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8" y="0"/>
                  </a:lnTo>
                  <a:lnTo>
                    <a:pt x="2558415" y="0"/>
                  </a:lnTo>
                  <a:lnTo>
                    <a:pt x="2605176" y="4714"/>
                  </a:lnTo>
                  <a:lnTo>
                    <a:pt x="2648729" y="18234"/>
                  </a:lnTo>
                  <a:lnTo>
                    <a:pt x="2688143" y="39627"/>
                  </a:lnTo>
                  <a:lnTo>
                    <a:pt x="2722483" y="67960"/>
                  </a:lnTo>
                  <a:lnTo>
                    <a:pt x="2750816" y="102300"/>
                  </a:lnTo>
                  <a:lnTo>
                    <a:pt x="2772209" y="141714"/>
                  </a:lnTo>
                  <a:lnTo>
                    <a:pt x="2785729" y="185267"/>
                  </a:lnTo>
                  <a:lnTo>
                    <a:pt x="2790444" y="232029"/>
                  </a:lnTo>
                  <a:lnTo>
                    <a:pt x="2790444" y="1863471"/>
                  </a:lnTo>
                  <a:lnTo>
                    <a:pt x="2785729" y="1910232"/>
                  </a:lnTo>
                  <a:lnTo>
                    <a:pt x="2772209" y="1953785"/>
                  </a:lnTo>
                  <a:lnTo>
                    <a:pt x="2750816" y="1993199"/>
                  </a:lnTo>
                  <a:lnTo>
                    <a:pt x="2722483" y="2027539"/>
                  </a:lnTo>
                  <a:lnTo>
                    <a:pt x="2688143" y="2055872"/>
                  </a:lnTo>
                  <a:lnTo>
                    <a:pt x="2648729" y="2077265"/>
                  </a:lnTo>
                  <a:lnTo>
                    <a:pt x="2605176" y="2090785"/>
                  </a:lnTo>
                  <a:lnTo>
                    <a:pt x="2558415" y="2095500"/>
                  </a:lnTo>
                  <a:lnTo>
                    <a:pt x="232028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블랙, 스크린샷, 어둠, 디자인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8976" y="3659447"/>
              <a:ext cx="563327" cy="508368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199125" y="3460242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31115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30"/>
                  </a:lnTo>
                  <a:lnTo>
                    <a:pt x="0" y="312674"/>
                  </a:lnTo>
                  <a:lnTo>
                    <a:pt x="4883" y="336917"/>
                  </a:lnTo>
                  <a:lnTo>
                    <a:pt x="18208" y="356695"/>
                  </a:lnTo>
                  <a:lnTo>
                    <a:pt x="37986" y="370020"/>
                  </a:lnTo>
                  <a:lnTo>
                    <a:pt x="62229" y="374904"/>
                  </a:lnTo>
                  <a:lnTo>
                    <a:pt x="311150" y="374904"/>
                  </a:lnTo>
                  <a:lnTo>
                    <a:pt x="335393" y="370020"/>
                  </a:lnTo>
                  <a:lnTo>
                    <a:pt x="355171" y="356695"/>
                  </a:lnTo>
                  <a:lnTo>
                    <a:pt x="368496" y="336917"/>
                  </a:lnTo>
                  <a:lnTo>
                    <a:pt x="373379" y="312674"/>
                  </a:lnTo>
                  <a:lnTo>
                    <a:pt x="373379" y="62230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199125" y="3460242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0" y="62230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79" y="62230"/>
                  </a:lnTo>
                  <a:lnTo>
                    <a:pt x="373379" y="312674"/>
                  </a:lnTo>
                  <a:lnTo>
                    <a:pt x="368496" y="336917"/>
                  </a:lnTo>
                  <a:lnTo>
                    <a:pt x="355171" y="356695"/>
                  </a:lnTo>
                  <a:lnTo>
                    <a:pt x="335393" y="370020"/>
                  </a:lnTo>
                  <a:lnTo>
                    <a:pt x="311150" y="374904"/>
                  </a:lnTo>
                  <a:lnTo>
                    <a:pt x="62229" y="374904"/>
                  </a:lnTo>
                  <a:lnTo>
                    <a:pt x="37986" y="370020"/>
                  </a:lnTo>
                  <a:lnTo>
                    <a:pt x="18208" y="356695"/>
                  </a:lnTo>
                  <a:lnTo>
                    <a:pt x="4883" y="336917"/>
                  </a:lnTo>
                  <a:lnTo>
                    <a:pt x="0" y="312674"/>
                  </a:lnTo>
                  <a:lnTo>
                    <a:pt x="0" y="62230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0639" y="3390900"/>
              <a:ext cx="536448" cy="53644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721095" y="3782568"/>
              <a:ext cx="360045" cy="196850"/>
            </a:xfrm>
            <a:custGeom>
              <a:avLst/>
              <a:gdLst/>
              <a:ahLst/>
              <a:cxnLst/>
              <a:rect l="l" t="t" r="r" b="b"/>
              <a:pathLst>
                <a:path w="360045" h="196850">
                  <a:moveTo>
                    <a:pt x="261365" y="0"/>
                  </a:moveTo>
                  <a:lnTo>
                    <a:pt x="261365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61365" y="147446"/>
                  </a:lnTo>
                  <a:lnTo>
                    <a:pt x="261365" y="196595"/>
                  </a:lnTo>
                  <a:lnTo>
                    <a:pt x="359663" y="98297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9126" y="3169684"/>
              <a:ext cx="270589" cy="318987"/>
            </a:xfrm>
            <a:prstGeom prst="rect">
              <a:avLst/>
            </a:prstGeom>
          </p:spPr>
        </p:pic>
        <p:pic>
          <p:nvPicPr>
            <p:cNvPr id="56" name="object 5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7147" y="3008376"/>
              <a:ext cx="315467" cy="313944"/>
            </a:xfrm>
            <a:prstGeom prst="rect">
              <a:avLst/>
            </a:prstGeom>
          </p:spPr>
        </p:pic>
        <p:pic>
          <p:nvPicPr>
            <p:cNvPr id="57" name="object 57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2661" y="4174000"/>
              <a:ext cx="269805" cy="318987"/>
            </a:xfrm>
            <a:prstGeom prst="rect">
              <a:avLst/>
            </a:prstGeom>
          </p:spPr>
        </p:pic>
        <p:pic>
          <p:nvPicPr>
            <p:cNvPr id="58" name="object 58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9527" y="4011168"/>
              <a:ext cx="315467" cy="315468"/>
            </a:xfrm>
            <a:prstGeom prst="rect">
              <a:avLst/>
            </a:prstGeom>
          </p:spPr>
        </p:pic>
        <p:pic>
          <p:nvPicPr>
            <p:cNvPr id="59" name="object 59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4070" y="3293128"/>
              <a:ext cx="270589" cy="318987"/>
            </a:xfrm>
            <a:prstGeom prst="rect">
              <a:avLst/>
            </a:prstGeom>
          </p:spPr>
        </p:pic>
        <p:pic>
          <p:nvPicPr>
            <p:cNvPr id="60" name="object 60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2091" y="3131820"/>
              <a:ext cx="313944" cy="313943"/>
            </a:xfrm>
            <a:prstGeom prst="rect">
              <a:avLst/>
            </a:prstGeom>
          </p:spPr>
        </p:pic>
        <p:pic>
          <p:nvPicPr>
            <p:cNvPr id="61" name="object 61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80047" y="3518916"/>
              <a:ext cx="525779" cy="525780"/>
            </a:xfrm>
            <a:prstGeom prst="rect">
              <a:avLst/>
            </a:prstGeom>
          </p:spPr>
        </p:pic>
        <p:pic>
          <p:nvPicPr>
            <p:cNvPr id="62" name="object 62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98563" y="3991356"/>
              <a:ext cx="524255" cy="525780"/>
            </a:xfrm>
            <a:prstGeom prst="rect">
              <a:avLst/>
            </a:prstGeom>
          </p:spPr>
        </p:pic>
        <p:pic>
          <p:nvPicPr>
            <p:cNvPr id="63" name="object 63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0400" y="3039850"/>
              <a:ext cx="221961" cy="261662"/>
            </a:xfrm>
            <a:prstGeom prst="rect">
              <a:avLst/>
            </a:prstGeom>
          </p:spPr>
        </p:pic>
        <p:pic>
          <p:nvPicPr>
            <p:cNvPr id="64" name="object 64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1351" y="2897124"/>
              <a:ext cx="257555" cy="257555"/>
            </a:xfrm>
            <a:prstGeom prst="rect">
              <a:avLst/>
            </a:prstGeom>
          </p:spPr>
        </p:pic>
        <p:pic>
          <p:nvPicPr>
            <p:cNvPr id="65" name="object 65" descr="블랙, 어둠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8407" y="2727960"/>
              <a:ext cx="1085088" cy="1085088"/>
            </a:xfrm>
            <a:prstGeom prst="rect">
              <a:avLst/>
            </a:prstGeom>
          </p:spPr>
        </p:pic>
        <p:pic>
          <p:nvPicPr>
            <p:cNvPr id="66" name="object 66" descr="블랙, 어둠이(가) 표시된 사진  자동 생성된 설명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635751" y="3354311"/>
              <a:ext cx="485419" cy="483882"/>
            </a:xfrm>
            <a:prstGeom prst="rect">
              <a:avLst/>
            </a:prstGeom>
          </p:spPr>
        </p:pic>
      </p:grp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04925"/>
            <a:ext cx="65627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latin typeface="Tahoma"/>
                <a:cs typeface="Tahoma"/>
              </a:rPr>
              <a:t>We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implement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root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cause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analysis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system,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BENZENE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BENZENE</a:t>
            </a:r>
            <a:r>
              <a:rPr dirty="0" spc="-110"/>
              <a:t> </a:t>
            </a:r>
            <a:r>
              <a:rPr dirty="0" spc="80"/>
              <a:t>Overview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08431" y="2756916"/>
            <a:ext cx="624205" cy="710565"/>
            <a:chOff x="408431" y="2756916"/>
            <a:chExt cx="624205" cy="710565"/>
          </a:xfrm>
        </p:grpSpPr>
        <p:pic>
          <p:nvPicPr>
            <p:cNvPr id="5" name="object 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3257" y="2996330"/>
              <a:ext cx="399217" cy="470622"/>
            </a:xfrm>
            <a:prstGeom prst="rect">
              <a:avLst/>
            </a:prstGeom>
          </p:spPr>
        </p:pic>
        <p:pic>
          <p:nvPicPr>
            <p:cNvPr id="6" name="object 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8431" y="2756916"/>
              <a:ext cx="464819" cy="46482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10006" y="3453765"/>
            <a:ext cx="4235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 b="1">
                <a:latin typeface="Arial"/>
                <a:cs typeface="Arial"/>
              </a:rPr>
              <a:t>Crash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8" name="object 8" descr="블랙, 스크린샷, 어둠, 디자인이(가) 표시된 사진  자동 생성된 설명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584" y="4000823"/>
            <a:ext cx="563327" cy="50836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40816" y="4459111"/>
            <a:ext cx="631825" cy="48260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455"/>
              </a:spcBef>
            </a:pPr>
            <a:r>
              <a:rPr dirty="0" sz="1200" spc="-10" b="1">
                <a:latin typeface="Arial"/>
                <a:cs typeface="Arial"/>
              </a:rPr>
              <a:t>Target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dirty="0" sz="1200" spc="-10" b="1">
                <a:latin typeface="Arial"/>
                <a:cs typeface="Arial"/>
              </a:rPr>
              <a:t>Program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15744" y="4882641"/>
            <a:ext cx="22650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Arial"/>
                <a:cs typeface="Arial"/>
              </a:rPr>
              <a:t>Dynamic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80" b="1">
                <a:latin typeface="Arial"/>
                <a:cs typeface="Arial"/>
              </a:rPr>
              <a:t>Binary</a:t>
            </a:r>
            <a:r>
              <a:rPr dirty="0" sz="1600" spc="-30" b="1">
                <a:latin typeface="Arial"/>
                <a:cs typeface="Arial"/>
              </a:rPr>
              <a:t> </a:t>
            </a:r>
            <a:r>
              <a:rPr dirty="0" sz="1600" spc="-85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130808" y="2744914"/>
            <a:ext cx="3412490" cy="2219325"/>
            <a:chOff x="1130808" y="2744914"/>
            <a:chExt cx="3412490" cy="2219325"/>
          </a:xfrm>
        </p:grpSpPr>
        <p:sp>
          <p:nvSpPr>
            <p:cNvPr id="12" name="object 12"/>
            <p:cNvSpPr/>
            <p:nvPr/>
          </p:nvSpPr>
          <p:spPr>
            <a:xfrm>
              <a:off x="1895094" y="2759201"/>
              <a:ext cx="2527300" cy="2095500"/>
            </a:xfrm>
            <a:custGeom>
              <a:avLst/>
              <a:gdLst/>
              <a:ahLst/>
              <a:cxnLst/>
              <a:rect l="l" t="t" r="r" b="b"/>
              <a:pathLst>
                <a:path w="2527300" h="2095500">
                  <a:moveTo>
                    <a:pt x="0" y="232028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9" y="0"/>
                  </a:lnTo>
                  <a:lnTo>
                    <a:pt x="2294763" y="0"/>
                  </a:lnTo>
                  <a:lnTo>
                    <a:pt x="2341524" y="4714"/>
                  </a:lnTo>
                  <a:lnTo>
                    <a:pt x="2385077" y="18234"/>
                  </a:lnTo>
                  <a:lnTo>
                    <a:pt x="2424491" y="39627"/>
                  </a:lnTo>
                  <a:lnTo>
                    <a:pt x="2458831" y="67960"/>
                  </a:lnTo>
                  <a:lnTo>
                    <a:pt x="2487164" y="102300"/>
                  </a:lnTo>
                  <a:lnTo>
                    <a:pt x="2508557" y="141714"/>
                  </a:lnTo>
                  <a:lnTo>
                    <a:pt x="2522077" y="185267"/>
                  </a:lnTo>
                  <a:lnTo>
                    <a:pt x="2526792" y="232028"/>
                  </a:lnTo>
                  <a:lnTo>
                    <a:pt x="2526792" y="1863471"/>
                  </a:lnTo>
                  <a:lnTo>
                    <a:pt x="2522077" y="1910232"/>
                  </a:lnTo>
                  <a:lnTo>
                    <a:pt x="2508557" y="1953785"/>
                  </a:lnTo>
                  <a:lnTo>
                    <a:pt x="2487164" y="1993199"/>
                  </a:lnTo>
                  <a:lnTo>
                    <a:pt x="2458831" y="2027539"/>
                  </a:lnTo>
                  <a:lnTo>
                    <a:pt x="2424491" y="2055872"/>
                  </a:lnTo>
                  <a:lnTo>
                    <a:pt x="2385077" y="2077265"/>
                  </a:lnTo>
                  <a:lnTo>
                    <a:pt x="2341524" y="2090785"/>
                  </a:lnTo>
                  <a:lnTo>
                    <a:pt x="2294763" y="2095500"/>
                  </a:lnTo>
                  <a:lnTo>
                    <a:pt x="232029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8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0519" y="3558179"/>
              <a:ext cx="188495" cy="18849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183636" y="3747515"/>
              <a:ext cx="360045" cy="196850"/>
            </a:xfrm>
            <a:custGeom>
              <a:avLst/>
              <a:gdLst/>
              <a:ahLst/>
              <a:cxnLst/>
              <a:rect l="l" t="t" r="r" b="b"/>
              <a:pathLst>
                <a:path w="360045" h="196850">
                  <a:moveTo>
                    <a:pt x="261365" y="0"/>
                  </a:moveTo>
                  <a:lnTo>
                    <a:pt x="261365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61365" y="147446"/>
                  </a:lnTo>
                  <a:lnTo>
                    <a:pt x="261365" y="196595"/>
                  </a:lnTo>
                  <a:lnTo>
                    <a:pt x="359663" y="98297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2281" y="3525392"/>
              <a:ext cx="447294" cy="506730"/>
            </a:xfrm>
            <a:prstGeom prst="rect">
              <a:avLst/>
            </a:prstGeom>
          </p:spPr>
        </p:pic>
        <p:pic>
          <p:nvPicPr>
            <p:cNvPr id="16" name="object 16" descr="블랙, 스크린샷, 어둠, 디자인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61536" y="3609155"/>
              <a:ext cx="563327" cy="508368"/>
            </a:xfrm>
            <a:prstGeom prst="rect">
              <a:avLst/>
            </a:prstGeom>
          </p:spPr>
        </p:pic>
        <p:pic>
          <p:nvPicPr>
            <p:cNvPr id="17" name="object 17" descr="블랙, 어둠이(가) 표시된 사진  자동 생성된 설명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8915" y="3939539"/>
              <a:ext cx="1024127" cy="1024128"/>
            </a:xfrm>
            <a:prstGeom prst="rect">
              <a:avLst/>
            </a:prstGeom>
          </p:spPr>
        </p:pic>
        <p:pic>
          <p:nvPicPr>
            <p:cNvPr id="18" name="object 18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3112" y="4026407"/>
              <a:ext cx="364236" cy="364236"/>
            </a:xfrm>
            <a:prstGeom prst="rect">
              <a:avLst/>
            </a:prstGeom>
          </p:spPr>
        </p:pic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2640" y="2869691"/>
              <a:ext cx="1085088" cy="1085087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99488" y="3017519"/>
              <a:ext cx="525780" cy="525779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75104" y="2959607"/>
              <a:ext cx="315468" cy="3139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859530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1150" y="0"/>
                  </a:moveTo>
                  <a:lnTo>
                    <a:pt x="62230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1150"/>
                  </a:lnTo>
                  <a:lnTo>
                    <a:pt x="4883" y="335393"/>
                  </a:lnTo>
                  <a:lnTo>
                    <a:pt x="18208" y="355171"/>
                  </a:lnTo>
                  <a:lnTo>
                    <a:pt x="37986" y="368496"/>
                  </a:lnTo>
                  <a:lnTo>
                    <a:pt x="62230" y="373379"/>
                  </a:lnTo>
                  <a:lnTo>
                    <a:pt x="311150" y="373379"/>
                  </a:lnTo>
                  <a:lnTo>
                    <a:pt x="335393" y="368496"/>
                  </a:lnTo>
                  <a:lnTo>
                    <a:pt x="355171" y="355171"/>
                  </a:lnTo>
                  <a:lnTo>
                    <a:pt x="368496" y="335393"/>
                  </a:lnTo>
                  <a:lnTo>
                    <a:pt x="373380" y="311150"/>
                  </a:lnTo>
                  <a:lnTo>
                    <a:pt x="373380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859530" y="2896361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30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80" y="62229"/>
                  </a:lnTo>
                  <a:lnTo>
                    <a:pt x="373380" y="311150"/>
                  </a:lnTo>
                  <a:lnTo>
                    <a:pt x="368496" y="335393"/>
                  </a:lnTo>
                  <a:lnTo>
                    <a:pt x="355171" y="355171"/>
                  </a:lnTo>
                  <a:lnTo>
                    <a:pt x="335393" y="368496"/>
                  </a:lnTo>
                  <a:lnTo>
                    <a:pt x="311150" y="373379"/>
                  </a:lnTo>
                  <a:lnTo>
                    <a:pt x="62230" y="373379"/>
                  </a:lnTo>
                  <a:lnTo>
                    <a:pt x="37986" y="368496"/>
                  </a:lnTo>
                  <a:lnTo>
                    <a:pt x="18208" y="355171"/>
                  </a:lnTo>
                  <a:lnTo>
                    <a:pt x="4883" y="335393"/>
                  </a:lnTo>
                  <a:lnTo>
                    <a:pt x="0" y="311150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81043" y="2825495"/>
              <a:ext cx="536448" cy="53644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31115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29"/>
                  </a:lnTo>
                  <a:lnTo>
                    <a:pt x="0" y="312674"/>
                  </a:lnTo>
                  <a:lnTo>
                    <a:pt x="4883" y="336917"/>
                  </a:lnTo>
                  <a:lnTo>
                    <a:pt x="18208" y="356695"/>
                  </a:lnTo>
                  <a:lnTo>
                    <a:pt x="37986" y="370020"/>
                  </a:lnTo>
                  <a:lnTo>
                    <a:pt x="62229" y="374903"/>
                  </a:lnTo>
                  <a:lnTo>
                    <a:pt x="311150" y="374903"/>
                  </a:lnTo>
                  <a:lnTo>
                    <a:pt x="335393" y="370020"/>
                  </a:lnTo>
                  <a:lnTo>
                    <a:pt x="355171" y="356695"/>
                  </a:lnTo>
                  <a:lnTo>
                    <a:pt x="368496" y="336917"/>
                  </a:lnTo>
                  <a:lnTo>
                    <a:pt x="373379" y="312674"/>
                  </a:lnTo>
                  <a:lnTo>
                    <a:pt x="373379" y="62229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812286" y="2951225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0" y="62229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79" y="62229"/>
                  </a:lnTo>
                  <a:lnTo>
                    <a:pt x="373379" y="312674"/>
                  </a:lnTo>
                  <a:lnTo>
                    <a:pt x="368496" y="336917"/>
                  </a:lnTo>
                  <a:lnTo>
                    <a:pt x="355171" y="356695"/>
                  </a:lnTo>
                  <a:lnTo>
                    <a:pt x="335393" y="370020"/>
                  </a:lnTo>
                  <a:lnTo>
                    <a:pt x="311150" y="374903"/>
                  </a:lnTo>
                  <a:lnTo>
                    <a:pt x="62229" y="374903"/>
                  </a:lnTo>
                  <a:lnTo>
                    <a:pt x="37986" y="370020"/>
                  </a:lnTo>
                  <a:lnTo>
                    <a:pt x="18208" y="356695"/>
                  </a:lnTo>
                  <a:lnTo>
                    <a:pt x="4883" y="336917"/>
                  </a:lnTo>
                  <a:lnTo>
                    <a:pt x="0" y="312674"/>
                  </a:lnTo>
                  <a:lnTo>
                    <a:pt x="0" y="6222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33800" y="2881883"/>
              <a:ext cx="536448" cy="5364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763518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312420" y="0"/>
                  </a:moveTo>
                  <a:lnTo>
                    <a:pt x="62484" y="0"/>
                  </a:lnTo>
                  <a:lnTo>
                    <a:pt x="38147" y="4905"/>
                  </a:lnTo>
                  <a:lnTo>
                    <a:pt x="18288" y="18287"/>
                  </a:lnTo>
                  <a:lnTo>
                    <a:pt x="4905" y="38147"/>
                  </a:lnTo>
                  <a:lnTo>
                    <a:pt x="0" y="62484"/>
                  </a:lnTo>
                  <a:lnTo>
                    <a:pt x="0" y="312419"/>
                  </a:lnTo>
                  <a:lnTo>
                    <a:pt x="4905" y="336756"/>
                  </a:lnTo>
                  <a:lnTo>
                    <a:pt x="18287" y="356615"/>
                  </a:lnTo>
                  <a:lnTo>
                    <a:pt x="38147" y="369998"/>
                  </a:lnTo>
                  <a:lnTo>
                    <a:pt x="62484" y="374903"/>
                  </a:lnTo>
                  <a:lnTo>
                    <a:pt x="312420" y="374903"/>
                  </a:lnTo>
                  <a:lnTo>
                    <a:pt x="336756" y="369998"/>
                  </a:lnTo>
                  <a:lnTo>
                    <a:pt x="356616" y="356615"/>
                  </a:lnTo>
                  <a:lnTo>
                    <a:pt x="369998" y="336756"/>
                  </a:lnTo>
                  <a:lnTo>
                    <a:pt x="374904" y="312419"/>
                  </a:lnTo>
                  <a:lnTo>
                    <a:pt x="374904" y="62484"/>
                  </a:lnTo>
                  <a:lnTo>
                    <a:pt x="369998" y="38147"/>
                  </a:lnTo>
                  <a:lnTo>
                    <a:pt x="356616" y="18287"/>
                  </a:lnTo>
                  <a:lnTo>
                    <a:pt x="336756" y="4905"/>
                  </a:lnTo>
                  <a:lnTo>
                    <a:pt x="3124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763518" y="3012185"/>
              <a:ext cx="375285" cy="375285"/>
            </a:xfrm>
            <a:custGeom>
              <a:avLst/>
              <a:gdLst/>
              <a:ahLst/>
              <a:cxnLst/>
              <a:rect l="l" t="t" r="r" b="b"/>
              <a:pathLst>
                <a:path w="375285" h="375285">
                  <a:moveTo>
                    <a:pt x="0" y="62484"/>
                  </a:moveTo>
                  <a:lnTo>
                    <a:pt x="4905" y="38147"/>
                  </a:lnTo>
                  <a:lnTo>
                    <a:pt x="18288" y="18287"/>
                  </a:lnTo>
                  <a:lnTo>
                    <a:pt x="38147" y="4905"/>
                  </a:lnTo>
                  <a:lnTo>
                    <a:pt x="62484" y="0"/>
                  </a:lnTo>
                  <a:lnTo>
                    <a:pt x="312420" y="0"/>
                  </a:lnTo>
                  <a:lnTo>
                    <a:pt x="336756" y="4905"/>
                  </a:lnTo>
                  <a:lnTo>
                    <a:pt x="356616" y="18287"/>
                  </a:lnTo>
                  <a:lnTo>
                    <a:pt x="369998" y="38147"/>
                  </a:lnTo>
                  <a:lnTo>
                    <a:pt x="374904" y="62484"/>
                  </a:lnTo>
                  <a:lnTo>
                    <a:pt x="374904" y="312419"/>
                  </a:lnTo>
                  <a:lnTo>
                    <a:pt x="369998" y="336756"/>
                  </a:lnTo>
                  <a:lnTo>
                    <a:pt x="356616" y="356615"/>
                  </a:lnTo>
                  <a:lnTo>
                    <a:pt x="336756" y="369998"/>
                  </a:lnTo>
                  <a:lnTo>
                    <a:pt x="312420" y="374903"/>
                  </a:lnTo>
                  <a:lnTo>
                    <a:pt x="62484" y="374903"/>
                  </a:lnTo>
                  <a:lnTo>
                    <a:pt x="38147" y="369998"/>
                  </a:lnTo>
                  <a:lnTo>
                    <a:pt x="18287" y="356615"/>
                  </a:lnTo>
                  <a:lnTo>
                    <a:pt x="4905" y="336756"/>
                  </a:lnTo>
                  <a:lnTo>
                    <a:pt x="0" y="312419"/>
                  </a:lnTo>
                  <a:lnTo>
                    <a:pt x="0" y="6248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86556" y="2942843"/>
              <a:ext cx="536448" cy="536448"/>
            </a:xfrm>
            <a:prstGeom prst="rect">
              <a:avLst/>
            </a:prstGeom>
          </p:spPr>
        </p:pic>
        <p:pic>
          <p:nvPicPr>
            <p:cNvPr id="31" name="object 31" descr="블랙, 어둠이(가) 표시된 사진  자동 생성된 설명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0808" y="3428999"/>
              <a:ext cx="763523" cy="862583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7665910" y="2740342"/>
            <a:ext cx="2712720" cy="2124075"/>
            <a:chOff x="7665910" y="2740342"/>
            <a:chExt cx="2712720" cy="2124075"/>
          </a:xfrm>
        </p:grpSpPr>
        <p:sp>
          <p:nvSpPr>
            <p:cNvPr id="33" name="object 33"/>
            <p:cNvSpPr/>
            <p:nvPr/>
          </p:nvSpPr>
          <p:spPr>
            <a:xfrm>
              <a:off x="7680197" y="2754629"/>
              <a:ext cx="2684145" cy="2095500"/>
            </a:xfrm>
            <a:custGeom>
              <a:avLst/>
              <a:gdLst/>
              <a:ahLst/>
              <a:cxnLst/>
              <a:rect l="l" t="t" r="r" b="b"/>
              <a:pathLst>
                <a:path w="2684145" h="2095500">
                  <a:moveTo>
                    <a:pt x="0" y="232029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8" y="0"/>
                  </a:lnTo>
                  <a:lnTo>
                    <a:pt x="2451734" y="0"/>
                  </a:lnTo>
                  <a:lnTo>
                    <a:pt x="2498496" y="4714"/>
                  </a:lnTo>
                  <a:lnTo>
                    <a:pt x="2542049" y="18234"/>
                  </a:lnTo>
                  <a:lnTo>
                    <a:pt x="2581463" y="39627"/>
                  </a:lnTo>
                  <a:lnTo>
                    <a:pt x="2615803" y="67960"/>
                  </a:lnTo>
                  <a:lnTo>
                    <a:pt x="2644136" y="102300"/>
                  </a:lnTo>
                  <a:lnTo>
                    <a:pt x="2665529" y="141714"/>
                  </a:lnTo>
                  <a:lnTo>
                    <a:pt x="2679049" y="185267"/>
                  </a:lnTo>
                  <a:lnTo>
                    <a:pt x="2683763" y="232029"/>
                  </a:lnTo>
                  <a:lnTo>
                    <a:pt x="2683763" y="1863471"/>
                  </a:lnTo>
                  <a:lnTo>
                    <a:pt x="2679049" y="1910232"/>
                  </a:lnTo>
                  <a:lnTo>
                    <a:pt x="2665529" y="1953785"/>
                  </a:lnTo>
                  <a:lnTo>
                    <a:pt x="2644136" y="1993199"/>
                  </a:lnTo>
                  <a:lnTo>
                    <a:pt x="2615803" y="2027539"/>
                  </a:lnTo>
                  <a:lnTo>
                    <a:pt x="2581463" y="2055872"/>
                  </a:lnTo>
                  <a:lnTo>
                    <a:pt x="2542049" y="2077265"/>
                  </a:lnTo>
                  <a:lnTo>
                    <a:pt x="2498496" y="2090785"/>
                  </a:lnTo>
                  <a:lnTo>
                    <a:pt x="2451734" y="2095500"/>
                  </a:lnTo>
                  <a:lnTo>
                    <a:pt x="232028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9"/>
                  </a:lnTo>
                  <a:close/>
                </a:path>
              </a:pathLst>
            </a:custGeom>
            <a:ln w="28575">
              <a:solidFill>
                <a:srgbClr val="252525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47239" y="3326656"/>
              <a:ext cx="270589" cy="318987"/>
            </a:xfrm>
            <a:prstGeom prst="rect">
              <a:avLst/>
            </a:prstGeom>
          </p:spPr>
        </p:pic>
        <p:pic>
          <p:nvPicPr>
            <p:cNvPr id="35" name="object 35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95259" y="3163823"/>
              <a:ext cx="315468" cy="313943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67749" y="3188969"/>
              <a:ext cx="624840" cy="1165860"/>
            </a:xfrm>
            <a:custGeom>
              <a:avLst/>
              <a:gdLst/>
              <a:ahLst/>
              <a:cxnLst/>
              <a:rect l="l" t="t" r="r" b="b"/>
              <a:pathLst>
                <a:path w="624840" h="1165860">
                  <a:moveTo>
                    <a:pt x="520700" y="0"/>
                  </a:moveTo>
                  <a:lnTo>
                    <a:pt x="104140" y="0"/>
                  </a:lnTo>
                  <a:lnTo>
                    <a:pt x="63597" y="8181"/>
                  </a:lnTo>
                  <a:lnTo>
                    <a:pt x="30495" y="30495"/>
                  </a:lnTo>
                  <a:lnTo>
                    <a:pt x="8181" y="63597"/>
                  </a:lnTo>
                  <a:lnTo>
                    <a:pt x="0" y="104139"/>
                  </a:lnTo>
                  <a:lnTo>
                    <a:pt x="0" y="1061719"/>
                  </a:lnTo>
                  <a:lnTo>
                    <a:pt x="8181" y="1102262"/>
                  </a:lnTo>
                  <a:lnTo>
                    <a:pt x="30495" y="1135364"/>
                  </a:lnTo>
                  <a:lnTo>
                    <a:pt x="63597" y="1157678"/>
                  </a:lnTo>
                  <a:lnTo>
                    <a:pt x="104140" y="1165859"/>
                  </a:lnTo>
                  <a:lnTo>
                    <a:pt x="520700" y="1165859"/>
                  </a:lnTo>
                  <a:lnTo>
                    <a:pt x="561242" y="1157678"/>
                  </a:lnTo>
                  <a:lnTo>
                    <a:pt x="594344" y="1135364"/>
                  </a:lnTo>
                  <a:lnTo>
                    <a:pt x="616658" y="1102262"/>
                  </a:lnTo>
                  <a:lnTo>
                    <a:pt x="624840" y="1061719"/>
                  </a:lnTo>
                  <a:lnTo>
                    <a:pt x="624840" y="104139"/>
                  </a:lnTo>
                  <a:lnTo>
                    <a:pt x="616658" y="63597"/>
                  </a:lnTo>
                  <a:lnTo>
                    <a:pt x="594344" y="30495"/>
                  </a:lnTo>
                  <a:lnTo>
                    <a:pt x="561242" y="8181"/>
                  </a:lnTo>
                  <a:lnTo>
                    <a:pt x="520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667749" y="3188969"/>
              <a:ext cx="624840" cy="1165860"/>
            </a:xfrm>
            <a:custGeom>
              <a:avLst/>
              <a:gdLst/>
              <a:ahLst/>
              <a:cxnLst/>
              <a:rect l="l" t="t" r="r" b="b"/>
              <a:pathLst>
                <a:path w="624840" h="1165860">
                  <a:moveTo>
                    <a:pt x="0" y="104139"/>
                  </a:moveTo>
                  <a:lnTo>
                    <a:pt x="8181" y="63597"/>
                  </a:lnTo>
                  <a:lnTo>
                    <a:pt x="30495" y="30495"/>
                  </a:lnTo>
                  <a:lnTo>
                    <a:pt x="63597" y="8181"/>
                  </a:lnTo>
                  <a:lnTo>
                    <a:pt x="104140" y="0"/>
                  </a:lnTo>
                  <a:lnTo>
                    <a:pt x="520700" y="0"/>
                  </a:lnTo>
                  <a:lnTo>
                    <a:pt x="561242" y="8181"/>
                  </a:lnTo>
                  <a:lnTo>
                    <a:pt x="594344" y="30495"/>
                  </a:lnTo>
                  <a:lnTo>
                    <a:pt x="616658" y="63597"/>
                  </a:lnTo>
                  <a:lnTo>
                    <a:pt x="624840" y="104139"/>
                  </a:lnTo>
                  <a:lnTo>
                    <a:pt x="624840" y="1061719"/>
                  </a:lnTo>
                  <a:lnTo>
                    <a:pt x="616658" y="1102262"/>
                  </a:lnTo>
                  <a:lnTo>
                    <a:pt x="594344" y="1135364"/>
                  </a:lnTo>
                  <a:lnTo>
                    <a:pt x="561242" y="1157678"/>
                  </a:lnTo>
                  <a:lnTo>
                    <a:pt x="520700" y="1165859"/>
                  </a:lnTo>
                  <a:lnTo>
                    <a:pt x="104140" y="1165859"/>
                  </a:lnTo>
                  <a:lnTo>
                    <a:pt x="63597" y="1157678"/>
                  </a:lnTo>
                  <a:lnTo>
                    <a:pt x="30495" y="1135364"/>
                  </a:lnTo>
                  <a:lnTo>
                    <a:pt x="8181" y="1102262"/>
                  </a:lnTo>
                  <a:lnTo>
                    <a:pt x="0" y="1061719"/>
                  </a:lnTo>
                  <a:lnTo>
                    <a:pt x="0" y="104139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8828278" y="3209188"/>
            <a:ext cx="304800" cy="1027430"/>
          </a:xfrm>
          <a:prstGeom prst="rect">
            <a:avLst/>
          </a:prstGeom>
        </p:spPr>
        <p:txBody>
          <a:bodyPr wrap="square" lIns="0" tIns="31115" rIns="0" bIns="0" rtlCol="0" vert="horz">
            <a:spAutoFit/>
          </a:bodyPr>
          <a:lstStyle/>
          <a:p>
            <a:pPr marL="48895">
              <a:lnSpc>
                <a:spcPct val="100000"/>
              </a:lnSpc>
              <a:spcBef>
                <a:spcPts val="245"/>
              </a:spcBef>
            </a:pPr>
            <a:r>
              <a:rPr dirty="0" sz="1600" spc="-25">
                <a:latin typeface="Cambria Math"/>
                <a:cs typeface="Cambria Math"/>
              </a:rPr>
              <a:t>𝒑</a:t>
            </a:r>
            <a:r>
              <a:rPr dirty="0" baseline="-14492" sz="1725" spc="-37">
                <a:latin typeface="Cambria Math"/>
                <a:cs typeface="Cambria Math"/>
              </a:rPr>
              <a:t>𝟏</a:t>
            </a:r>
            <a:endParaRPr baseline="-14492" sz="1725">
              <a:latin typeface="Cambria Math"/>
              <a:cs typeface="Cambria Math"/>
            </a:endParaRPr>
          </a:p>
          <a:p>
            <a:pPr marL="48895">
              <a:lnSpc>
                <a:spcPct val="100000"/>
              </a:lnSpc>
              <a:spcBef>
                <a:spcPts val="150"/>
              </a:spcBef>
            </a:pPr>
            <a:r>
              <a:rPr dirty="0" sz="1600" spc="-25">
                <a:latin typeface="Cambria Math"/>
                <a:cs typeface="Cambria Math"/>
              </a:rPr>
              <a:t>𝒑</a:t>
            </a:r>
            <a:r>
              <a:rPr dirty="0" baseline="-14492" sz="1725" spc="-37">
                <a:latin typeface="Cambria Math"/>
                <a:cs typeface="Cambria Math"/>
              </a:rPr>
              <a:t>𝟐</a:t>
            </a:r>
            <a:endParaRPr baseline="-14492" sz="1725">
              <a:latin typeface="Cambria Math"/>
              <a:cs typeface="Cambria Math"/>
            </a:endParaRPr>
          </a:p>
          <a:p>
            <a:pPr marL="48895">
              <a:lnSpc>
                <a:spcPct val="100000"/>
              </a:lnSpc>
              <a:spcBef>
                <a:spcPts val="250"/>
              </a:spcBef>
            </a:pPr>
            <a:r>
              <a:rPr dirty="0" sz="1600" spc="-25">
                <a:latin typeface="Cambria Math"/>
                <a:cs typeface="Cambria Math"/>
              </a:rPr>
              <a:t>𝒑</a:t>
            </a:r>
            <a:r>
              <a:rPr dirty="0" baseline="-14492" sz="1725" spc="-37">
                <a:latin typeface="Cambria Math"/>
                <a:cs typeface="Cambria Math"/>
              </a:rPr>
              <a:t>𝟑</a:t>
            </a:r>
            <a:endParaRPr baseline="-14492" sz="1725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dirty="0" sz="1100" spc="-25" b="1">
                <a:latin typeface="Consolas"/>
                <a:cs typeface="Consolas"/>
              </a:rPr>
              <a:t>...</a:t>
            </a:r>
            <a:endParaRPr sz="1100">
              <a:latin typeface="Consolas"/>
              <a:cs typeface="Consolas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59431" y="3421036"/>
            <a:ext cx="3721735" cy="829944"/>
            <a:chOff x="7959431" y="3421036"/>
            <a:chExt cx="3721735" cy="829944"/>
          </a:xfrm>
        </p:grpSpPr>
        <p:pic>
          <p:nvPicPr>
            <p:cNvPr id="40" name="object 40" descr="블랙, 어둠이(가) 표시된 사진  자동 생성된 설명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15157" y="3421036"/>
              <a:ext cx="535609" cy="53560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360408" y="3668267"/>
              <a:ext cx="271780" cy="196850"/>
            </a:xfrm>
            <a:custGeom>
              <a:avLst/>
              <a:gdLst/>
              <a:ahLst/>
              <a:cxnLst/>
              <a:rect l="l" t="t" r="r" b="b"/>
              <a:pathLst>
                <a:path w="271779" h="196850">
                  <a:moveTo>
                    <a:pt x="172974" y="0"/>
                  </a:moveTo>
                  <a:lnTo>
                    <a:pt x="172974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172974" y="147446"/>
                  </a:lnTo>
                  <a:lnTo>
                    <a:pt x="172974" y="196595"/>
                  </a:lnTo>
                  <a:lnTo>
                    <a:pt x="271272" y="98297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9431" y="3931683"/>
              <a:ext cx="270589" cy="31898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345424" y="3668267"/>
              <a:ext cx="271780" cy="196850"/>
            </a:xfrm>
            <a:custGeom>
              <a:avLst/>
              <a:gdLst/>
              <a:ahLst/>
              <a:cxnLst/>
              <a:rect l="l" t="t" r="r" b="b"/>
              <a:pathLst>
                <a:path w="271779" h="196850">
                  <a:moveTo>
                    <a:pt x="172974" y="0"/>
                  </a:moveTo>
                  <a:lnTo>
                    <a:pt x="172974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172974" y="147446"/>
                  </a:lnTo>
                  <a:lnTo>
                    <a:pt x="172974" y="196595"/>
                  </a:lnTo>
                  <a:lnTo>
                    <a:pt x="271272" y="98297"/>
                  </a:lnTo>
                  <a:lnTo>
                    <a:pt x="1729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블랙, 어둠이(가) 표시된 사진  자동 생성된 설명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57616" y="3459479"/>
              <a:ext cx="233172" cy="234696"/>
            </a:xfrm>
            <a:prstGeom prst="rect">
              <a:avLst/>
            </a:prstGeom>
          </p:spPr>
        </p:pic>
        <p:pic>
          <p:nvPicPr>
            <p:cNvPr id="45" name="object 45" descr="블랙, 어둠이(가) 표시된 사진  자동 생성된 설명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139715" y="3495146"/>
              <a:ext cx="540946" cy="678474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984997" y="3655314"/>
            <a:ext cx="223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5" b="1">
                <a:latin typeface="Arial"/>
                <a:cs typeface="Arial"/>
              </a:rPr>
              <a:t>v</a:t>
            </a:r>
            <a:r>
              <a:rPr dirty="0" cap="small" sz="1200" spc="-35" b="1">
                <a:latin typeface="Arial"/>
                <a:cs typeface="Arial"/>
              </a:rPr>
              <a:t>s</a:t>
            </a:r>
            <a:r>
              <a:rPr dirty="0" sz="1200" spc="-35" b="1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093202" y="4909820"/>
            <a:ext cx="189928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Arial"/>
                <a:cs typeface="Arial"/>
              </a:rPr>
              <a:t>Root</a:t>
            </a:r>
            <a:r>
              <a:rPr dirty="0" sz="1600" spc="-70" b="1">
                <a:latin typeface="Arial"/>
                <a:cs typeface="Arial"/>
              </a:rPr>
              <a:t> </a:t>
            </a:r>
            <a:r>
              <a:rPr dirty="0" sz="1600" spc="-60" b="1">
                <a:latin typeface="Arial"/>
                <a:cs typeface="Arial"/>
              </a:rPr>
              <a:t>Cause</a:t>
            </a:r>
            <a:r>
              <a:rPr dirty="0" sz="1600" spc="-45" b="1">
                <a:latin typeface="Arial"/>
                <a:cs typeface="Arial"/>
              </a:rPr>
              <a:t> </a:t>
            </a:r>
            <a:r>
              <a:rPr dirty="0" sz="1600" spc="-90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1161268" y="4161485"/>
            <a:ext cx="4997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 b="1">
                <a:latin typeface="Arial"/>
                <a:cs typeface="Arial"/>
              </a:rPr>
              <a:t>Report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9" name="object 49" descr="블랙, 어둠이(가) 표시된 사진  자동 생성된 설명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387583" y="3429000"/>
            <a:ext cx="763524" cy="862583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746116" y="4909820"/>
            <a:ext cx="26917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latin typeface="Arial"/>
                <a:cs typeface="Arial"/>
              </a:rPr>
              <a:t>Program </a:t>
            </a:r>
            <a:r>
              <a:rPr dirty="0" sz="1600" spc="-60" b="1">
                <a:latin typeface="Arial"/>
                <a:cs typeface="Arial"/>
              </a:rPr>
              <a:t>Behavior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35" b="1">
                <a:latin typeface="Arial"/>
                <a:cs typeface="Arial"/>
              </a:rPr>
              <a:t>Collection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656010" y="2727960"/>
            <a:ext cx="2819400" cy="2136775"/>
            <a:chOff x="4656010" y="2727960"/>
            <a:chExt cx="2819400" cy="2136775"/>
          </a:xfrm>
        </p:grpSpPr>
        <p:sp>
          <p:nvSpPr>
            <p:cNvPr id="52" name="object 52"/>
            <p:cNvSpPr/>
            <p:nvPr/>
          </p:nvSpPr>
          <p:spPr>
            <a:xfrm>
              <a:off x="4670297" y="2754630"/>
              <a:ext cx="2790825" cy="2095500"/>
            </a:xfrm>
            <a:custGeom>
              <a:avLst/>
              <a:gdLst/>
              <a:ahLst/>
              <a:cxnLst/>
              <a:rect l="l" t="t" r="r" b="b"/>
              <a:pathLst>
                <a:path w="2790825" h="2095500">
                  <a:moveTo>
                    <a:pt x="0" y="232029"/>
                  </a:moveTo>
                  <a:lnTo>
                    <a:pt x="4714" y="185267"/>
                  </a:lnTo>
                  <a:lnTo>
                    <a:pt x="18234" y="141714"/>
                  </a:lnTo>
                  <a:lnTo>
                    <a:pt x="39627" y="102300"/>
                  </a:lnTo>
                  <a:lnTo>
                    <a:pt x="67960" y="67960"/>
                  </a:lnTo>
                  <a:lnTo>
                    <a:pt x="102300" y="39627"/>
                  </a:lnTo>
                  <a:lnTo>
                    <a:pt x="141714" y="18234"/>
                  </a:lnTo>
                  <a:lnTo>
                    <a:pt x="185267" y="4714"/>
                  </a:lnTo>
                  <a:lnTo>
                    <a:pt x="232028" y="0"/>
                  </a:lnTo>
                  <a:lnTo>
                    <a:pt x="2558415" y="0"/>
                  </a:lnTo>
                  <a:lnTo>
                    <a:pt x="2605176" y="4714"/>
                  </a:lnTo>
                  <a:lnTo>
                    <a:pt x="2648729" y="18234"/>
                  </a:lnTo>
                  <a:lnTo>
                    <a:pt x="2688143" y="39627"/>
                  </a:lnTo>
                  <a:lnTo>
                    <a:pt x="2722483" y="67960"/>
                  </a:lnTo>
                  <a:lnTo>
                    <a:pt x="2750816" y="102300"/>
                  </a:lnTo>
                  <a:lnTo>
                    <a:pt x="2772209" y="141714"/>
                  </a:lnTo>
                  <a:lnTo>
                    <a:pt x="2785729" y="185267"/>
                  </a:lnTo>
                  <a:lnTo>
                    <a:pt x="2790444" y="232029"/>
                  </a:lnTo>
                  <a:lnTo>
                    <a:pt x="2790444" y="1863471"/>
                  </a:lnTo>
                  <a:lnTo>
                    <a:pt x="2785729" y="1910232"/>
                  </a:lnTo>
                  <a:lnTo>
                    <a:pt x="2772209" y="1953785"/>
                  </a:lnTo>
                  <a:lnTo>
                    <a:pt x="2750816" y="1993199"/>
                  </a:lnTo>
                  <a:lnTo>
                    <a:pt x="2722483" y="2027539"/>
                  </a:lnTo>
                  <a:lnTo>
                    <a:pt x="2688143" y="2055872"/>
                  </a:lnTo>
                  <a:lnTo>
                    <a:pt x="2648729" y="2077265"/>
                  </a:lnTo>
                  <a:lnTo>
                    <a:pt x="2605176" y="2090785"/>
                  </a:lnTo>
                  <a:lnTo>
                    <a:pt x="2558415" y="2095500"/>
                  </a:lnTo>
                  <a:lnTo>
                    <a:pt x="232028" y="2095500"/>
                  </a:lnTo>
                  <a:lnTo>
                    <a:pt x="185267" y="2090785"/>
                  </a:lnTo>
                  <a:lnTo>
                    <a:pt x="141714" y="2077265"/>
                  </a:lnTo>
                  <a:lnTo>
                    <a:pt x="102300" y="2055872"/>
                  </a:lnTo>
                  <a:lnTo>
                    <a:pt x="67960" y="2027539"/>
                  </a:lnTo>
                  <a:lnTo>
                    <a:pt x="39627" y="1993199"/>
                  </a:lnTo>
                  <a:lnTo>
                    <a:pt x="18234" y="1953785"/>
                  </a:lnTo>
                  <a:lnTo>
                    <a:pt x="4714" y="1910232"/>
                  </a:lnTo>
                  <a:lnTo>
                    <a:pt x="0" y="1863471"/>
                  </a:lnTo>
                  <a:lnTo>
                    <a:pt x="0" y="232029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블랙, 스크린샷, 어둠, 디자인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38976" y="3659447"/>
              <a:ext cx="563327" cy="50836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5199125" y="3460242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311150" y="0"/>
                  </a:moveTo>
                  <a:lnTo>
                    <a:pt x="62229" y="0"/>
                  </a:lnTo>
                  <a:lnTo>
                    <a:pt x="37986" y="4883"/>
                  </a:lnTo>
                  <a:lnTo>
                    <a:pt x="18208" y="18208"/>
                  </a:lnTo>
                  <a:lnTo>
                    <a:pt x="4883" y="37986"/>
                  </a:lnTo>
                  <a:lnTo>
                    <a:pt x="0" y="62230"/>
                  </a:lnTo>
                  <a:lnTo>
                    <a:pt x="0" y="312674"/>
                  </a:lnTo>
                  <a:lnTo>
                    <a:pt x="4883" y="336917"/>
                  </a:lnTo>
                  <a:lnTo>
                    <a:pt x="18208" y="356695"/>
                  </a:lnTo>
                  <a:lnTo>
                    <a:pt x="37986" y="370020"/>
                  </a:lnTo>
                  <a:lnTo>
                    <a:pt x="62229" y="374904"/>
                  </a:lnTo>
                  <a:lnTo>
                    <a:pt x="311150" y="374904"/>
                  </a:lnTo>
                  <a:lnTo>
                    <a:pt x="335393" y="370020"/>
                  </a:lnTo>
                  <a:lnTo>
                    <a:pt x="355171" y="356695"/>
                  </a:lnTo>
                  <a:lnTo>
                    <a:pt x="368496" y="336917"/>
                  </a:lnTo>
                  <a:lnTo>
                    <a:pt x="373379" y="312674"/>
                  </a:lnTo>
                  <a:lnTo>
                    <a:pt x="373379" y="62230"/>
                  </a:lnTo>
                  <a:lnTo>
                    <a:pt x="368496" y="37986"/>
                  </a:lnTo>
                  <a:lnTo>
                    <a:pt x="355171" y="18208"/>
                  </a:lnTo>
                  <a:lnTo>
                    <a:pt x="335393" y="4883"/>
                  </a:lnTo>
                  <a:lnTo>
                    <a:pt x="3111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5199125" y="3460242"/>
              <a:ext cx="373380" cy="375285"/>
            </a:xfrm>
            <a:custGeom>
              <a:avLst/>
              <a:gdLst/>
              <a:ahLst/>
              <a:cxnLst/>
              <a:rect l="l" t="t" r="r" b="b"/>
              <a:pathLst>
                <a:path w="373379" h="375285">
                  <a:moveTo>
                    <a:pt x="0" y="62230"/>
                  </a:moveTo>
                  <a:lnTo>
                    <a:pt x="4883" y="37986"/>
                  </a:lnTo>
                  <a:lnTo>
                    <a:pt x="18208" y="18208"/>
                  </a:lnTo>
                  <a:lnTo>
                    <a:pt x="37986" y="4883"/>
                  </a:lnTo>
                  <a:lnTo>
                    <a:pt x="62229" y="0"/>
                  </a:lnTo>
                  <a:lnTo>
                    <a:pt x="311150" y="0"/>
                  </a:lnTo>
                  <a:lnTo>
                    <a:pt x="335393" y="4883"/>
                  </a:lnTo>
                  <a:lnTo>
                    <a:pt x="355171" y="18208"/>
                  </a:lnTo>
                  <a:lnTo>
                    <a:pt x="368496" y="37986"/>
                  </a:lnTo>
                  <a:lnTo>
                    <a:pt x="373379" y="62230"/>
                  </a:lnTo>
                  <a:lnTo>
                    <a:pt x="373379" y="312674"/>
                  </a:lnTo>
                  <a:lnTo>
                    <a:pt x="368496" y="336917"/>
                  </a:lnTo>
                  <a:lnTo>
                    <a:pt x="355171" y="356695"/>
                  </a:lnTo>
                  <a:lnTo>
                    <a:pt x="335393" y="370020"/>
                  </a:lnTo>
                  <a:lnTo>
                    <a:pt x="311150" y="374904"/>
                  </a:lnTo>
                  <a:lnTo>
                    <a:pt x="62229" y="374904"/>
                  </a:lnTo>
                  <a:lnTo>
                    <a:pt x="37986" y="370020"/>
                  </a:lnTo>
                  <a:lnTo>
                    <a:pt x="18208" y="356695"/>
                  </a:lnTo>
                  <a:lnTo>
                    <a:pt x="4883" y="336917"/>
                  </a:lnTo>
                  <a:lnTo>
                    <a:pt x="0" y="312674"/>
                  </a:lnTo>
                  <a:lnTo>
                    <a:pt x="0" y="62230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 descr="블랙, 어둠이(가) 표시된 사진  자동 생성된 설명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0639" y="3390900"/>
              <a:ext cx="536448" cy="536448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721095" y="3782568"/>
              <a:ext cx="360045" cy="196850"/>
            </a:xfrm>
            <a:custGeom>
              <a:avLst/>
              <a:gdLst/>
              <a:ahLst/>
              <a:cxnLst/>
              <a:rect l="l" t="t" r="r" b="b"/>
              <a:pathLst>
                <a:path w="360045" h="196850">
                  <a:moveTo>
                    <a:pt x="261365" y="0"/>
                  </a:moveTo>
                  <a:lnTo>
                    <a:pt x="261365" y="49148"/>
                  </a:lnTo>
                  <a:lnTo>
                    <a:pt x="0" y="49148"/>
                  </a:lnTo>
                  <a:lnTo>
                    <a:pt x="0" y="147446"/>
                  </a:lnTo>
                  <a:lnTo>
                    <a:pt x="261365" y="147446"/>
                  </a:lnTo>
                  <a:lnTo>
                    <a:pt x="261365" y="196595"/>
                  </a:lnTo>
                  <a:lnTo>
                    <a:pt x="359663" y="98297"/>
                  </a:lnTo>
                  <a:lnTo>
                    <a:pt x="2613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9126" y="3169684"/>
              <a:ext cx="270589" cy="318987"/>
            </a:xfrm>
            <a:prstGeom prst="rect">
              <a:avLst/>
            </a:prstGeom>
          </p:spPr>
        </p:pic>
        <p:pic>
          <p:nvPicPr>
            <p:cNvPr id="59" name="object 59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37147" y="3008376"/>
              <a:ext cx="315467" cy="313944"/>
            </a:xfrm>
            <a:prstGeom prst="rect">
              <a:avLst/>
            </a:prstGeom>
          </p:spPr>
        </p:pic>
        <p:pic>
          <p:nvPicPr>
            <p:cNvPr id="60" name="object 60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2661" y="4174000"/>
              <a:ext cx="269805" cy="318987"/>
            </a:xfrm>
            <a:prstGeom prst="rect">
              <a:avLst/>
            </a:prstGeom>
          </p:spPr>
        </p:pic>
        <p:pic>
          <p:nvPicPr>
            <p:cNvPr id="61" name="object 6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9527" y="4011168"/>
              <a:ext cx="315467" cy="315468"/>
            </a:xfrm>
            <a:prstGeom prst="rect">
              <a:avLst/>
            </a:prstGeom>
          </p:spPr>
        </p:pic>
        <p:pic>
          <p:nvPicPr>
            <p:cNvPr id="62" name="object 62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84070" y="3293128"/>
              <a:ext cx="270589" cy="318987"/>
            </a:xfrm>
            <a:prstGeom prst="rect">
              <a:avLst/>
            </a:prstGeom>
          </p:spPr>
        </p:pic>
        <p:pic>
          <p:nvPicPr>
            <p:cNvPr id="63" name="object 63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32091" y="3131820"/>
              <a:ext cx="313944" cy="313943"/>
            </a:xfrm>
            <a:prstGeom prst="rect">
              <a:avLst/>
            </a:prstGeom>
          </p:spPr>
        </p:pic>
        <p:pic>
          <p:nvPicPr>
            <p:cNvPr id="64" name="object 64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80047" y="3518916"/>
              <a:ext cx="525779" cy="525780"/>
            </a:xfrm>
            <a:prstGeom prst="rect">
              <a:avLst/>
            </a:prstGeom>
          </p:spPr>
        </p:pic>
        <p:pic>
          <p:nvPicPr>
            <p:cNvPr id="65" name="object 65" descr="블랙, 어둠이(가) 표시된 사진  자동 생성된 설명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98563" y="3991356"/>
              <a:ext cx="524255" cy="525780"/>
            </a:xfrm>
            <a:prstGeom prst="rect">
              <a:avLst/>
            </a:prstGeom>
          </p:spPr>
        </p:pic>
        <p:pic>
          <p:nvPicPr>
            <p:cNvPr id="66" name="object 66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50400" y="3039850"/>
              <a:ext cx="221961" cy="261662"/>
            </a:xfrm>
            <a:prstGeom prst="rect">
              <a:avLst/>
            </a:prstGeom>
          </p:spPr>
        </p:pic>
        <p:pic>
          <p:nvPicPr>
            <p:cNvPr id="67" name="object 67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21351" y="2897124"/>
              <a:ext cx="257555" cy="257555"/>
            </a:xfrm>
            <a:prstGeom prst="rect">
              <a:avLst/>
            </a:prstGeom>
          </p:spPr>
        </p:pic>
        <p:pic>
          <p:nvPicPr>
            <p:cNvPr id="68" name="object 68" descr="블랙, 어둠이(가) 표시된 사진  자동 생성된 설명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8407" y="2727960"/>
              <a:ext cx="1085088" cy="1085088"/>
            </a:xfrm>
            <a:prstGeom prst="rect">
              <a:avLst/>
            </a:prstGeom>
          </p:spPr>
        </p:pic>
        <p:pic>
          <p:nvPicPr>
            <p:cNvPr id="69" name="object 69" descr="블랙, 어둠이(가) 표시된 사진  자동 생성된 설명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635751" y="3354311"/>
              <a:ext cx="485419" cy="483882"/>
            </a:xfrm>
            <a:prstGeom prst="rect">
              <a:avLst/>
            </a:prstGeom>
          </p:spPr>
        </p:pic>
      </p:grpSp>
      <p:sp>
        <p:nvSpPr>
          <p:cNvPr id="70" name="object 7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78739" y="6564042"/>
            <a:ext cx="4514850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80"/>
              </a:lnSpc>
            </a:pPr>
            <a:r>
              <a:rPr dirty="0" sz="1400" spc="-85">
                <a:latin typeface="Tahoma"/>
                <a:cs typeface="Tahoma"/>
              </a:rPr>
              <a:t>※</a:t>
            </a:r>
            <a:r>
              <a:rPr dirty="0" sz="1400" spc="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For</a:t>
            </a:r>
            <a:r>
              <a:rPr dirty="0" sz="1400" spc="9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the</a:t>
            </a:r>
            <a:r>
              <a:rPr dirty="0" sz="1400" spc="10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explanation,</a:t>
            </a:r>
            <a:r>
              <a:rPr dirty="0" sz="1400" spc="7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the</a:t>
            </a:r>
            <a:r>
              <a:rPr dirty="0" sz="1400" spc="114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original</a:t>
            </a:r>
            <a:r>
              <a:rPr dirty="0" sz="1400" spc="95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source</a:t>
            </a:r>
            <a:r>
              <a:rPr dirty="0" sz="1400" spc="70">
                <a:latin typeface="Tahoma"/>
                <a:cs typeface="Tahoma"/>
              </a:rPr>
              <a:t> </a:t>
            </a:r>
            <a:r>
              <a:rPr dirty="0" sz="1400">
                <a:latin typeface="Tahoma"/>
                <a:cs typeface="Tahoma"/>
              </a:rPr>
              <a:t>is</a:t>
            </a:r>
            <a:r>
              <a:rPr dirty="0" sz="1400" spc="95">
                <a:latin typeface="Tahoma"/>
                <a:cs typeface="Tahoma"/>
              </a:rPr>
              <a:t> </a:t>
            </a:r>
            <a:r>
              <a:rPr dirty="0" sz="1400" spc="-10">
                <a:latin typeface="Tahoma"/>
                <a:cs typeface="Tahoma"/>
              </a:rPr>
              <a:t>simplified.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Motivating</a:t>
            </a:r>
            <a:r>
              <a:rPr dirty="0" spc="-80"/>
              <a:t> </a:t>
            </a:r>
            <a:r>
              <a:rPr dirty="0" spc="65"/>
              <a:t>Example:</a:t>
            </a:r>
            <a:r>
              <a:rPr dirty="0" spc="-95"/>
              <a:t> </a:t>
            </a:r>
            <a:r>
              <a:rPr dirty="0" spc="80"/>
              <a:t>PHP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97990"/>
            <a:ext cx="94068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75">
                <a:latin typeface="Tahoma"/>
                <a:cs typeface="Tahoma"/>
              </a:rPr>
              <a:t>CVE-</a:t>
            </a:r>
            <a:r>
              <a:rPr dirty="0" sz="2000" spc="90">
                <a:latin typeface="Tahoma"/>
                <a:cs typeface="Tahoma"/>
              </a:rPr>
              <a:t>2019-</a:t>
            </a:r>
            <a:r>
              <a:rPr dirty="0" sz="2000" spc="70">
                <a:latin typeface="Tahoma"/>
                <a:cs typeface="Tahoma"/>
              </a:rPr>
              <a:t>6977: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250">
                <a:latin typeface="Tahoma"/>
                <a:cs typeface="Tahoma"/>
              </a:rPr>
              <a:t>A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heap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buffer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overflow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due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to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>
                <a:latin typeface="Tahoma"/>
                <a:cs typeface="Tahoma"/>
              </a:rPr>
              <a:t> </a:t>
            </a:r>
            <a:r>
              <a:rPr dirty="0" sz="2000" spc="10">
                <a:latin typeface="Tahoma"/>
                <a:cs typeface="Tahoma"/>
              </a:rPr>
              <a:t>insufficient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10">
                <a:latin typeface="Tahoma"/>
                <a:cs typeface="Tahoma"/>
              </a:rPr>
              <a:t>size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45">
                <a:latin typeface="Tahoma"/>
                <a:cs typeface="Tahoma"/>
              </a:rPr>
              <a:t>allocation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18460" y="2241804"/>
            <a:ext cx="6047740" cy="28378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71755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65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5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40" b="1">
                <a:solidFill>
                  <a:srgbClr val="0017C0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(...)</a:t>
            </a:r>
            <a:r>
              <a:rPr dirty="0" sz="1600" spc="-50">
                <a:latin typeface="Consolas"/>
                <a:cs typeface="Consolas"/>
              </a:rPr>
              <a:t> {</a:t>
            </a:r>
            <a:endParaRPr sz="1600">
              <a:latin typeface="Consolas"/>
              <a:cs typeface="Consolas"/>
            </a:endParaRPr>
          </a:p>
          <a:p>
            <a:pPr marL="120396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58825" marR="2613025" indent="-222885">
              <a:lnSpc>
                <a:spcPct val="125000"/>
              </a:lnSpc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 </a:t>
            </a: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120396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082019" y="6432905"/>
            <a:ext cx="19304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767676"/>
                </a:solidFill>
                <a:latin typeface="Malgun Gothic"/>
                <a:cs typeface="Malgun Gothic"/>
              </a:rPr>
              <a:t>15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Motivating</a:t>
            </a:r>
            <a:r>
              <a:rPr dirty="0" spc="-80"/>
              <a:t> </a:t>
            </a:r>
            <a:r>
              <a:rPr dirty="0" spc="65"/>
              <a:t>Example:</a:t>
            </a:r>
            <a:r>
              <a:rPr dirty="0" spc="-95"/>
              <a:t> </a:t>
            </a:r>
            <a:r>
              <a:rPr dirty="0" spc="80"/>
              <a:t>PHP</a:t>
            </a:r>
          </a:p>
        </p:txBody>
      </p:sp>
      <p:sp>
        <p:nvSpPr>
          <p:cNvPr id="3" name="object 3"/>
          <p:cNvSpPr/>
          <p:nvPr/>
        </p:nvSpPr>
        <p:spPr>
          <a:xfrm>
            <a:off x="838200" y="2241804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39748" y="3459251"/>
            <a:ext cx="3138170" cy="15500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57200" marR="5080" indent="-222885">
              <a:lnSpc>
                <a:spcPct val="125000"/>
              </a:lnSpc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 </a:t>
            </a: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90233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5045202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65832" y="1548364"/>
            <a:ext cx="984250" cy="727710"/>
            <a:chOff x="2465832" y="1548364"/>
            <a:chExt cx="984250" cy="727710"/>
          </a:xfrm>
        </p:grpSpPr>
        <p:sp>
          <p:nvSpPr>
            <p:cNvPr id="7" name="object 7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11313" y="0"/>
                  </a:move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lnTo>
                    <a:pt x="91131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65200" y="1035"/>
                  </a:moveTo>
                  <a:lnTo>
                    <a:pt x="911313" y="0"/>
                  </a:ln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916939" y="1905711"/>
            <a:ext cx="3917315" cy="1579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3785">
              <a:lnSpc>
                <a:spcPct val="100000"/>
              </a:lnSpc>
              <a:spcBef>
                <a:spcPts val="105"/>
              </a:spcBef>
            </a:pPr>
            <a:r>
              <a:rPr dirty="0" sz="1400" spc="-45" b="1">
                <a:latin typeface="Arial"/>
                <a:cs typeface="Arial"/>
              </a:rPr>
              <a:t>Crashing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328606" y="1120139"/>
            <a:ext cx="3863340" cy="3329940"/>
            <a:chOff x="3328606" y="1120139"/>
            <a:chExt cx="3863340" cy="3329940"/>
          </a:xfrm>
        </p:grpSpPr>
        <p:pic>
          <p:nvPicPr>
            <p:cNvPr id="11" name="object 11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6056" y="1258823"/>
              <a:ext cx="731520" cy="729996"/>
            </a:xfrm>
            <a:prstGeom prst="rect">
              <a:avLst/>
            </a:prstGeom>
          </p:spPr>
        </p:pic>
        <p:pic>
          <p:nvPicPr>
            <p:cNvPr id="12" name="object 12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428" y="1120139"/>
              <a:ext cx="437388" cy="43738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342894" y="3259073"/>
              <a:ext cx="1257300" cy="226060"/>
            </a:xfrm>
            <a:custGeom>
              <a:avLst/>
              <a:gdLst/>
              <a:ahLst/>
              <a:cxnLst/>
              <a:rect l="l" t="t" r="r" b="b"/>
              <a:pathLst>
                <a:path w="1257300" h="226060">
                  <a:moveTo>
                    <a:pt x="0" y="225551"/>
                  </a:moveTo>
                  <a:lnTo>
                    <a:pt x="1257300" y="225551"/>
                  </a:lnTo>
                  <a:lnTo>
                    <a:pt x="1257300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05527" y="3597910"/>
              <a:ext cx="2571750" cy="838200"/>
            </a:xfrm>
            <a:custGeom>
              <a:avLst/>
              <a:gdLst/>
              <a:ahLst/>
              <a:cxnLst/>
              <a:rect l="l" t="t" r="r" b="b"/>
              <a:pathLst>
                <a:path w="2571750" h="838200">
                  <a:moveTo>
                    <a:pt x="2494026" y="371347"/>
                  </a:moveTo>
                  <a:lnTo>
                    <a:pt x="101346" y="371347"/>
                  </a:lnTo>
                  <a:lnTo>
                    <a:pt x="71092" y="377455"/>
                  </a:lnTo>
                  <a:lnTo>
                    <a:pt x="46386" y="394112"/>
                  </a:lnTo>
                  <a:lnTo>
                    <a:pt x="29729" y="418818"/>
                  </a:lnTo>
                  <a:lnTo>
                    <a:pt x="23622" y="449071"/>
                  </a:lnTo>
                  <a:lnTo>
                    <a:pt x="23622" y="759967"/>
                  </a:lnTo>
                  <a:lnTo>
                    <a:pt x="29729" y="790221"/>
                  </a:lnTo>
                  <a:lnTo>
                    <a:pt x="46386" y="814927"/>
                  </a:lnTo>
                  <a:lnTo>
                    <a:pt x="71092" y="831584"/>
                  </a:lnTo>
                  <a:lnTo>
                    <a:pt x="101346" y="837691"/>
                  </a:lnTo>
                  <a:lnTo>
                    <a:pt x="2494026" y="837691"/>
                  </a:lnTo>
                  <a:lnTo>
                    <a:pt x="2524279" y="831584"/>
                  </a:lnTo>
                  <a:lnTo>
                    <a:pt x="2548985" y="814927"/>
                  </a:lnTo>
                  <a:lnTo>
                    <a:pt x="2565642" y="790221"/>
                  </a:lnTo>
                  <a:lnTo>
                    <a:pt x="2571750" y="759967"/>
                  </a:lnTo>
                  <a:lnTo>
                    <a:pt x="2571750" y="449071"/>
                  </a:lnTo>
                  <a:lnTo>
                    <a:pt x="2565642" y="418818"/>
                  </a:lnTo>
                  <a:lnTo>
                    <a:pt x="2548985" y="394112"/>
                  </a:lnTo>
                  <a:lnTo>
                    <a:pt x="2524279" y="377455"/>
                  </a:lnTo>
                  <a:lnTo>
                    <a:pt x="2494026" y="371347"/>
                  </a:lnTo>
                  <a:close/>
                </a:path>
                <a:path w="2571750" h="838200">
                  <a:moveTo>
                    <a:pt x="0" y="0"/>
                  </a:moveTo>
                  <a:lnTo>
                    <a:pt x="448310" y="371347"/>
                  </a:lnTo>
                  <a:lnTo>
                    <a:pt x="1085342" y="3713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605527" y="3597910"/>
              <a:ext cx="2571750" cy="838200"/>
            </a:xfrm>
            <a:custGeom>
              <a:avLst/>
              <a:gdLst/>
              <a:ahLst/>
              <a:cxnLst/>
              <a:rect l="l" t="t" r="r" b="b"/>
              <a:pathLst>
                <a:path w="2571750" h="838200">
                  <a:moveTo>
                    <a:pt x="23622" y="449071"/>
                  </a:moveTo>
                  <a:lnTo>
                    <a:pt x="29729" y="418818"/>
                  </a:lnTo>
                  <a:lnTo>
                    <a:pt x="46386" y="394112"/>
                  </a:lnTo>
                  <a:lnTo>
                    <a:pt x="71092" y="377455"/>
                  </a:lnTo>
                  <a:lnTo>
                    <a:pt x="101346" y="371347"/>
                  </a:lnTo>
                  <a:lnTo>
                    <a:pt x="448310" y="371347"/>
                  </a:lnTo>
                  <a:lnTo>
                    <a:pt x="0" y="0"/>
                  </a:lnTo>
                  <a:lnTo>
                    <a:pt x="1085342" y="371347"/>
                  </a:lnTo>
                  <a:lnTo>
                    <a:pt x="2494026" y="371347"/>
                  </a:lnTo>
                  <a:lnTo>
                    <a:pt x="2524279" y="377455"/>
                  </a:lnTo>
                  <a:lnTo>
                    <a:pt x="2548985" y="394112"/>
                  </a:lnTo>
                  <a:lnTo>
                    <a:pt x="2565642" y="418818"/>
                  </a:lnTo>
                  <a:lnTo>
                    <a:pt x="2571750" y="449071"/>
                  </a:lnTo>
                  <a:lnTo>
                    <a:pt x="2571750" y="565657"/>
                  </a:lnTo>
                  <a:lnTo>
                    <a:pt x="2571750" y="759967"/>
                  </a:lnTo>
                  <a:lnTo>
                    <a:pt x="2565642" y="790221"/>
                  </a:lnTo>
                  <a:lnTo>
                    <a:pt x="2548985" y="814927"/>
                  </a:lnTo>
                  <a:lnTo>
                    <a:pt x="2524279" y="831584"/>
                  </a:lnTo>
                  <a:lnTo>
                    <a:pt x="2494026" y="837691"/>
                  </a:lnTo>
                  <a:lnTo>
                    <a:pt x="1085342" y="837691"/>
                  </a:lnTo>
                  <a:lnTo>
                    <a:pt x="448310" y="837691"/>
                  </a:lnTo>
                  <a:lnTo>
                    <a:pt x="101346" y="837691"/>
                  </a:lnTo>
                  <a:lnTo>
                    <a:pt x="71092" y="831584"/>
                  </a:lnTo>
                  <a:lnTo>
                    <a:pt x="46386" y="814927"/>
                  </a:lnTo>
                  <a:lnTo>
                    <a:pt x="29729" y="790221"/>
                  </a:lnTo>
                  <a:lnTo>
                    <a:pt x="23622" y="759967"/>
                  </a:lnTo>
                  <a:lnTo>
                    <a:pt x="23622" y="565657"/>
                  </a:lnTo>
                  <a:lnTo>
                    <a:pt x="23622" y="449071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4872990" y="4044518"/>
            <a:ext cx="20605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00000"/>
                </a:solidFill>
                <a:latin typeface="Consolas"/>
                <a:cs typeface="Consolas"/>
              </a:rPr>
              <a:t>colorsTotal</a:t>
            </a:r>
            <a:r>
              <a:rPr dirty="0" sz="1800" spc="-45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277350" y="1953005"/>
            <a:ext cx="2133600" cy="4335780"/>
          </a:xfrm>
          <a:custGeom>
            <a:avLst/>
            <a:gdLst/>
            <a:ahLst/>
            <a:cxnLst/>
            <a:rect l="l" t="t" r="r" b="b"/>
            <a:pathLst>
              <a:path w="2133600" h="4335780">
                <a:moveTo>
                  <a:pt x="0" y="4335780"/>
                </a:moveTo>
                <a:lnTo>
                  <a:pt x="2133600" y="4335780"/>
                </a:lnTo>
                <a:lnTo>
                  <a:pt x="2133600" y="0"/>
                </a:lnTo>
                <a:lnTo>
                  <a:pt x="0" y="0"/>
                </a:lnTo>
                <a:lnTo>
                  <a:pt x="0" y="4335780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609835" y="1631061"/>
            <a:ext cx="14693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Arial"/>
                <a:cs typeface="Arial"/>
              </a:rPr>
              <a:t>Program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2241804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916939" y="2239797"/>
            <a:ext cx="2918460" cy="9398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138" y="3248405"/>
            <a:ext cx="426720" cy="22606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48260">
              <a:lnSpc>
                <a:spcPts val="1760"/>
              </a:lnSpc>
            </a:pPr>
            <a:r>
              <a:rPr dirty="0" sz="1600" spc="-25">
                <a:latin typeface="Consolas"/>
                <a:cs typeface="Consolas"/>
              </a:rPr>
              <a:t>buf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84705" y="3215767"/>
            <a:ext cx="3249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9748" y="3459251"/>
            <a:ext cx="3138170" cy="15500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57200" marR="5080" indent="-222885">
              <a:lnSpc>
                <a:spcPct val="125000"/>
              </a:lnSpc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 </a:t>
            </a: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90233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5045202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Motivating</a:t>
            </a:r>
            <a:r>
              <a:rPr dirty="0" spc="-80"/>
              <a:t> </a:t>
            </a:r>
            <a:r>
              <a:rPr dirty="0" spc="65"/>
              <a:t>Example:</a:t>
            </a:r>
            <a:r>
              <a:rPr dirty="0" spc="-95"/>
              <a:t> </a:t>
            </a:r>
            <a:r>
              <a:rPr dirty="0" spc="80"/>
              <a:t>PHP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2465832" y="1548364"/>
            <a:ext cx="984250" cy="727710"/>
            <a:chOff x="2465832" y="1548364"/>
            <a:chExt cx="984250" cy="727710"/>
          </a:xfrm>
        </p:grpSpPr>
        <p:sp>
          <p:nvSpPr>
            <p:cNvPr id="10" name="object 10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11313" y="0"/>
                  </a:move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lnTo>
                    <a:pt x="91131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65200" y="1035"/>
                  </a:moveTo>
                  <a:lnTo>
                    <a:pt x="911313" y="0"/>
                  </a:ln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263062" y="1938718"/>
          <a:ext cx="2238375" cy="433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</a:tblGrid>
              <a:tr h="819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  <a:tr h="117602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dirty="0" sz="2000" spc="-25" b="1">
                          <a:latin typeface="Consolas"/>
                          <a:cs typeface="Consolas"/>
                        </a:rPr>
                        <a:t>buf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0x28</a:t>
                      </a:r>
                      <a:r>
                        <a:rPr dirty="0" sz="1800" spc="1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byte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8279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</a:tr>
              <a:tr h="2339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609835" y="1631061"/>
            <a:ext cx="14693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Arial"/>
                <a:cs typeface="Arial"/>
              </a:rPr>
              <a:t>Program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520558" y="3471417"/>
            <a:ext cx="1217930" cy="734060"/>
            <a:chOff x="7520558" y="3471417"/>
            <a:chExt cx="1217930" cy="734060"/>
          </a:xfrm>
        </p:grpSpPr>
        <p:sp>
          <p:nvSpPr>
            <p:cNvPr id="15" name="object 15"/>
            <p:cNvSpPr/>
            <p:nvPr/>
          </p:nvSpPr>
          <p:spPr>
            <a:xfrm>
              <a:off x="7530083" y="3480942"/>
              <a:ext cx="1198880" cy="715010"/>
            </a:xfrm>
            <a:custGeom>
              <a:avLst/>
              <a:gdLst/>
              <a:ahLst/>
              <a:cxnLst/>
              <a:rect l="l" t="t" r="r" b="b"/>
              <a:pathLst>
                <a:path w="1198879" h="715010">
                  <a:moveTo>
                    <a:pt x="857758" y="0"/>
                  </a:moveTo>
                  <a:lnTo>
                    <a:pt x="904748" y="123444"/>
                  </a:lnTo>
                  <a:lnTo>
                    <a:pt x="0" y="468122"/>
                  </a:lnTo>
                  <a:lnTo>
                    <a:pt x="93980" y="715010"/>
                  </a:lnTo>
                  <a:lnTo>
                    <a:pt x="998855" y="370205"/>
                  </a:lnTo>
                  <a:lnTo>
                    <a:pt x="1045845" y="493649"/>
                  </a:lnTo>
                  <a:lnTo>
                    <a:pt x="1198626" y="152781"/>
                  </a:lnTo>
                  <a:lnTo>
                    <a:pt x="857758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530083" y="3480942"/>
              <a:ext cx="1198880" cy="715010"/>
            </a:xfrm>
            <a:custGeom>
              <a:avLst/>
              <a:gdLst/>
              <a:ahLst/>
              <a:cxnLst/>
              <a:rect l="l" t="t" r="r" b="b"/>
              <a:pathLst>
                <a:path w="1198879" h="715010">
                  <a:moveTo>
                    <a:pt x="0" y="468122"/>
                  </a:moveTo>
                  <a:lnTo>
                    <a:pt x="904748" y="123444"/>
                  </a:lnTo>
                  <a:lnTo>
                    <a:pt x="857758" y="0"/>
                  </a:lnTo>
                  <a:lnTo>
                    <a:pt x="1198626" y="152781"/>
                  </a:lnTo>
                  <a:lnTo>
                    <a:pt x="1045845" y="493649"/>
                  </a:lnTo>
                  <a:lnTo>
                    <a:pt x="998855" y="370205"/>
                  </a:lnTo>
                  <a:lnTo>
                    <a:pt x="93980" y="715010"/>
                  </a:lnTo>
                  <a:lnTo>
                    <a:pt x="0" y="468122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290054" y="2832861"/>
            <a:ext cx="1726564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447675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allocates 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0x28</a:t>
            </a:r>
            <a:r>
              <a:rPr dirty="0" sz="16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75" b="1">
                <a:solidFill>
                  <a:srgbClr val="C00000"/>
                </a:solidFill>
                <a:latin typeface="Arial"/>
                <a:cs typeface="Arial"/>
              </a:rPr>
              <a:t>size</a:t>
            </a:r>
            <a:r>
              <a:rPr dirty="0" sz="1600" spc="6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C00000"/>
                </a:solidFill>
                <a:latin typeface="Arial"/>
                <a:cs typeface="Arial"/>
              </a:rPr>
              <a:t>memory</a:t>
            </a:r>
            <a:endParaRPr sz="1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48405" y="1905711"/>
            <a:ext cx="123063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45" b="1">
                <a:latin typeface="Arial"/>
                <a:cs typeface="Arial"/>
              </a:rPr>
              <a:t>Crashing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328606" y="1120139"/>
            <a:ext cx="3863340" cy="3329940"/>
            <a:chOff x="3328606" y="1120139"/>
            <a:chExt cx="3863340" cy="3329940"/>
          </a:xfrm>
        </p:grpSpPr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6056" y="1258823"/>
              <a:ext cx="731520" cy="729996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428" y="1120139"/>
              <a:ext cx="437388" cy="43738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342894" y="3259073"/>
              <a:ext cx="1257300" cy="226060"/>
            </a:xfrm>
            <a:custGeom>
              <a:avLst/>
              <a:gdLst/>
              <a:ahLst/>
              <a:cxnLst/>
              <a:rect l="l" t="t" r="r" b="b"/>
              <a:pathLst>
                <a:path w="1257300" h="226060">
                  <a:moveTo>
                    <a:pt x="0" y="225551"/>
                  </a:moveTo>
                  <a:lnTo>
                    <a:pt x="1257300" y="225551"/>
                  </a:lnTo>
                  <a:lnTo>
                    <a:pt x="1257300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605527" y="3597910"/>
              <a:ext cx="2571750" cy="838200"/>
            </a:xfrm>
            <a:custGeom>
              <a:avLst/>
              <a:gdLst/>
              <a:ahLst/>
              <a:cxnLst/>
              <a:rect l="l" t="t" r="r" b="b"/>
              <a:pathLst>
                <a:path w="2571750" h="838200">
                  <a:moveTo>
                    <a:pt x="2494026" y="371347"/>
                  </a:moveTo>
                  <a:lnTo>
                    <a:pt x="101346" y="371347"/>
                  </a:lnTo>
                  <a:lnTo>
                    <a:pt x="71092" y="377455"/>
                  </a:lnTo>
                  <a:lnTo>
                    <a:pt x="46386" y="394112"/>
                  </a:lnTo>
                  <a:lnTo>
                    <a:pt x="29729" y="418818"/>
                  </a:lnTo>
                  <a:lnTo>
                    <a:pt x="23622" y="449071"/>
                  </a:lnTo>
                  <a:lnTo>
                    <a:pt x="23622" y="759967"/>
                  </a:lnTo>
                  <a:lnTo>
                    <a:pt x="29729" y="790221"/>
                  </a:lnTo>
                  <a:lnTo>
                    <a:pt x="46386" y="814927"/>
                  </a:lnTo>
                  <a:lnTo>
                    <a:pt x="71092" y="831584"/>
                  </a:lnTo>
                  <a:lnTo>
                    <a:pt x="101346" y="837691"/>
                  </a:lnTo>
                  <a:lnTo>
                    <a:pt x="2494026" y="837691"/>
                  </a:lnTo>
                  <a:lnTo>
                    <a:pt x="2524279" y="831584"/>
                  </a:lnTo>
                  <a:lnTo>
                    <a:pt x="2548985" y="814927"/>
                  </a:lnTo>
                  <a:lnTo>
                    <a:pt x="2565642" y="790221"/>
                  </a:lnTo>
                  <a:lnTo>
                    <a:pt x="2571750" y="759967"/>
                  </a:lnTo>
                  <a:lnTo>
                    <a:pt x="2571750" y="449071"/>
                  </a:lnTo>
                  <a:lnTo>
                    <a:pt x="2565642" y="418818"/>
                  </a:lnTo>
                  <a:lnTo>
                    <a:pt x="2548985" y="394112"/>
                  </a:lnTo>
                  <a:lnTo>
                    <a:pt x="2524279" y="377455"/>
                  </a:lnTo>
                  <a:lnTo>
                    <a:pt x="2494026" y="371347"/>
                  </a:lnTo>
                  <a:close/>
                </a:path>
                <a:path w="2571750" h="838200">
                  <a:moveTo>
                    <a:pt x="0" y="0"/>
                  </a:moveTo>
                  <a:lnTo>
                    <a:pt x="448310" y="371347"/>
                  </a:lnTo>
                  <a:lnTo>
                    <a:pt x="1085342" y="3713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605527" y="3597910"/>
              <a:ext cx="2571750" cy="838200"/>
            </a:xfrm>
            <a:custGeom>
              <a:avLst/>
              <a:gdLst/>
              <a:ahLst/>
              <a:cxnLst/>
              <a:rect l="l" t="t" r="r" b="b"/>
              <a:pathLst>
                <a:path w="2571750" h="838200">
                  <a:moveTo>
                    <a:pt x="23622" y="449071"/>
                  </a:moveTo>
                  <a:lnTo>
                    <a:pt x="29729" y="418818"/>
                  </a:lnTo>
                  <a:lnTo>
                    <a:pt x="46386" y="394112"/>
                  </a:lnTo>
                  <a:lnTo>
                    <a:pt x="71092" y="377455"/>
                  </a:lnTo>
                  <a:lnTo>
                    <a:pt x="101346" y="371347"/>
                  </a:lnTo>
                  <a:lnTo>
                    <a:pt x="448310" y="371347"/>
                  </a:lnTo>
                  <a:lnTo>
                    <a:pt x="0" y="0"/>
                  </a:lnTo>
                  <a:lnTo>
                    <a:pt x="1085342" y="371347"/>
                  </a:lnTo>
                  <a:lnTo>
                    <a:pt x="2494026" y="371347"/>
                  </a:lnTo>
                  <a:lnTo>
                    <a:pt x="2524279" y="377455"/>
                  </a:lnTo>
                  <a:lnTo>
                    <a:pt x="2548985" y="394112"/>
                  </a:lnTo>
                  <a:lnTo>
                    <a:pt x="2565642" y="418818"/>
                  </a:lnTo>
                  <a:lnTo>
                    <a:pt x="2571750" y="449071"/>
                  </a:lnTo>
                  <a:lnTo>
                    <a:pt x="2571750" y="565657"/>
                  </a:lnTo>
                  <a:lnTo>
                    <a:pt x="2571750" y="759967"/>
                  </a:lnTo>
                  <a:lnTo>
                    <a:pt x="2565642" y="790221"/>
                  </a:lnTo>
                  <a:lnTo>
                    <a:pt x="2548985" y="814927"/>
                  </a:lnTo>
                  <a:lnTo>
                    <a:pt x="2524279" y="831584"/>
                  </a:lnTo>
                  <a:lnTo>
                    <a:pt x="2494026" y="837691"/>
                  </a:lnTo>
                  <a:lnTo>
                    <a:pt x="1085342" y="837691"/>
                  </a:lnTo>
                  <a:lnTo>
                    <a:pt x="448310" y="837691"/>
                  </a:lnTo>
                  <a:lnTo>
                    <a:pt x="101346" y="837691"/>
                  </a:lnTo>
                  <a:lnTo>
                    <a:pt x="71092" y="831584"/>
                  </a:lnTo>
                  <a:lnTo>
                    <a:pt x="46386" y="814927"/>
                  </a:lnTo>
                  <a:lnTo>
                    <a:pt x="29729" y="790221"/>
                  </a:lnTo>
                  <a:lnTo>
                    <a:pt x="23622" y="759967"/>
                  </a:lnTo>
                  <a:lnTo>
                    <a:pt x="23622" y="565657"/>
                  </a:lnTo>
                  <a:lnTo>
                    <a:pt x="23622" y="449071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872990" y="4044518"/>
            <a:ext cx="20605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00000"/>
                </a:solidFill>
                <a:latin typeface="Consolas"/>
                <a:cs typeface="Consolas"/>
              </a:rPr>
              <a:t>colorsTotal</a:t>
            </a:r>
            <a:r>
              <a:rPr dirty="0" sz="1800" spc="-45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65">
                <a:latin typeface="Tahoma"/>
                <a:cs typeface="Tahoma"/>
              </a:rPr>
              <a:t> </a:t>
            </a: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2241804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39748" y="3459251"/>
            <a:ext cx="3138170" cy="6350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068851"/>
            <a:ext cx="3249930" cy="1245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0085" marR="5080">
              <a:lnSpc>
                <a:spcPct val="125000"/>
              </a:lnSpc>
              <a:spcBef>
                <a:spcPts val="100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465832" y="1548364"/>
            <a:ext cx="984250" cy="727710"/>
            <a:chOff x="2465832" y="1548364"/>
            <a:chExt cx="984250" cy="727710"/>
          </a:xfrm>
        </p:grpSpPr>
        <p:sp>
          <p:nvSpPr>
            <p:cNvPr id="6" name="object 6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11313" y="0"/>
                  </a:move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lnTo>
                    <a:pt x="91131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65200" y="1035"/>
                  </a:moveTo>
                  <a:lnTo>
                    <a:pt x="911313" y="0"/>
                  </a:ln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16939" y="1905711"/>
            <a:ext cx="3917315" cy="1579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3785">
              <a:lnSpc>
                <a:spcPct val="100000"/>
              </a:lnSpc>
              <a:spcBef>
                <a:spcPts val="105"/>
              </a:spcBef>
            </a:pPr>
            <a:r>
              <a:rPr dirty="0" sz="1400" spc="-45" b="1">
                <a:latin typeface="Arial"/>
                <a:cs typeface="Arial"/>
              </a:rPr>
              <a:t>Crashing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263062" y="1938718"/>
          <a:ext cx="2238375" cy="433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</a:tblGrid>
              <a:tr h="819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  <a:tr h="117602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dirty="0" sz="2000" spc="-25" b="1">
                          <a:latin typeface="Consolas"/>
                          <a:cs typeface="Consolas"/>
                        </a:rPr>
                        <a:t>buf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0x28</a:t>
                      </a:r>
                      <a:r>
                        <a:rPr dirty="0" sz="1800" spc="1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byte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8279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</a:tr>
              <a:tr h="2339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9609835" y="1631061"/>
            <a:ext cx="14693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Arial"/>
                <a:cs typeface="Arial"/>
              </a:rPr>
              <a:t>Program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424428" y="1120139"/>
            <a:ext cx="2526665" cy="3015615"/>
            <a:chOff x="3424428" y="1120139"/>
            <a:chExt cx="2526665" cy="3015615"/>
          </a:xfrm>
        </p:grpSpPr>
        <p:pic>
          <p:nvPicPr>
            <p:cNvPr id="12" name="object 12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6056" y="1258823"/>
              <a:ext cx="731520" cy="729996"/>
            </a:xfrm>
            <a:prstGeom prst="rect">
              <a:avLst/>
            </a:prstGeom>
          </p:spPr>
        </p:pic>
        <p:pic>
          <p:nvPicPr>
            <p:cNvPr id="13" name="object 13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428" y="1120139"/>
              <a:ext cx="437388" cy="4373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628009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1262379" y="458723"/>
                  </a:moveTo>
                  <a:lnTo>
                    <a:pt x="813942" y="458723"/>
                  </a:lnTo>
                  <a:lnTo>
                    <a:pt x="0" y="723645"/>
                  </a:lnTo>
                  <a:lnTo>
                    <a:pt x="1262379" y="458723"/>
                  </a:lnTo>
                  <a:close/>
                </a:path>
                <a:path w="2308860" h="723900">
                  <a:moveTo>
                    <a:pt x="2232279" y="0"/>
                  </a:moveTo>
                  <a:lnTo>
                    <a:pt x="591438" y="0"/>
                  </a:lnTo>
                  <a:lnTo>
                    <a:pt x="561705" y="6016"/>
                  </a:lnTo>
                  <a:lnTo>
                    <a:pt x="537400" y="22415"/>
                  </a:lnTo>
                  <a:lnTo>
                    <a:pt x="521001" y="46720"/>
                  </a:lnTo>
                  <a:lnTo>
                    <a:pt x="514985" y="76453"/>
                  </a:lnTo>
                  <a:lnTo>
                    <a:pt x="514985" y="382269"/>
                  </a:lnTo>
                  <a:lnTo>
                    <a:pt x="521001" y="412003"/>
                  </a:lnTo>
                  <a:lnTo>
                    <a:pt x="537400" y="436308"/>
                  </a:lnTo>
                  <a:lnTo>
                    <a:pt x="561705" y="452707"/>
                  </a:lnTo>
                  <a:lnTo>
                    <a:pt x="591438" y="458723"/>
                  </a:lnTo>
                  <a:lnTo>
                    <a:pt x="2232279" y="458723"/>
                  </a:lnTo>
                  <a:lnTo>
                    <a:pt x="2262012" y="452707"/>
                  </a:lnTo>
                  <a:lnTo>
                    <a:pt x="2286317" y="436308"/>
                  </a:lnTo>
                  <a:lnTo>
                    <a:pt x="2302716" y="412003"/>
                  </a:lnTo>
                  <a:lnTo>
                    <a:pt x="2308732" y="382269"/>
                  </a:lnTo>
                  <a:lnTo>
                    <a:pt x="2308732" y="76453"/>
                  </a:lnTo>
                  <a:lnTo>
                    <a:pt x="2302716" y="46720"/>
                  </a:lnTo>
                  <a:lnTo>
                    <a:pt x="2286317" y="22415"/>
                  </a:lnTo>
                  <a:lnTo>
                    <a:pt x="2262012" y="6016"/>
                  </a:lnTo>
                  <a:lnTo>
                    <a:pt x="2232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628009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514985" y="76453"/>
                  </a:moveTo>
                  <a:lnTo>
                    <a:pt x="521001" y="46720"/>
                  </a:lnTo>
                  <a:lnTo>
                    <a:pt x="537400" y="22415"/>
                  </a:lnTo>
                  <a:lnTo>
                    <a:pt x="561705" y="6016"/>
                  </a:lnTo>
                  <a:lnTo>
                    <a:pt x="591438" y="0"/>
                  </a:lnTo>
                  <a:lnTo>
                    <a:pt x="813942" y="0"/>
                  </a:lnTo>
                  <a:lnTo>
                    <a:pt x="1262379" y="0"/>
                  </a:lnTo>
                  <a:lnTo>
                    <a:pt x="2232279" y="0"/>
                  </a:lnTo>
                  <a:lnTo>
                    <a:pt x="2262012" y="6016"/>
                  </a:lnTo>
                  <a:lnTo>
                    <a:pt x="2286317" y="22415"/>
                  </a:lnTo>
                  <a:lnTo>
                    <a:pt x="2302716" y="46720"/>
                  </a:lnTo>
                  <a:lnTo>
                    <a:pt x="2308732" y="76453"/>
                  </a:lnTo>
                  <a:lnTo>
                    <a:pt x="2308732" y="267588"/>
                  </a:lnTo>
                  <a:lnTo>
                    <a:pt x="2308732" y="382269"/>
                  </a:lnTo>
                  <a:lnTo>
                    <a:pt x="2302716" y="412003"/>
                  </a:lnTo>
                  <a:lnTo>
                    <a:pt x="2286317" y="436308"/>
                  </a:lnTo>
                  <a:lnTo>
                    <a:pt x="2262012" y="452707"/>
                  </a:lnTo>
                  <a:lnTo>
                    <a:pt x="2232279" y="458723"/>
                  </a:lnTo>
                  <a:lnTo>
                    <a:pt x="1262379" y="458723"/>
                  </a:lnTo>
                  <a:lnTo>
                    <a:pt x="0" y="723645"/>
                  </a:lnTo>
                  <a:lnTo>
                    <a:pt x="813942" y="458723"/>
                  </a:lnTo>
                  <a:lnTo>
                    <a:pt x="591438" y="458723"/>
                  </a:lnTo>
                  <a:lnTo>
                    <a:pt x="561705" y="452707"/>
                  </a:lnTo>
                  <a:lnTo>
                    <a:pt x="537400" y="436308"/>
                  </a:lnTo>
                  <a:lnTo>
                    <a:pt x="521001" y="412003"/>
                  </a:lnTo>
                  <a:lnTo>
                    <a:pt x="514985" y="382269"/>
                  </a:lnTo>
                  <a:lnTo>
                    <a:pt x="514985" y="267588"/>
                  </a:lnTo>
                  <a:lnTo>
                    <a:pt x="514985" y="76453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Motivating</a:t>
            </a:r>
            <a:r>
              <a:rPr dirty="0" spc="-80"/>
              <a:t> </a:t>
            </a:r>
            <a:r>
              <a:rPr dirty="0" spc="65"/>
              <a:t>Example:</a:t>
            </a:r>
            <a:r>
              <a:rPr dirty="0" spc="-95"/>
              <a:t> </a:t>
            </a:r>
            <a:r>
              <a:rPr dirty="0" spc="80"/>
              <a:t>PHP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323969" y="3469640"/>
            <a:ext cx="143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17C0"/>
                </a:solidFill>
                <a:latin typeface="Consolas"/>
                <a:cs typeface="Consolas"/>
              </a:rPr>
              <a:t>color</a:t>
            </a:r>
            <a:r>
              <a:rPr dirty="0" sz="1800" spc="-480" b="1">
                <a:solidFill>
                  <a:srgbClr val="0017C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82645" y="4179570"/>
            <a:ext cx="657225" cy="226060"/>
          </a:xfrm>
          <a:custGeom>
            <a:avLst/>
            <a:gdLst/>
            <a:ahLst/>
            <a:cxnLst/>
            <a:rect l="l" t="t" r="r" b="b"/>
            <a:pathLst>
              <a:path w="657225" h="226060">
                <a:moveTo>
                  <a:pt x="0" y="225551"/>
                </a:moveTo>
                <a:lnTo>
                  <a:pt x="656844" y="225551"/>
                </a:lnTo>
                <a:lnTo>
                  <a:pt x="6568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28575">
            <a:solidFill>
              <a:srgbClr val="0017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2241804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39748" y="3459251"/>
            <a:ext cx="3138170" cy="6350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4705" y="4130421"/>
            <a:ext cx="2581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9522" y="4431029"/>
            <a:ext cx="1487805" cy="33401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30"/>
              </a:spcBef>
            </a:pP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9714" y="4739716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5045202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65832" y="1548364"/>
            <a:ext cx="984250" cy="727710"/>
            <a:chOff x="2465832" y="1548364"/>
            <a:chExt cx="984250" cy="727710"/>
          </a:xfrm>
        </p:grpSpPr>
        <p:sp>
          <p:nvSpPr>
            <p:cNvPr id="9" name="object 9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11313" y="0"/>
                  </a:move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lnTo>
                    <a:pt x="91131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65200" y="1035"/>
                  </a:moveTo>
                  <a:lnTo>
                    <a:pt x="911313" y="0"/>
                  </a:ln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16939" y="1905711"/>
            <a:ext cx="3917315" cy="1579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3785">
              <a:lnSpc>
                <a:spcPct val="100000"/>
              </a:lnSpc>
              <a:spcBef>
                <a:spcPts val="105"/>
              </a:spcBef>
            </a:pPr>
            <a:r>
              <a:rPr dirty="0" sz="1400" spc="-45" b="1">
                <a:latin typeface="Arial"/>
                <a:cs typeface="Arial"/>
              </a:rPr>
              <a:t>Crashing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263062" y="1938718"/>
          <a:ext cx="2238375" cy="433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</a:tblGrid>
              <a:tr h="819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  <a:tr h="117602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dirty="0" sz="2000" spc="-25" b="1">
                          <a:latin typeface="Consolas"/>
                          <a:cs typeface="Consolas"/>
                        </a:rPr>
                        <a:t>buf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0x28</a:t>
                      </a:r>
                      <a:r>
                        <a:rPr dirty="0" sz="1800" spc="1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byte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8279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</a:tr>
              <a:tr h="2339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609835" y="1631061"/>
            <a:ext cx="14693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Arial"/>
                <a:cs typeface="Arial"/>
              </a:rPr>
              <a:t>Program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424428" y="1120139"/>
            <a:ext cx="2526665" cy="3015615"/>
            <a:chOff x="3424428" y="1120139"/>
            <a:chExt cx="2526665" cy="3015615"/>
          </a:xfrm>
        </p:grpSpPr>
        <p:pic>
          <p:nvPicPr>
            <p:cNvPr id="15" name="object 1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6056" y="1258823"/>
              <a:ext cx="731520" cy="729996"/>
            </a:xfrm>
            <a:prstGeom prst="rect">
              <a:avLst/>
            </a:prstGeom>
          </p:spPr>
        </p:pic>
        <p:pic>
          <p:nvPicPr>
            <p:cNvPr id="16" name="object 1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428" y="1120139"/>
              <a:ext cx="437388" cy="4373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628009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1262379" y="458723"/>
                  </a:moveTo>
                  <a:lnTo>
                    <a:pt x="813942" y="458723"/>
                  </a:lnTo>
                  <a:lnTo>
                    <a:pt x="0" y="723645"/>
                  </a:lnTo>
                  <a:lnTo>
                    <a:pt x="1262379" y="458723"/>
                  </a:lnTo>
                  <a:close/>
                </a:path>
                <a:path w="2308860" h="723900">
                  <a:moveTo>
                    <a:pt x="2232279" y="0"/>
                  </a:moveTo>
                  <a:lnTo>
                    <a:pt x="591438" y="0"/>
                  </a:lnTo>
                  <a:lnTo>
                    <a:pt x="561705" y="6016"/>
                  </a:lnTo>
                  <a:lnTo>
                    <a:pt x="537400" y="22415"/>
                  </a:lnTo>
                  <a:lnTo>
                    <a:pt x="521001" y="46720"/>
                  </a:lnTo>
                  <a:lnTo>
                    <a:pt x="514985" y="76453"/>
                  </a:lnTo>
                  <a:lnTo>
                    <a:pt x="514985" y="382269"/>
                  </a:lnTo>
                  <a:lnTo>
                    <a:pt x="521001" y="412003"/>
                  </a:lnTo>
                  <a:lnTo>
                    <a:pt x="537400" y="436308"/>
                  </a:lnTo>
                  <a:lnTo>
                    <a:pt x="561705" y="452707"/>
                  </a:lnTo>
                  <a:lnTo>
                    <a:pt x="591438" y="458723"/>
                  </a:lnTo>
                  <a:lnTo>
                    <a:pt x="2232279" y="458723"/>
                  </a:lnTo>
                  <a:lnTo>
                    <a:pt x="2262012" y="452707"/>
                  </a:lnTo>
                  <a:lnTo>
                    <a:pt x="2286317" y="436308"/>
                  </a:lnTo>
                  <a:lnTo>
                    <a:pt x="2302716" y="412003"/>
                  </a:lnTo>
                  <a:lnTo>
                    <a:pt x="2308732" y="382269"/>
                  </a:lnTo>
                  <a:lnTo>
                    <a:pt x="2308732" y="76453"/>
                  </a:lnTo>
                  <a:lnTo>
                    <a:pt x="2302716" y="46720"/>
                  </a:lnTo>
                  <a:lnTo>
                    <a:pt x="2286317" y="22415"/>
                  </a:lnTo>
                  <a:lnTo>
                    <a:pt x="2262012" y="6016"/>
                  </a:lnTo>
                  <a:lnTo>
                    <a:pt x="2232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28009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514985" y="76453"/>
                  </a:moveTo>
                  <a:lnTo>
                    <a:pt x="521001" y="46720"/>
                  </a:lnTo>
                  <a:lnTo>
                    <a:pt x="537400" y="22415"/>
                  </a:lnTo>
                  <a:lnTo>
                    <a:pt x="561705" y="6016"/>
                  </a:lnTo>
                  <a:lnTo>
                    <a:pt x="591438" y="0"/>
                  </a:lnTo>
                  <a:lnTo>
                    <a:pt x="813942" y="0"/>
                  </a:lnTo>
                  <a:lnTo>
                    <a:pt x="1262379" y="0"/>
                  </a:lnTo>
                  <a:lnTo>
                    <a:pt x="2232279" y="0"/>
                  </a:lnTo>
                  <a:lnTo>
                    <a:pt x="2262012" y="6016"/>
                  </a:lnTo>
                  <a:lnTo>
                    <a:pt x="2286317" y="22415"/>
                  </a:lnTo>
                  <a:lnTo>
                    <a:pt x="2302716" y="46720"/>
                  </a:lnTo>
                  <a:lnTo>
                    <a:pt x="2308732" y="76453"/>
                  </a:lnTo>
                  <a:lnTo>
                    <a:pt x="2308732" y="267588"/>
                  </a:lnTo>
                  <a:lnTo>
                    <a:pt x="2308732" y="382269"/>
                  </a:lnTo>
                  <a:lnTo>
                    <a:pt x="2302716" y="412003"/>
                  </a:lnTo>
                  <a:lnTo>
                    <a:pt x="2286317" y="436308"/>
                  </a:lnTo>
                  <a:lnTo>
                    <a:pt x="2262012" y="452707"/>
                  </a:lnTo>
                  <a:lnTo>
                    <a:pt x="2232279" y="458723"/>
                  </a:lnTo>
                  <a:lnTo>
                    <a:pt x="1262379" y="458723"/>
                  </a:lnTo>
                  <a:lnTo>
                    <a:pt x="0" y="723645"/>
                  </a:lnTo>
                  <a:lnTo>
                    <a:pt x="813942" y="458723"/>
                  </a:lnTo>
                  <a:lnTo>
                    <a:pt x="591438" y="458723"/>
                  </a:lnTo>
                  <a:lnTo>
                    <a:pt x="561705" y="452707"/>
                  </a:lnTo>
                  <a:lnTo>
                    <a:pt x="537400" y="436308"/>
                  </a:lnTo>
                  <a:lnTo>
                    <a:pt x="521001" y="412003"/>
                  </a:lnTo>
                  <a:lnTo>
                    <a:pt x="514985" y="382269"/>
                  </a:lnTo>
                  <a:lnTo>
                    <a:pt x="514985" y="267588"/>
                  </a:lnTo>
                  <a:lnTo>
                    <a:pt x="514985" y="76453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323969" y="3469640"/>
            <a:ext cx="143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17C0"/>
                </a:solidFill>
                <a:latin typeface="Consolas"/>
                <a:cs typeface="Consolas"/>
              </a:rPr>
              <a:t>color</a:t>
            </a:r>
            <a:r>
              <a:rPr dirty="0" sz="1800" spc="-480" b="1">
                <a:solidFill>
                  <a:srgbClr val="0017C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Motivating</a:t>
            </a:r>
            <a:r>
              <a:rPr dirty="0" spc="-80"/>
              <a:t> </a:t>
            </a:r>
            <a:r>
              <a:rPr dirty="0" spc="65"/>
              <a:t>Example:</a:t>
            </a:r>
            <a:r>
              <a:rPr dirty="0" spc="-95"/>
              <a:t> </a:t>
            </a:r>
            <a:r>
              <a:rPr dirty="0" spc="80"/>
              <a:t>PHP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3117151" y="4653978"/>
            <a:ext cx="3420745" cy="866140"/>
            <a:chOff x="3117151" y="4653978"/>
            <a:chExt cx="3420745" cy="866140"/>
          </a:xfrm>
        </p:grpSpPr>
        <p:sp>
          <p:nvSpPr>
            <p:cNvPr id="22" name="object 22"/>
            <p:cNvSpPr/>
            <p:nvPr/>
          </p:nvSpPr>
          <p:spPr>
            <a:xfrm>
              <a:off x="3131439" y="4668265"/>
              <a:ext cx="3392170" cy="837565"/>
            </a:xfrm>
            <a:custGeom>
              <a:avLst/>
              <a:gdLst/>
              <a:ahLst/>
              <a:cxnLst/>
              <a:rect l="l" t="t" r="r" b="b"/>
              <a:pathLst>
                <a:path w="3392170" h="837564">
                  <a:moveTo>
                    <a:pt x="3317113" y="387603"/>
                  </a:moveTo>
                  <a:lnTo>
                    <a:pt x="588137" y="387603"/>
                  </a:lnTo>
                  <a:lnTo>
                    <a:pt x="558962" y="393489"/>
                  </a:lnTo>
                  <a:lnTo>
                    <a:pt x="535146" y="409543"/>
                  </a:lnTo>
                  <a:lnTo>
                    <a:pt x="519092" y="433359"/>
                  </a:lnTo>
                  <a:lnTo>
                    <a:pt x="513207" y="462533"/>
                  </a:lnTo>
                  <a:lnTo>
                    <a:pt x="513207" y="762253"/>
                  </a:lnTo>
                  <a:lnTo>
                    <a:pt x="519092" y="791428"/>
                  </a:lnTo>
                  <a:lnTo>
                    <a:pt x="535146" y="815244"/>
                  </a:lnTo>
                  <a:lnTo>
                    <a:pt x="558962" y="831298"/>
                  </a:lnTo>
                  <a:lnTo>
                    <a:pt x="588137" y="837183"/>
                  </a:lnTo>
                  <a:lnTo>
                    <a:pt x="3317113" y="837183"/>
                  </a:lnTo>
                  <a:lnTo>
                    <a:pt x="3346287" y="831298"/>
                  </a:lnTo>
                  <a:lnTo>
                    <a:pt x="3370103" y="815244"/>
                  </a:lnTo>
                  <a:lnTo>
                    <a:pt x="3386157" y="791428"/>
                  </a:lnTo>
                  <a:lnTo>
                    <a:pt x="3392042" y="762253"/>
                  </a:lnTo>
                  <a:lnTo>
                    <a:pt x="3392042" y="462533"/>
                  </a:lnTo>
                  <a:lnTo>
                    <a:pt x="3386157" y="433359"/>
                  </a:lnTo>
                  <a:lnTo>
                    <a:pt x="3370103" y="409543"/>
                  </a:lnTo>
                  <a:lnTo>
                    <a:pt x="3346287" y="393489"/>
                  </a:lnTo>
                  <a:lnTo>
                    <a:pt x="3317113" y="387603"/>
                  </a:lnTo>
                  <a:close/>
                </a:path>
                <a:path w="3392170" h="837564">
                  <a:moveTo>
                    <a:pt x="0" y="0"/>
                  </a:moveTo>
                  <a:lnTo>
                    <a:pt x="993013" y="387603"/>
                  </a:lnTo>
                  <a:lnTo>
                    <a:pt x="1712722" y="38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3131439" y="4668265"/>
              <a:ext cx="3392170" cy="837565"/>
            </a:xfrm>
            <a:custGeom>
              <a:avLst/>
              <a:gdLst/>
              <a:ahLst/>
              <a:cxnLst/>
              <a:rect l="l" t="t" r="r" b="b"/>
              <a:pathLst>
                <a:path w="3392170" h="837564">
                  <a:moveTo>
                    <a:pt x="513207" y="462533"/>
                  </a:moveTo>
                  <a:lnTo>
                    <a:pt x="519092" y="433359"/>
                  </a:lnTo>
                  <a:lnTo>
                    <a:pt x="535146" y="409543"/>
                  </a:lnTo>
                  <a:lnTo>
                    <a:pt x="558962" y="393489"/>
                  </a:lnTo>
                  <a:lnTo>
                    <a:pt x="588137" y="387603"/>
                  </a:lnTo>
                  <a:lnTo>
                    <a:pt x="993013" y="387603"/>
                  </a:lnTo>
                  <a:lnTo>
                    <a:pt x="0" y="0"/>
                  </a:lnTo>
                  <a:lnTo>
                    <a:pt x="1712722" y="387603"/>
                  </a:lnTo>
                  <a:lnTo>
                    <a:pt x="3317113" y="387603"/>
                  </a:lnTo>
                  <a:lnTo>
                    <a:pt x="3346287" y="393489"/>
                  </a:lnTo>
                  <a:lnTo>
                    <a:pt x="3370103" y="409543"/>
                  </a:lnTo>
                  <a:lnTo>
                    <a:pt x="3386157" y="433359"/>
                  </a:lnTo>
                  <a:lnTo>
                    <a:pt x="3392042" y="462533"/>
                  </a:lnTo>
                  <a:lnTo>
                    <a:pt x="3392042" y="574928"/>
                  </a:lnTo>
                  <a:lnTo>
                    <a:pt x="3392042" y="762253"/>
                  </a:lnTo>
                  <a:lnTo>
                    <a:pt x="3386157" y="791428"/>
                  </a:lnTo>
                  <a:lnTo>
                    <a:pt x="3370103" y="815244"/>
                  </a:lnTo>
                  <a:lnTo>
                    <a:pt x="3346287" y="831298"/>
                  </a:lnTo>
                  <a:lnTo>
                    <a:pt x="3317113" y="837183"/>
                  </a:lnTo>
                  <a:lnTo>
                    <a:pt x="1712722" y="837183"/>
                  </a:lnTo>
                  <a:lnTo>
                    <a:pt x="993013" y="837183"/>
                  </a:lnTo>
                  <a:lnTo>
                    <a:pt x="588137" y="837183"/>
                  </a:lnTo>
                  <a:lnTo>
                    <a:pt x="558962" y="831298"/>
                  </a:lnTo>
                  <a:lnTo>
                    <a:pt x="535146" y="815244"/>
                  </a:lnTo>
                  <a:lnTo>
                    <a:pt x="519092" y="791428"/>
                  </a:lnTo>
                  <a:lnTo>
                    <a:pt x="513207" y="762253"/>
                  </a:lnTo>
                  <a:lnTo>
                    <a:pt x="513207" y="574928"/>
                  </a:lnTo>
                  <a:lnTo>
                    <a:pt x="513207" y="462533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005834" y="5117668"/>
            <a:ext cx="21551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bp</a:t>
            </a:r>
            <a:r>
              <a:rPr dirty="0" sz="1800" spc="-2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:=</a:t>
            </a:r>
            <a:r>
              <a:rPr dirty="0" sz="1800" spc="-1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buf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+</a:t>
            </a:r>
            <a:r>
              <a:rPr dirty="0" sz="1800" spc="-1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0x280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44541" y="4691329"/>
            <a:ext cx="17049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0x80</a:t>
            </a:r>
            <a:r>
              <a:rPr dirty="0" sz="1600" spc="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335" b="1">
                <a:solidFill>
                  <a:srgbClr val="C00000"/>
                </a:solidFill>
                <a:latin typeface="Arial"/>
                <a:cs typeface="Arial"/>
              </a:rPr>
              <a:t>*</a:t>
            </a:r>
            <a:r>
              <a:rPr dirty="0" sz="16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75" b="1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dirty="0" sz="1600" spc="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100" b="1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dirty="0" sz="1600" spc="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0x280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882645" y="4179570"/>
            <a:ext cx="657225" cy="226060"/>
          </a:xfrm>
          <a:custGeom>
            <a:avLst/>
            <a:gdLst/>
            <a:ahLst/>
            <a:cxnLst/>
            <a:rect l="l" t="t" r="r" b="b"/>
            <a:pathLst>
              <a:path w="657225" h="226060">
                <a:moveTo>
                  <a:pt x="0" y="225551"/>
                </a:moveTo>
                <a:lnTo>
                  <a:pt x="656844" y="225551"/>
                </a:lnTo>
                <a:lnTo>
                  <a:pt x="656844" y="0"/>
                </a:lnTo>
                <a:lnTo>
                  <a:pt x="0" y="0"/>
                </a:lnTo>
                <a:lnTo>
                  <a:pt x="0" y="225551"/>
                </a:lnTo>
                <a:close/>
              </a:path>
            </a:pathLst>
          </a:custGeom>
          <a:ln w="28575">
            <a:solidFill>
              <a:srgbClr val="0017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2241804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39748" y="3459251"/>
            <a:ext cx="3138170" cy="6350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4705" y="4130421"/>
            <a:ext cx="2581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9522" y="4431029"/>
            <a:ext cx="1487805" cy="33401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30"/>
              </a:spcBef>
            </a:pP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9714" y="4739716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5045202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65832" y="1548364"/>
            <a:ext cx="984250" cy="727710"/>
            <a:chOff x="2465832" y="1548364"/>
            <a:chExt cx="984250" cy="727710"/>
          </a:xfrm>
        </p:grpSpPr>
        <p:sp>
          <p:nvSpPr>
            <p:cNvPr id="9" name="object 9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11313" y="0"/>
                  </a:move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lnTo>
                    <a:pt x="91131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65200" y="1035"/>
                  </a:moveTo>
                  <a:lnTo>
                    <a:pt x="911313" y="0"/>
                  </a:ln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16939" y="1905711"/>
            <a:ext cx="3917315" cy="1579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3785">
              <a:lnSpc>
                <a:spcPct val="100000"/>
              </a:lnSpc>
              <a:spcBef>
                <a:spcPts val="105"/>
              </a:spcBef>
            </a:pPr>
            <a:r>
              <a:rPr dirty="0" sz="1400" spc="-45" b="1">
                <a:latin typeface="Arial"/>
                <a:cs typeface="Arial"/>
              </a:rPr>
              <a:t>Crashing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263062" y="1938718"/>
          <a:ext cx="2238375" cy="433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</a:tblGrid>
              <a:tr h="819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  <a:tr h="117602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dirty="0" sz="2000" spc="-25" b="1">
                          <a:latin typeface="Consolas"/>
                          <a:cs typeface="Consolas"/>
                        </a:rPr>
                        <a:t>buf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0x28</a:t>
                      </a:r>
                      <a:r>
                        <a:rPr dirty="0" sz="1800" spc="1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byte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8279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</a:tr>
              <a:tr h="2339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609835" y="1631061"/>
            <a:ext cx="14693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Arial"/>
                <a:cs typeface="Arial"/>
              </a:rPr>
              <a:t>Program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868358" y="1120139"/>
            <a:ext cx="3082925" cy="3299460"/>
            <a:chOff x="2868358" y="1120139"/>
            <a:chExt cx="3082925" cy="3299460"/>
          </a:xfrm>
        </p:grpSpPr>
        <p:pic>
          <p:nvPicPr>
            <p:cNvPr id="15" name="object 15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6055" y="1258823"/>
              <a:ext cx="731520" cy="729996"/>
            </a:xfrm>
            <a:prstGeom prst="rect">
              <a:avLst/>
            </a:prstGeom>
          </p:spPr>
        </p:pic>
        <p:pic>
          <p:nvPicPr>
            <p:cNvPr id="16" name="object 16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427" y="1120139"/>
              <a:ext cx="437388" cy="43738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882645" y="4179569"/>
              <a:ext cx="657225" cy="226060"/>
            </a:xfrm>
            <a:custGeom>
              <a:avLst/>
              <a:gdLst/>
              <a:ahLst/>
              <a:cxnLst/>
              <a:rect l="l" t="t" r="r" b="b"/>
              <a:pathLst>
                <a:path w="657225" h="226060">
                  <a:moveTo>
                    <a:pt x="0" y="225551"/>
                  </a:moveTo>
                  <a:lnTo>
                    <a:pt x="656844" y="225551"/>
                  </a:lnTo>
                  <a:lnTo>
                    <a:pt x="656844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8575">
              <a:solidFill>
                <a:srgbClr val="0017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28008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1262379" y="458723"/>
                  </a:moveTo>
                  <a:lnTo>
                    <a:pt x="813942" y="458723"/>
                  </a:lnTo>
                  <a:lnTo>
                    <a:pt x="0" y="723645"/>
                  </a:lnTo>
                  <a:lnTo>
                    <a:pt x="1262379" y="458723"/>
                  </a:lnTo>
                  <a:close/>
                </a:path>
                <a:path w="2308860" h="723900">
                  <a:moveTo>
                    <a:pt x="2232279" y="0"/>
                  </a:moveTo>
                  <a:lnTo>
                    <a:pt x="591438" y="0"/>
                  </a:lnTo>
                  <a:lnTo>
                    <a:pt x="561705" y="6016"/>
                  </a:lnTo>
                  <a:lnTo>
                    <a:pt x="537400" y="22415"/>
                  </a:lnTo>
                  <a:lnTo>
                    <a:pt x="521001" y="46720"/>
                  </a:lnTo>
                  <a:lnTo>
                    <a:pt x="514985" y="76453"/>
                  </a:lnTo>
                  <a:lnTo>
                    <a:pt x="514985" y="382269"/>
                  </a:lnTo>
                  <a:lnTo>
                    <a:pt x="521001" y="412003"/>
                  </a:lnTo>
                  <a:lnTo>
                    <a:pt x="537400" y="436308"/>
                  </a:lnTo>
                  <a:lnTo>
                    <a:pt x="561705" y="452707"/>
                  </a:lnTo>
                  <a:lnTo>
                    <a:pt x="591438" y="458723"/>
                  </a:lnTo>
                  <a:lnTo>
                    <a:pt x="2232279" y="458723"/>
                  </a:lnTo>
                  <a:lnTo>
                    <a:pt x="2262012" y="452707"/>
                  </a:lnTo>
                  <a:lnTo>
                    <a:pt x="2286317" y="436308"/>
                  </a:lnTo>
                  <a:lnTo>
                    <a:pt x="2302716" y="412003"/>
                  </a:lnTo>
                  <a:lnTo>
                    <a:pt x="2308732" y="382269"/>
                  </a:lnTo>
                  <a:lnTo>
                    <a:pt x="2308732" y="76453"/>
                  </a:lnTo>
                  <a:lnTo>
                    <a:pt x="2302716" y="46720"/>
                  </a:lnTo>
                  <a:lnTo>
                    <a:pt x="2286317" y="22415"/>
                  </a:lnTo>
                  <a:lnTo>
                    <a:pt x="2262012" y="6016"/>
                  </a:lnTo>
                  <a:lnTo>
                    <a:pt x="2232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628008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514985" y="76453"/>
                  </a:moveTo>
                  <a:lnTo>
                    <a:pt x="521001" y="46720"/>
                  </a:lnTo>
                  <a:lnTo>
                    <a:pt x="537400" y="22415"/>
                  </a:lnTo>
                  <a:lnTo>
                    <a:pt x="561705" y="6016"/>
                  </a:lnTo>
                  <a:lnTo>
                    <a:pt x="591438" y="0"/>
                  </a:lnTo>
                  <a:lnTo>
                    <a:pt x="813942" y="0"/>
                  </a:lnTo>
                  <a:lnTo>
                    <a:pt x="1262379" y="0"/>
                  </a:lnTo>
                  <a:lnTo>
                    <a:pt x="2232279" y="0"/>
                  </a:lnTo>
                  <a:lnTo>
                    <a:pt x="2262012" y="6016"/>
                  </a:lnTo>
                  <a:lnTo>
                    <a:pt x="2286317" y="22415"/>
                  </a:lnTo>
                  <a:lnTo>
                    <a:pt x="2302716" y="46720"/>
                  </a:lnTo>
                  <a:lnTo>
                    <a:pt x="2308732" y="76453"/>
                  </a:lnTo>
                  <a:lnTo>
                    <a:pt x="2308732" y="267588"/>
                  </a:lnTo>
                  <a:lnTo>
                    <a:pt x="2308732" y="382269"/>
                  </a:lnTo>
                  <a:lnTo>
                    <a:pt x="2302716" y="412003"/>
                  </a:lnTo>
                  <a:lnTo>
                    <a:pt x="2286317" y="436308"/>
                  </a:lnTo>
                  <a:lnTo>
                    <a:pt x="2262012" y="452707"/>
                  </a:lnTo>
                  <a:lnTo>
                    <a:pt x="2232279" y="458723"/>
                  </a:lnTo>
                  <a:lnTo>
                    <a:pt x="1262379" y="458723"/>
                  </a:lnTo>
                  <a:lnTo>
                    <a:pt x="0" y="723645"/>
                  </a:lnTo>
                  <a:lnTo>
                    <a:pt x="813942" y="458723"/>
                  </a:lnTo>
                  <a:lnTo>
                    <a:pt x="591438" y="458723"/>
                  </a:lnTo>
                  <a:lnTo>
                    <a:pt x="561705" y="452707"/>
                  </a:lnTo>
                  <a:lnTo>
                    <a:pt x="537400" y="436308"/>
                  </a:lnTo>
                  <a:lnTo>
                    <a:pt x="521001" y="412003"/>
                  </a:lnTo>
                  <a:lnTo>
                    <a:pt x="514985" y="382269"/>
                  </a:lnTo>
                  <a:lnTo>
                    <a:pt x="514985" y="267588"/>
                  </a:lnTo>
                  <a:lnTo>
                    <a:pt x="514985" y="76453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323969" y="3469640"/>
            <a:ext cx="143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17C0"/>
                </a:solidFill>
                <a:latin typeface="Consolas"/>
                <a:cs typeface="Consolas"/>
              </a:rPr>
              <a:t>color</a:t>
            </a:r>
            <a:r>
              <a:rPr dirty="0" sz="1800" spc="-480" b="1">
                <a:solidFill>
                  <a:srgbClr val="0017C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Motivating</a:t>
            </a:r>
            <a:r>
              <a:rPr dirty="0" spc="-80"/>
              <a:t> </a:t>
            </a:r>
            <a:r>
              <a:rPr dirty="0" spc="65"/>
              <a:t>Example:</a:t>
            </a:r>
            <a:r>
              <a:rPr dirty="0" spc="-95"/>
              <a:t> </a:t>
            </a:r>
            <a:r>
              <a:rPr dirty="0" spc="80"/>
              <a:t>PHP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6745605" y="5070728"/>
            <a:ext cx="2358390" cy="420370"/>
            <a:chOff x="6745605" y="5070728"/>
            <a:chExt cx="2358390" cy="420370"/>
          </a:xfrm>
        </p:grpSpPr>
        <p:sp>
          <p:nvSpPr>
            <p:cNvPr id="23" name="object 23"/>
            <p:cNvSpPr/>
            <p:nvPr/>
          </p:nvSpPr>
          <p:spPr>
            <a:xfrm>
              <a:off x="6755130" y="5080253"/>
              <a:ext cx="2339340" cy="401320"/>
            </a:xfrm>
            <a:custGeom>
              <a:avLst/>
              <a:gdLst/>
              <a:ahLst/>
              <a:cxnLst/>
              <a:rect l="l" t="t" r="r" b="b"/>
              <a:pathLst>
                <a:path w="2339340" h="401320">
                  <a:moveTo>
                    <a:pt x="2138934" y="0"/>
                  </a:moveTo>
                  <a:lnTo>
                    <a:pt x="2138934" y="100203"/>
                  </a:lnTo>
                  <a:lnTo>
                    <a:pt x="0" y="100203"/>
                  </a:lnTo>
                  <a:lnTo>
                    <a:pt x="0" y="300609"/>
                  </a:lnTo>
                  <a:lnTo>
                    <a:pt x="2138934" y="300609"/>
                  </a:lnTo>
                  <a:lnTo>
                    <a:pt x="2138934" y="400812"/>
                  </a:lnTo>
                  <a:lnTo>
                    <a:pt x="2339340" y="200406"/>
                  </a:lnTo>
                  <a:lnTo>
                    <a:pt x="213893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55130" y="5080253"/>
              <a:ext cx="2339340" cy="401320"/>
            </a:xfrm>
            <a:custGeom>
              <a:avLst/>
              <a:gdLst/>
              <a:ahLst/>
              <a:cxnLst/>
              <a:rect l="l" t="t" r="r" b="b"/>
              <a:pathLst>
                <a:path w="2339340" h="401320">
                  <a:moveTo>
                    <a:pt x="0" y="100203"/>
                  </a:moveTo>
                  <a:lnTo>
                    <a:pt x="2138934" y="100203"/>
                  </a:lnTo>
                  <a:lnTo>
                    <a:pt x="2138934" y="0"/>
                  </a:lnTo>
                  <a:lnTo>
                    <a:pt x="2339340" y="200406"/>
                  </a:lnTo>
                  <a:lnTo>
                    <a:pt x="2138934" y="400812"/>
                  </a:lnTo>
                  <a:lnTo>
                    <a:pt x="2138934" y="300609"/>
                  </a:lnTo>
                  <a:lnTo>
                    <a:pt x="0" y="300609"/>
                  </a:lnTo>
                  <a:lnTo>
                    <a:pt x="0" y="10020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530845" y="5409996"/>
            <a:ext cx="85851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solidFill>
                  <a:srgbClr val="C00000"/>
                </a:solidFill>
                <a:latin typeface="Arial"/>
                <a:cs typeface="Arial"/>
              </a:rPr>
              <a:t>points</a:t>
            </a:r>
            <a:r>
              <a:rPr dirty="0" sz="16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17151" y="4653978"/>
            <a:ext cx="3420745" cy="866140"/>
            <a:chOff x="3117151" y="4653978"/>
            <a:chExt cx="3420745" cy="866140"/>
          </a:xfrm>
        </p:grpSpPr>
        <p:sp>
          <p:nvSpPr>
            <p:cNvPr id="27" name="object 27"/>
            <p:cNvSpPr/>
            <p:nvPr/>
          </p:nvSpPr>
          <p:spPr>
            <a:xfrm>
              <a:off x="3131439" y="4668265"/>
              <a:ext cx="3392170" cy="837565"/>
            </a:xfrm>
            <a:custGeom>
              <a:avLst/>
              <a:gdLst/>
              <a:ahLst/>
              <a:cxnLst/>
              <a:rect l="l" t="t" r="r" b="b"/>
              <a:pathLst>
                <a:path w="3392170" h="837564">
                  <a:moveTo>
                    <a:pt x="3317113" y="387603"/>
                  </a:moveTo>
                  <a:lnTo>
                    <a:pt x="588137" y="387603"/>
                  </a:lnTo>
                  <a:lnTo>
                    <a:pt x="558962" y="393489"/>
                  </a:lnTo>
                  <a:lnTo>
                    <a:pt x="535146" y="409543"/>
                  </a:lnTo>
                  <a:lnTo>
                    <a:pt x="519092" y="433359"/>
                  </a:lnTo>
                  <a:lnTo>
                    <a:pt x="513207" y="462533"/>
                  </a:lnTo>
                  <a:lnTo>
                    <a:pt x="513207" y="762253"/>
                  </a:lnTo>
                  <a:lnTo>
                    <a:pt x="519092" y="791428"/>
                  </a:lnTo>
                  <a:lnTo>
                    <a:pt x="535146" y="815244"/>
                  </a:lnTo>
                  <a:lnTo>
                    <a:pt x="558962" y="831298"/>
                  </a:lnTo>
                  <a:lnTo>
                    <a:pt x="588137" y="837183"/>
                  </a:lnTo>
                  <a:lnTo>
                    <a:pt x="3317113" y="837183"/>
                  </a:lnTo>
                  <a:lnTo>
                    <a:pt x="3346287" y="831298"/>
                  </a:lnTo>
                  <a:lnTo>
                    <a:pt x="3370103" y="815244"/>
                  </a:lnTo>
                  <a:lnTo>
                    <a:pt x="3386157" y="791428"/>
                  </a:lnTo>
                  <a:lnTo>
                    <a:pt x="3392042" y="762253"/>
                  </a:lnTo>
                  <a:lnTo>
                    <a:pt x="3392042" y="462533"/>
                  </a:lnTo>
                  <a:lnTo>
                    <a:pt x="3386157" y="433359"/>
                  </a:lnTo>
                  <a:lnTo>
                    <a:pt x="3370103" y="409543"/>
                  </a:lnTo>
                  <a:lnTo>
                    <a:pt x="3346287" y="393489"/>
                  </a:lnTo>
                  <a:lnTo>
                    <a:pt x="3317113" y="387603"/>
                  </a:lnTo>
                  <a:close/>
                </a:path>
                <a:path w="3392170" h="837564">
                  <a:moveTo>
                    <a:pt x="0" y="0"/>
                  </a:moveTo>
                  <a:lnTo>
                    <a:pt x="993013" y="387603"/>
                  </a:lnTo>
                  <a:lnTo>
                    <a:pt x="1712722" y="38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3131439" y="4668265"/>
              <a:ext cx="3392170" cy="837565"/>
            </a:xfrm>
            <a:custGeom>
              <a:avLst/>
              <a:gdLst/>
              <a:ahLst/>
              <a:cxnLst/>
              <a:rect l="l" t="t" r="r" b="b"/>
              <a:pathLst>
                <a:path w="3392170" h="837564">
                  <a:moveTo>
                    <a:pt x="513207" y="462533"/>
                  </a:moveTo>
                  <a:lnTo>
                    <a:pt x="519092" y="433359"/>
                  </a:lnTo>
                  <a:lnTo>
                    <a:pt x="535146" y="409543"/>
                  </a:lnTo>
                  <a:lnTo>
                    <a:pt x="558962" y="393489"/>
                  </a:lnTo>
                  <a:lnTo>
                    <a:pt x="588137" y="387603"/>
                  </a:lnTo>
                  <a:lnTo>
                    <a:pt x="993013" y="387603"/>
                  </a:lnTo>
                  <a:lnTo>
                    <a:pt x="0" y="0"/>
                  </a:lnTo>
                  <a:lnTo>
                    <a:pt x="1712722" y="387603"/>
                  </a:lnTo>
                  <a:lnTo>
                    <a:pt x="3317113" y="387603"/>
                  </a:lnTo>
                  <a:lnTo>
                    <a:pt x="3346287" y="393489"/>
                  </a:lnTo>
                  <a:lnTo>
                    <a:pt x="3370103" y="409543"/>
                  </a:lnTo>
                  <a:lnTo>
                    <a:pt x="3386157" y="433359"/>
                  </a:lnTo>
                  <a:lnTo>
                    <a:pt x="3392042" y="462533"/>
                  </a:lnTo>
                  <a:lnTo>
                    <a:pt x="3392042" y="574928"/>
                  </a:lnTo>
                  <a:lnTo>
                    <a:pt x="3392042" y="762253"/>
                  </a:lnTo>
                  <a:lnTo>
                    <a:pt x="3386157" y="791428"/>
                  </a:lnTo>
                  <a:lnTo>
                    <a:pt x="3370103" y="815244"/>
                  </a:lnTo>
                  <a:lnTo>
                    <a:pt x="3346287" y="831298"/>
                  </a:lnTo>
                  <a:lnTo>
                    <a:pt x="3317113" y="837183"/>
                  </a:lnTo>
                  <a:lnTo>
                    <a:pt x="1712722" y="837183"/>
                  </a:lnTo>
                  <a:lnTo>
                    <a:pt x="993013" y="837183"/>
                  </a:lnTo>
                  <a:lnTo>
                    <a:pt x="588137" y="837183"/>
                  </a:lnTo>
                  <a:lnTo>
                    <a:pt x="558962" y="831298"/>
                  </a:lnTo>
                  <a:lnTo>
                    <a:pt x="535146" y="815244"/>
                  </a:lnTo>
                  <a:lnTo>
                    <a:pt x="519092" y="791428"/>
                  </a:lnTo>
                  <a:lnTo>
                    <a:pt x="513207" y="762253"/>
                  </a:lnTo>
                  <a:lnTo>
                    <a:pt x="513207" y="574928"/>
                  </a:lnTo>
                  <a:lnTo>
                    <a:pt x="513207" y="462533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005834" y="5117668"/>
            <a:ext cx="21551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bp</a:t>
            </a:r>
            <a:r>
              <a:rPr dirty="0" sz="1800" spc="-2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:=</a:t>
            </a:r>
            <a:r>
              <a:rPr dirty="0" sz="1800" spc="-1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buf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+</a:t>
            </a:r>
            <a:r>
              <a:rPr dirty="0" sz="1800" spc="-1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0x280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16</a:t>
            </a:fld>
          </a:p>
        </p:txBody>
      </p:sp>
      <p:sp>
        <p:nvSpPr>
          <p:cNvPr id="30" name="object 30"/>
          <p:cNvSpPr txBox="1"/>
          <p:nvPr/>
        </p:nvSpPr>
        <p:spPr>
          <a:xfrm>
            <a:off x="4844541" y="4691329"/>
            <a:ext cx="17049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0x80</a:t>
            </a:r>
            <a:r>
              <a:rPr dirty="0" sz="1600" spc="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335" b="1">
                <a:solidFill>
                  <a:srgbClr val="C00000"/>
                </a:solidFill>
                <a:latin typeface="Arial"/>
                <a:cs typeface="Arial"/>
              </a:rPr>
              <a:t>*</a:t>
            </a:r>
            <a:r>
              <a:rPr dirty="0" sz="16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75" b="1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dirty="0" sz="1600" spc="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100" b="1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dirty="0" sz="1600" spc="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0x280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8200" y="2241804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139748" y="3459251"/>
            <a:ext cx="3138170" cy="6350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84705" y="4130421"/>
            <a:ext cx="2581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9522" y="4431029"/>
            <a:ext cx="1487805" cy="334010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 marL="87630">
              <a:lnSpc>
                <a:spcPct val="100000"/>
              </a:lnSpc>
              <a:spcBef>
                <a:spcPts val="130"/>
              </a:spcBef>
            </a:pP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9714" y="4739716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5045202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465832" y="1548364"/>
            <a:ext cx="984250" cy="727710"/>
            <a:chOff x="2465832" y="1548364"/>
            <a:chExt cx="984250" cy="727710"/>
          </a:xfrm>
        </p:grpSpPr>
        <p:sp>
          <p:nvSpPr>
            <p:cNvPr id="9" name="object 9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11313" y="0"/>
                  </a:move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lnTo>
                    <a:pt x="91131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475357" y="1557889"/>
              <a:ext cx="965200" cy="708660"/>
            </a:xfrm>
            <a:custGeom>
              <a:avLst/>
              <a:gdLst/>
              <a:ahLst/>
              <a:cxnLst/>
              <a:rect l="l" t="t" r="r" b="b"/>
              <a:pathLst>
                <a:path w="965200" h="708660">
                  <a:moveTo>
                    <a:pt x="965200" y="1035"/>
                  </a:moveTo>
                  <a:lnTo>
                    <a:pt x="911313" y="0"/>
                  </a:lnTo>
                  <a:lnTo>
                    <a:pt x="858008" y="1525"/>
                  </a:lnTo>
                  <a:lnTo>
                    <a:pt x="805403" y="5548"/>
                  </a:lnTo>
                  <a:lnTo>
                    <a:pt x="753617" y="12002"/>
                  </a:lnTo>
                  <a:lnTo>
                    <a:pt x="702771" y="20823"/>
                  </a:lnTo>
                  <a:lnTo>
                    <a:pt x="652983" y="31948"/>
                  </a:lnTo>
                  <a:lnTo>
                    <a:pt x="604373" y="45310"/>
                  </a:lnTo>
                  <a:lnTo>
                    <a:pt x="557060" y="60845"/>
                  </a:lnTo>
                  <a:lnTo>
                    <a:pt x="511164" y="78489"/>
                  </a:lnTo>
                  <a:lnTo>
                    <a:pt x="466804" y="98177"/>
                  </a:lnTo>
                  <a:lnTo>
                    <a:pt x="424100" y="119844"/>
                  </a:lnTo>
                  <a:lnTo>
                    <a:pt x="383171" y="143425"/>
                  </a:lnTo>
                  <a:lnTo>
                    <a:pt x="344137" y="168856"/>
                  </a:lnTo>
                  <a:lnTo>
                    <a:pt x="307116" y="196072"/>
                  </a:lnTo>
                  <a:lnTo>
                    <a:pt x="272229" y="225009"/>
                  </a:lnTo>
                  <a:lnTo>
                    <a:pt x="239595" y="255601"/>
                  </a:lnTo>
                  <a:lnTo>
                    <a:pt x="209334" y="287784"/>
                  </a:lnTo>
                  <a:lnTo>
                    <a:pt x="181564" y="321493"/>
                  </a:lnTo>
                  <a:lnTo>
                    <a:pt x="156405" y="356664"/>
                  </a:lnTo>
                  <a:lnTo>
                    <a:pt x="133976" y="393232"/>
                  </a:lnTo>
                  <a:lnTo>
                    <a:pt x="114398" y="431133"/>
                  </a:lnTo>
                  <a:lnTo>
                    <a:pt x="97790" y="470300"/>
                  </a:lnTo>
                  <a:lnTo>
                    <a:pt x="0" y="477539"/>
                  </a:lnTo>
                  <a:lnTo>
                    <a:pt x="149987" y="708552"/>
                  </a:lnTo>
                  <a:lnTo>
                    <a:pt x="378841" y="449599"/>
                  </a:lnTo>
                  <a:lnTo>
                    <a:pt x="286004" y="456457"/>
                  </a:lnTo>
                  <a:lnTo>
                    <a:pt x="309289" y="422406"/>
                  </a:lnTo>
                  <a:lnTo>
                    <a:pt x="335916" y="390078"/>
                  </a:lnTo>
                  <a:lnTo>
                    <a:pt x="365696" y="359556"/>
                  </a:lnTo>
                  <a:lnTo>
                    <a:pt x="398438" y="330924"/>
                  </a:lnTo>
                  <a:lnTo>
                    <a:pt x="433951" y="304264"/>
                  </a:lnTo>
                  <a:lnTo>
                    <a:pt x="472045" y="279661"/>
                  </a:lnTo>
                  <a:lnTo>
                    <a:pt x="512528" y="257196"/>
                  </a:lnTo>
                  <a:lnTo>
                    <a:pt x="555212" y="236954"/>
                  </a:lnTo>
                  <a:lnTo>
                    <a:pt x="599904" y="219017"/>
                  </a:lnTo>
                  <a:lnTo>
                    <a:pt x="646416" y="203468"/>
                  </a:lnTo>
                  <a:lnTo>
                    <a:pt x="694555" y="190391"/>
                  </a:lnTo>
                  <a:lnTo>
                    <a:pt x="744132" y="179869"/>
                  </a:lnTo>
                  <a:lnTo>
                    <a:pt x="794956" y="171985"/>
                  </a:lnTo>
                  <a:lnTo>
                    <a:pt x="846837" y="166822"/>
                  </a:lnTo>
                  <a:lnTo>
                    <a:pt x="899585" y="164463"/>
                  </a:lnTo>
                  <a:lnTo>
                    <a:pt x="953007" y="164992"/>
                  </a:lnTo>
                  <a:lnTo>
                    <a:pt x="965200" y="1035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916939" y="1905711"/>
            <a:ext cx="3917315" cy="15792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3785">
              <a:lnSpc>
                <a:spcPct val="100000"/>
              </a:lnSpc>
              <a:spcBef>
                <a:spcPts val="105"/>
              </a:spcBef>
            </a:pPr>
            <a:r>
              <a:rPr dirty="0" sz="1400" spc="-45" b="1">
                <a:latin typeface="Arial"/>
                <a:cs typeface="Arial"/>
              </a:rPr>
              <a:t>Crashing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Input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609835" y="1631061"/>
            <a:ext cx="146939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Arial"/>
                <a:cs typeface="Arial"/>
              </a:rPr>
              <a:t>Program</a:t>
            </a:r>
            <a:r>
              <a:rPr dirty="0" sz="1400" spc="-5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Memory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68358" y="1120139"/>
            <a:ext cx="3082925" cy="3299460"/>
            <a:chOff x="2868358" y="1120139"/>
            <a:chExt cx="3082925" cy="3299460"/>
          </a:xfrm>
        </p:grpSpPr>
        <p:pic>
          <p:nvPicPr>
            <p:cNvPr id="14" name="object 14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6055" y="1258823"/>
              <a:ext cx="731520" cy="729996"/>
            </a:xfrm>
            <a:prstGeom prst="rect">
              <a:avLst/>
            </a:prstGeom>
          </p:spPr>
        </p:pic>
        <p:pic>
          <p:nvPicPr>
            <p:cNvPr id="15" name="object 15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24427" y="1120139"/>
              <a:ext cx="437388" cy="4373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882645" y="4179569"/>
              <a:ext cx="657225" cy="226060"/>
            </a:xfrm>
            <a:custGeom>
              <a:avLst/>
              <a:gdLst/>
              <a:ahLst/>
              <a:cxnLst/>
              <a:rect l="l" t="t" r="r" b="b"/>
              <a:pathLst>
                <a:path w="657225" h="226060">
                  <a:moveTo>
                    <a:pt x="0" y="225551"/>
                  </a:moveTo>
                  <a:lnTo>
                    <a:pt x="656844" y="225551"/>
                  </a:lnTo>
                  <a:lnTo>
                    <a:pt x="656844" y="0"/>
                  </a:lnTo>
                  <a:lnTo>
                    <a:pt x="0" y="0"/>
                  </a:lnTo>
                  <a:lnTo>
                    <a:pt x="0" y="225551"/>
                  </a:lnTo>
                  <a:close/>
                </a:path>
              </a:pathLst>
            </a:custGeom>
            <a:ln w="28575">
              <a:solidFill>
                <a:srgbClr val="0017C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28008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1262379" y="458723"/>
                  </a:moveTo>
                  <a:lnTo>
                    <a:pt x="813942" y="458723"/>
                  </a:lnTo>
                  <a:lnTo>
                    <a:pt x="0" y="723645"/>
                  </a:lnTo>
                  <a:lnTo>
                    <a:pt x="1262379" y="458723"/>
                  </a:lnTo>
                  <a:close/>
                </a:path>
                <a:path w="2308860" h="723900">
                  <a:moveTo>
                    <a:pt x="2232279" y="0"/>
                  </a:moveTo>
                  <a:lnTo>
                    <a:pt x="591438" y="0"/>
                  </a:lnTo>
                  <a:lnTo>
                    <a:pt x="561705" y="6016"/>
                  </a:lnTo>
                  <a:lnTo>
                    <a:pt x="537400" y="22415"/>
                  </a:lnTo>
                  <a:lnTo>
                    <a:pt x="521001" y="46720"/>
                  </a:lnTo>
                  <a:lnTo>
                    <a:pt x="514985" y="76453"/>
                  </a:lnTo>
                  <a:lnTo>
                    <a:pt x="514985" y="382269"/>
                  </a:lnTo>
                  <a:lnTo>
                    <a:pt x="521001" y="412003"/>
                  </a:lnTo>
                  <a:lnTo>
                    <a:pt x="537400" y="436308"/>
                  </a:lnTo>
                  <a:lnTo>
                    <a:pt x="561705" y="452707"/>
                  </a:lnTo>
                  <a:lnTo>
                    <a:pt x="591438" y="458723"/>
                  </a:lnTo>
                  <a:lnTo>
                    <a:pt x="2232279" y="458723"/>
                  </a:lnTo>
                  <a:lnTo>
                    <a:pt x="2262012" y="452707"/>
                  </a:lnTo>
                  <a:lnTo>
                    <a:pt x="2286317" y="436308"/>
                  </a:lnTo>
                  <a:lnTo>
                    <a:pt x="2302716" y="412003"/>
                  </a:lnTo>
                  <a:lnTo>
                    <a:pt x="2308732" y="382269"/>
                  </a:lnTo>
                  <a:lnTo>
                    <a:pt x="2308732" y="76453"/>
                  </a:lnTo>
                  <a:lnTo>
                    <a:pt x="2302716" y="46720"/>
                  </a:lnTo>
                  <a:lnTo>
                    <a:pt x="2286317" y="22415"/>
                  </a:lnTo>
                  <a:lnTo>
                    <a:pt x="2262012" y="6016"/>
                  </a:lnTo>
                  <a:lnTo>
                    <a:pt x="22322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28008" y="3397757"/>
              <a:ext cx="2308860" cy="723900"/>
            </a:xfrm>
            <a:custGeom>
              <a:avLst/>
              <a:gdLst/>
              <a:ahLst/>
              <a:cxnLst/>
              <a:rect l="l" t="t" r="r" b="b"/>
              <a:pathLst>
                <a:path w="2308860" h="723900">
                  <a:moveTo>
                    <a:pt x="514985" y="76453"/>
                  </a:moveTo>
                  <a:lnTo>
                    <a:pt x="521001" y="46720"/>
                  </a:lnTo>
                  <a:lnTo>
                    <a:pt x="537400" y="22415"/>
                  </a:lnTo>
                  <a:lnTo>
                    <a:pt x="561705" y="6016"/>
                  </a:lnTo>
                  <a:lnTo>
                    <a:pt x="591438" y="0"/>
                  </a:lnTo>
                  <a:lnTo>
                    <a:pt x="813942" y="0"/>
                  </a:lnTo>
                  <a:lnTo>
                    <a:pt x="1262379" y="0"/>
                  </a:lnTo>
                  <a:lnTo>
                    <a:pt x="2232279" y="0"/>
                  </a:lnTo>
                  <a:lnTo>
                    <a:pt x="2262012" y="6016"/>
                  </a:lnTo>
                  <a:lnTo>
                    <a:pt x="2286317" y="22415"/>
                  </a:lnTo>
                  <a:lnTo>
                    <a:pt x="2302716" y="46720"/>
                  </a:lnTo>
                  <a:lnTo>
                    <a:pt x="2308732" y="76453"/>
                  </a:lnTo>
                  <a:lnTo>
                    <a:pt x="2308732" y="267588"/>
                  </a:lnTo>
                  <a:lnTo>
                    <a:pt x="2308732" y="382269"/>
                  </a:lnTo>
                  <a:lnTo>
                    <a:pt x="2302716" y="412003"/>
                  </a:lnTo>
                  <a:lnTo>
                    <a:pt x="2286317" y="436308"/>
                  </a:lnTo>
                  <a:lnTo>
                    <a:pt x="2262012" y="452707"/>
                  </a:lnTo>
                  <a:lnTo>
                    <a:pt x="2232279" y="458723"/>
                  </a:lnTo>
                  <a:lnTo>
                    <a:pt x="1262379" y="458723"/>
                  </a:lnTo>
                  <a:lnTo>
                    <a:pt x="0" y="723645"/>
                  </a:lnTo>
                  <a:lnTo>
                    <a:pt x="813942" y="458723"/>
                  </a:lnTo>
                  <a:lnTo>
                    <a:pt x="591438" y="458723"/>
                  </a:lnTo>
                  <a:lnTo>
                    <a:pt x="561705" y="452707"/>
                  </a:lnTo>
                  <a:lnTo>
                    <a:pt x="537400" y="436308"/>
                  </a:lnTo>
                  <a:lnTo>
                    <a:pt x="521001" y="412003"/>
                  </a:lnTo>
                  <a:lnTo>
                    <a:pt x="514985" y="382269"/>
                  </a:lnTo>
                  <a:lnTo>
                    <a:pt x="514985" y="267588"/>
                  </a:lnTo>
                  <a:lnTo>
                    <a:pt x="514985" y="76453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323969" y="3469640"/>
            <a:ext cx="143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0017C0"/>
                </a:solidFill>
                <a:latin typeface="Consolas"/>
                <a:cs typeface="Consolas"/>
              </a:rPr>
              <a:t>color</a:t>
            </a:r>
            <a:r>
              <a:rPr dirty="0" sz="1800" spc="-480" b="1">
                <a:solidFill>
                  <a:srgbClr val="0017C0"/>
                </a:solidFill>
                <a:latin typeface="Consolas"/>
                <a:cs typeface="Consolas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75">
                <a:latin typeface="Tahoma"/>
                <a:cs typeface="Tahoma"/>
              </a:rPr>
              <a:t> </a:t>
            </a: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5"/>
              <a:t>Motivating</a:t>
            </a:r>
            <a:r>
              <a:rPr dirty="0" spc="-80"/>
              <a:t> </a:t>
            </a:r>
            <a:r>
              <a:rPr dirty="0" spc="65"/>
              <a:t>Example:</a:t>
            </a:r>
            <a:r>
              <a:rPr dirty="0" spc="-95"/>
              <a:t> </a:t>
            </a:r>
            <a:r>
              <a:rPr dirty="0" spc="80"/>
              <a:t>PHP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6745605" y="5070728"/>
            <a:ext cx="2358390" cy="420370"/>
            <a:chOff x="6745605" y="5070728"/>
            <a:chExt cx="2358390" cy="420370"/>
          </a:xfrm>
        </p:grpSpPr>
        <p:sp>
          <p:nvSpPr>
            <p:cNvPr id="22" name="object 22"/>
            <p:cNvSpPr/>
            <p:nvPr/>
          </p:nvSpPr>
          <p:spPr>
            <a:xfrm>
              <a:off x="6755130" y="5080253"/>
              <a:ext cx="2339340" cy="401320"/>
            </a:xfrm>
            <a:custGeom>
              <a:avLst/>
              <a:gdLst/>
              <a:ahLst/>
              <a:cxnLst/>
              <a:rect l="l" t="t" r="r" b="b"/>
              <a:pathLst>
                <a:path w="2339340" h="401320">
                  <a:moveTo>
                    <a:pt x="2138934" y="0"/>
                  </a:moveTo>
                  <a:lnTo>
                    <a:pt x="2138934" y="100203"/>
                  </a:lnTo>
                  <a:lnTo>
                    <a:pt x="0" y="100203"/>
                  </a:lnTo>
                  <a:lnTo>
                    <a:pt x="0" y="300609"/>
                  </a:lnTo>
                  <a:lnTo>
                    <a:pt x="2138934" y="300609"/>
                  </a:lnTo>
                  <a:lnTo>
                    <a:pt x="2138934" y="400812"/>
                  </a:lnTo>
                  <a:lnTo>
                    <a:pt x="2339340" y="200406"/>
                  </a:lnTo>
                  <a:lnTo>
                    <a:pt x="213893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755130" y="5080253"/>
              <a:ext cx="2339340" cy="401320"/>
            </a:xfrm>
            <a:custGeom>
              <a:avLst/>
              <a:gdLst/>
              <a:ahLst/>
              <a:cxnLst/>
              <a:rect l="l" t="t" r="r" b="b"/>
              <a:pathLst>
                <a:path w="2339340" h="401320">
                  <a:moveTo>
                    <a:pt x="0" y="100203"/>
                  </a:moveTo>
                  <a:lnTo>
                    <a:pt x="2138934" y="100203"/>
                  </a:lnTo>
                  <a:lnTo>
                    <a:pt x="2138934" y="0"/>
                  </a:lnTo>
                  <a:lnTo>
                    <a:pt x="2339340" y="200406"/>
                  </a:lnTo>
                  <a:lnTo>
                    <a:pt x="2138934" y="400812"/>
                  </a:lnTo>
                  <a:lnTo>
                    <a:pt x="2138934" y="300609"/>
                  </a:lnTo>
                  <a:lnTo>
                    <a:pt x="0" y="300609"/>
                  </a:lnTo>
                  <a:lnTo>
                    <a:pt x="0" y="10020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530845" y="5409996"/>
            <a:ext cx="85851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solidFill>
                  <a:srgbClr val="C00000"/>
                </a:solidFill>
                <a:latin typeface="Arial"/>
                <a:cs typeface="Arial"/>
              </a:rPr>
              <a:t>points</a:t>
            </a:r>
            <a:r>
              <a:rPr dirty="0" sz="16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35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330308" y="4698872"/>
            <a:ext cx="2026285" cy="1252220"/>
            <a:chOff x="9330308" y="4698872"/>
            <a:chExt cx="2026285" cy="1252220"/>
          </a:xfrm>
        </p:grpSpPr>
        <p:sp>
          <p:nvSpPr>
            <p:cNvPr id="26" name="object 26"/>
            <p:cNvSpPr/>
            <p:nvPr/>
          </p:nvSpPr>
          <p:spPr>
            <a:xfrm>
              <a:off x="9339833" y="4708397"/>
              <a:ext cx="2007235" cy="1233170"/>
            </a:xfrm>
            <a:custGeom>
              <a:avLst/>
              <a:gdLst/>
              <a:ahLst/>
              <a:cxnLst/>
              <a:rect l="l" t="t" r="r" b="b"/>
              <a:pathLst>
                <a:path w="2007234" h="1233170">
                  <a:moveTo>
                    <a:pt x="1349375" y="0"/>
                  </a:moveTo>
                  <a:lnTo>
                    <a:pt x="1003554" y="331088"/>
                  </a:lnTo>
                  <a:lnTo>
                    <a:pt x="776097" y="130937"/>
                  </a:lnTo>
                  <a:lnTo>
                    <a:pt x="679450" y="360679"/>
                  </a:lnTo>
                  <a:lnTo>
                    <a:pt x="34417" y="130937"/>
                  </a:lnTo>
                  <a:lnTo>
                    <a:pt x="429895" y="434720"/>
                  </a:lnTo>
                  <a:lnTo>
                    <a:pt x="0" y="491744"/>
                  </a:lnTo>
                  <a:lnTo>
                    <a:pt x="345821" y="672083"/>
                  </a:lnTo>
                  <a:lnTo>
                    <a:pt x="12573" y="832611"/>
                  </a:lnTo>
                  <a:lnTo>
                    <a:pt x="526542" y="795527"/>
                  </a:lnTo>
                  <a:lnTo>
                    <a:pt x="442468" y="1005573"/>
                  </a:lnTo>
                  <a:lnTo>
                    <a:pt x="716915" y="891984"/>
                  </a:lnTo>
                  <a:lnTo>
                    <a:pt x="788416" y="1232915"/>
                  </a:lnTo>
                  <a:lnTo>
                    <a:pt x="978662" y="852423"/>
                  </a:lnTo>
                  <a:lnTo>
                    <a:pt x="1230884" y="1126578"/>
                  </a:lnTo>
                  <a:lnTo>
                    <a:pt x="1302766" y="825245"/>
                  </a:lnTo>
                  <a:lnTo>
                    <a:pt x="1686052" y="1032852"/>
                  </a:lnTo>
                  <a:lnTo>
                    <a:pt x="1564513" y="738758"/>
                  </a:lnTo>
                  <a:lnTo>
                    <a:pt x="2007108" y="758570"/>
                  </a:lnTo>
                  <a:lnTo>
                    <a:pt x="1636014" y="597915"/>
                  </a:lnTo>
                  <a:lnTo>
                    <a:pt x="1960372" y="464438"/>
                  </a:lnTo>
                  <a:lnTo>
                    <a:pt x="1551940" y="417575"/>
                  </a:lnTo>
                  <a:lnTo>
                    <a:pt x="1707896" y="254381"/>
                  </a:lnTo>
                  <a:lnTo>
                    <a:pt x="1315339" y="303910"/>
                  </a:lnTo>
                  <a:lnTo>
                    <a:pt x="1349375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339833" y="4708397"/>
              <a:ext cx="2007235" cy="1233170"/>
            </a:xfrm>
            <a:custGeom>
              <a:avLst/>
              <a:gdLst/>
              <a:ahLst/>
              <a:cxnLst/>
              <a:rect l="l" t="t" r="r" b="b"/>
              <a:pathLst>
                <a:path w="2007234" h="1233170">
                  <a:moveTo>
                    <a:pt x="1003554" y="331088"/>
                  </a:moveTo>
                  <a:lnTo>
                    <a:pt x="1349375" y="0"/>
                  </a:lnTo>
                  <a:lnTo>
                    <a:pt x="1315339" y="303910"/>
                  </a:lnTo>
                  <a:lnTo>
                    <a:pt x="1707896" y="254381"/>
                  </a:lnTo>
                  <a:lnTo>
                    <a:pt x="1551940" y="417575"/>
                  </a:lnTo>
                  <a:lnTo>
                    <a:pt x="1960372" y="464438"/>
                  </a:lnTo>
                  <a:lnTo>
                    <a:pt x="1636014" y="597915"/>
                  </a:lnTo>
                  <a:lnTo>
                    <a:pt x="2007108" y="758570"/>
                  </a:lnTo>
                  <a:lnTo>
                    <a:pt x="1564513" y="738758"/>
                  </a:lnTo>
                  <a:lnTo>
                    <a:pt x="1686052" y="1032852"/>
                  </a:lnTo>
                  <a:lnTo>
                    <a:pt x="1302766" y="825245"/>
                  </a:lnTo>
                  <a:lnTo>
                    <a:pt x="1230884" y="1126578"/>
                  </a:lnTo>
                  <a:lnTo>
                    <a:pt x="978662" y="852423"/>
                  </a:lnTo>
                  <a:lnTo>
                    <a:pt x="788416" y="1232915"/>
                  </a:lnTo>
                  <a:lnTo>
                    <a:pt x="716915" y="891984"/>
                  </a:lnTo>
                  <a:lnTo>
                    <a:pt x="442468" y="1005573"/>
                  </a:lnTo>
                  <a:lnTo>
                    <a:pt x="526542" y="795527"/>
                  </a:lnTo>
                  <a:lnTo>
                    <a:pt x="12573" y="832611"/>
                  </a:lnTo>
                  <a:lnTo>
                    <a:pt x="345821" y="672083"/>
                  </a:lnTo>
                  <a:lnTo>
                    <a:pt x="0" y="491744"/>
                  </a:lnTo>
                  <a:lnTo>
                    <a:pt x="429895" y="434720"/>
                  </a:lnTo>
                  <a:lnTo>
                    <a:pt x="34417" y="130937"/>
                  </a:lnTo>
                  <a:lnTo>
                    <a:pt x="679450" y="360679"/>
                  </a:lnTo>
                  <a:lnTo>
                    <a:pt x="776097" y="130937"/>
                  </a:lnTo>
                  <a:lnTo>
                    <a:pt x="1003554" y="33108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28" name="object 28"/>
          <p:cNvGraphicFramePr>
            <a:graphicFrameLocks noGrp="1"/>
          </p:cNvGraphicFramePr>
          <p:nvPr/>
        </p:nvGraphicFramePr>
        <p:xfrm>
          <a:off x="9263062" y="1938718"/>
          <a:ext cx="2238375" cy="43351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3600"/>
              </a:tblGrid>
              <a:tr h="8197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  <a:tr h="1176020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1639"/>
                        </a:spcBef>
                      </a:pPr>
                      <a:r>
                        <a:rPr dirty="0" sz="2000" spc="-25" b="1">
                          <a:latin typeface="Consolas"/>
                          <a:cs typeface="Consolas"/>
                        </a:rPr>
                        <a:t>buf</a:t>
                      </a:r>
                      <a:endParaRPr sz="2000">
                        <a:latin typeface="Consolas"/>
                        <a:cs typeface="Consolas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835"/>
                        </a:spcBef>
                      </a:pPr>
                      <a:r>
                        <a:rPr dirty="0" sz="1800" b="1">
                          <a:latin typeface="Arial"/>
                          <a:cs typeface="Arial"/>
                        </a:rPr>
                        <a:t>0x28</a:t>
                      </a:r>
                      <a:r>
                        <a:rPr dirty="0" sz="1800" spc="14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20" b="1">
                          <a:latin typeface="Arial"/>
                          <a:cs typeface="Arial"/>
                        </a:rPr>
                        <a:t>byte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8279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  <a:solidFill>
                      <a:srgbClr val="DCEAF7"/>
                    </a:solidFill>
                  </a:tcPr>
                </a:tc>
              </a:tr>
              <a:tr h="23393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600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800" spc="-10" b="1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CRASH!!</a:t>
                      </a:r>
                      <a:endParaRPr sz="18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28575">
                      <a:solidFill>
                        <a:srgbClr val="042333"/>
                      </a:solidFill>
                      <a:prstDash val="solid"/>
                    </a:lnL>
                    <a:lnR w="28575">
                      <a:solidFill>
                        <a:srgbClr val="042333"/>
                      </a:solidFill>
                      <a:prstDash val="solid"/>
                    </a:lnR>
                    <a:lnT w="28575">
                      <a:solidFill>
                        <a:srgbClr val="042333"/>
                      </a:solidFill>
                      <a:prstDash val="solid"/>
                    </a:lnT>
                    <a:lnB w="28575">
                      <a:solidFill>
                        <a:srgbClr val="042333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9" name="object 29"/>
          <p:cNvGrpSpPr/>
          <p:nvPr/>
        </p:nvGrpSpPr>
        <p:grpSpPr>
          <a:xfrm>
            <a:off x="3117151" y="4653978"/>
            <a:ext cx="3420745" cy="866140"/>
            <a:chOff x="3117151" y="4653978"/>
            <a:chExt cx="3420745" cy="866140"/>
          </a:xfrm>
        </p:grpSpPr>
        <p:sp>
          <p:nvSpPr>
            <p:cNvPr id="30" name="object 30"/>
            <p:cNvSpPr/>
            <p:nvPr/>
          </p:nvSpPr>
          <p:spPr>
            <a:xfrm>
              <a:off x="3131439" y="4668265"/>
              <a:ext cx="3392170" cy="837565"/>
            </a:xfrm>
            <a:custGeom>
              <a:avLst/>
              <a:gdLst/>
              <a:ahLst/>
              <a:cxnLst/>
              <a:rect l="l" t="t" r="r" b="b"/>
              <a:pathLst>
                <a:path w="3392170" h="837564">
                  <a:moveTo>
                    <a:pt x="3317113" y="387603"/>
                  </a:moveTo>
                  <a:lnTo>
                    <a:pt x="588137" y="387603"/>
                  </a:lnTo>
                  <a:lnTo>
                    <a:pt x="558962" y="393489"/>
                  </a:lnTo>
                  <a:lnTo>
                    <a:pt x="535146" y="409543"/>
                  </a:lnTo>
                  <a:lnTo>
                    <a:pt x="519092" y="433359"/>
                  </a:lnTo>
                  <a:lnTo>
                    <a:pt x="513207" y="462533"/>
                  </a:lnTo>
                  <a:lnTo>
                    <a:pt x="513207" y="762253"/>
                  </a:lnTo>
                  <a:lnTo>
                    <a:pt x="519092" y="791428"/>
                  </a:lnTo>
                  <a:lnTo>
                    <a:pt x="535146" y="815244"/>
                  </a:lnTo>
                  <a:lnTo>
                    <a:pt x="558962" y="831298"/>
                  </a:lnTo>
                  <a:lnTo>
                    <a:pt x="588137" y="837183"/>
                  </a:lnTo>
                  <a:lnTo>
                    <a:pt x="3317113" y="837183"/>
                  </a:lnTo>
                  <a:lnTo>
                    <a:pt x="3346287" y="831298"/>
                  </a:lnTo>
                  <a:lnTo>
                    <a:pt x="3370103" y="815244"/>
                  </a:lnTo>
                  <a:lnTo>
                    <a:pt x="3386157" y="791428"/>
                  </a:lnTo>
                  <a:lnTo>
                    <a:pt x="3392042" y="762253"/>
                  </a:lnTo>
                  <a:lnTo>
                    <a:pt x="3392042" y="462533"/>
                  </a:lnTo>
                  <a:lnTo>
                    <a:pt x="3386157" y="433359"/>
                  </a:lnTo>
                  <a:lnTo>
                    <a:pt x="3370103" y="409543"/>
                  </a:lnTo>
                  <a:lnTo>
                    <a:pt x="3346287" y="393489"/>
                  </a:lnTo>
                  <a:lnTo>
                    <a:pt x="3317113" y="387603"/>
                  </a:lnTo>
                  <a:close/>
                </a:path>
                <a:path w="3392170" h="837564">
                  <a:moveTo>
                    <a:pt x="0" y="0"/>
                  </a:moveTo>
                  <a:lnTo>
                    <a:pt x="993013" y="387603"/>
                  </a:lnTo>
                  <a:lnTo>
                    <a:pt x="1712722" y="3876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131439" y="4668265"/>
              <a:ext cx="3392170" cy="837565"/>
            </a:xfrm>
            <a:custGeom>
              <a:avLst/>
              <a:gdLst/>
              <a:ahLst/>
              <a:cxnLst/>
              <a:rect l="l" t="t" r="r" b="b"/>
              <a:pathLst>
                <a:path w="3392170" h="837564">
                  <a:moveTo>
                    <a:pt x="513207" y="462533"/>
                  </a:moveTo>
                  <a:lnTo>
                    <a:pt x="519092" y="433359"/>
                  </a:lnTo>
                  <a:lnTo>
                    <a:pt x="535146" y="409543"/>
                  </a:lnTo>
                  <a:lnTo>
                    <a:pt x="558962" y="393489"/>
                  </a:lnTo>
                  <a:lnTo>
                    <a:pt x="588137" y="387603"/>
                  </a:lnTo>
                  <a:lnTo>
                    <a:pt x="993013" y="387603"/>
                  </a:lnTo>
                  <a:lnTo>
                    <a:pt x="0" y="0"/>
                  </a:lnTo>
                  <a:lnTo>
                    <a:pt x="1712722" y="387603"/>
                  </a:lnTo>
                  <a:lnTo>
                    <a:pt x="3317113" y="387603"/>
                  </a:lnTo>
                  <a:lnTo>
                    <a:pt x="3346287" y="393489"/>
                  </a:lnTo>
                  <a:lnTo>
                    <a:pt x="3370103" y="409543"/>
                  </a:lnTo>
                  <a:lnTo>
                    <a:pt x="3386157" y="433359"/>
                  </a:lnTo>
                  <a:lnTo>
                    <a:pt x="3392042" y="462533"/>
                  </a:lnTo>
                  <a:lnTo>
                    <a:pt x="3392042" y="574928"/>
                  </a:lnTo>
                  <a:lnTo>
                    <a:pt x="3392042" y="762253"/>
                  </a:lnTo>
                  <a:lnTo>
                    <a:pt x="3386157" y="791428"/>
                  </a:lnTo>
                  <a:lnTo>
                    <a:pt x="3370103" y="815244"/>
                  </a:lnTo>
                  <a:lnTo>
                    <a:pt x="3346287" y="831298"/>
                  </a:lnTo>
                  <a:lnTo>
                    <a:pt x="3317113" y="837183"/>
                  </a:lnTo>
                  <a:lnTo>
                    <a:pt x="1712722" y="837183"/>
                  </a:lnTo>
                  <a:lnTo>
                    <a:pt x="993013" y="837183"/>
                  </a:lnTo>
                  <a:lnTo>
                    <a:pt x="588137" y="837183"/>
                  </a:lnTo>
                  <a:lnTo>
                    <a:pt x="558962" y="831298"/>
                  </a:lnTo>
                  <a:lnTo>
                    <a:pt x="535146" y="815244"/>
                  </a:lnTo>
                  <a:lnTo>
                    <a:pt x="519092" y="791428"/>
                  </a:lnTo>
                  <a:lnTo>
                    <a:pt x="513207" y="762253"/>
                  </a:lnTo>
                  <a:lnTo>
                    <a:pt x="513207" y="574928"/>
                  </a:lnTo>
                  <a:lnTo>
                    <a:pt x="513207" y="462533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4005834" y="5117668"/>
            <a:ext cx="21551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bp</a:t>
            </a:r>
            <a:r>
              <a:rPr dirty="0" sz="1800" spc="-2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:=</a:t>
            </a:r>
            <a:r>
              <a:rPr dirty="0" sz="1800" spc="-1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buf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+</a:t>
            </a:r>
            <a:r>
              <a:rPr dirty="0" sz="1800" spc="-1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0x280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44541" y="4691329"/>
            <a:ext cx="17049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0x80</a:t>
            </a:r>
            <a:r>
              <a:rPr dirty="0" sz="1600" spc="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335" b="1">
                <a:solidFill>
                  <a:srgbClr val="C00000"/>
                </a:solidFill>
                <a:latin typeface="Arial"/>
                <a:cs typeface="Arial"/>
              </a:rPr>
              <a:t>*</a:t>
            </a:r>
            <a:r>
              <a:rPr dirty="0" sz="1600" spc="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75" b="1">
                <a:solidFill>
                  <a:srgbClr val="C00000"/>
                </a:solidFill>
                <a:latin typeface="Arial"/>
                <a:cs typeface="Arial"/>
              </a:rPr>
              <a:t>5</a:t>
            </a:r>
            <a:r>
              <a:rPr dirty="0" sz="1600" spc="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100" b="1">
                <a:solidFill>
                  <a:srgbClr val="C00000"/>
                </a:solidFill>
                <a:latin typeface="Arial"/>
                <a:cs typeface="Arial"/>
              </a:rPr>
              <a:t>=</a:t>
            </a:r>
            <a:r>
              <a:rPr dirty="0" sz="1600" spc="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0x280</a:t>
            </a:r>
            <a:endParaRPr sz="16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798814" y="2817114"/>
            <a:ext cx="401320" cy="2176780"/>
          </a:xfrm>
          <a:custGeom>
            <a:avLst/>
            <a:gdLst/>
            <a:ahLst/>
            <a:cxnLst/>
            <a:rect l="l" t="t" r="r" b="b"/>
            <a:pathLst>
              <a:path w="401320" h="2176779">
                <a:moveTo>
                  <a:pt x="400811" y="2176272"/>
                </a:moveTo>
                <a:lnTo>
                  <a:pt x="347514" y="2170688"/>
                </a:lnTo>
                <a:lnTo>
                  <a:pt x="299635" y="2154931"/>
                </a:lnTo>
                <a:lnTo>
                  <a:pt x="259079" y="2130488"/>
                </a:lnTo>
                <a:lnTo>
                  <a:pt x="227753" y="2098849"/>
                </a:lnTo>
                <a:lnTo>
                  <a:pt x="207560" y="2061501"/>
                </a:lnTo>
                <a:lnTo>
                  <a:pt x="200405" y="2019935"/>
                </a:lnTo>
                <a:lnTo>
                  <a:pt x="200405" y="1132967"/>
                </a:lnTo>
                <a:lnTo>
                  <a:pt x="193242" y="1091400"/>
                </a:lnTo>
                <a:lnTo>
                  <a:pt x="173030" y="1054052"/>
                </a:lnTo>
                <a:lnTo>
                  <a:pt x="141684" y="1022413"/>
                </a:lnTo>
                <a:lnTo>
                  <a:pt x="101120" y="997970"/>
                </a:lnTo>
                <a:lnTo>
                  <a:pt x="53253" y="982213"/>
                </a:lnTo>
                <a:lnTo>
                  <a:pt x="0" y="976630"/>
                </a:lnTo>
                <a:lnTo>
                  <a:pt x="53253" y="971046"/>
                </a:lnTo>
                <a:lnTo>
                  <a:pt x="101120" y="955289"/>
                </a:lnTo>
                <a:lnTo>
                  <a:pt x="141684" y="930846"/>
                </a:lnTo>
                <a:lnTo>
                  <a:pt x="173030" y="899207"/>
                </a:lnTo>
                <a:lnTo>
                  <a:pt x="193242" y="861859"/>
                </a:lnTo>
                <a:lnTo>
                  <a:pt x="200405" y="820293"/>
                </a:lnTo>
                <a:lnTo>
                  <a:pt x="200405" y="156337"/>
                </a:lnTo>
                <a:lnTo>
                  <a:pt x="207560" y="114770"/>
                </a:lnTo>
                <a:lnTo>
                  <a:pt x="227753" y="77422"/>
                </a:lnTo>
                <a:lnTo>
                  <a:pt x="259079" y="45783"/>
                </a:lnTo>
                <a:lnTo>
                  <a:pt x="299635" y="21340"/>
                </a:lnTo>
                <a:lnTo>
                  <a:pt x="347514" y="5583"/>
                </a:lnTo>
                <a:lnTo>
                  <a:pt x="400811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087614" y="3544951"/>
            <a:ext cx="621665" cy="513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0x280</a:t>
            </a:r>
            <a:endParaRPr sz="1600">
              <a:latin typeface="Arial"/>
              <a:cs typeface="Arial"/>
            </a:endParaRPr>
          </a:p>
          <a:p>
            <a:pPr marL="68580">
              <a:lnSpc>
                <a:spcPct val="100000"/>
              </a:lnSpc>
            </a:pP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bytes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D1D1">
              <a:alpha val="96862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067621" y="2064829"/>
            <a:ext cx="6057265" cy="3155315"/>
            <a:chOff x="3067621" y="2064829"/>
            <a:chExt cx="6057265" cy="3155315"/>
          </a:xfrm>
        </p:grpSpPr>
        <p:sp>
          <p:nvSpPr>
            <p:cNvPr id="4" name="object 4"/>
            <p:cNvSpPr/>
            <p:nvPr/>
          </p:nvSpPr>
          <p:spPr>
            <a:xfrm>
              <a:off x="3072383" y="2069592"/>
              <a:ext cx="6047740" cy="3145790"/>
            </a:xfrm>
            <a:custGeom>
              <a:avLst/>
              <a:gdLst/>
              <a:ahLst/>
              <a:cxnLst/>
              <a:rect l="l" t="t" r="r" b="b"/>
              <a:pathLst>
                <a:path w="6047740" h="3145790">
                  <a:moveTo>
                    <a:pt x="6047232" y="0"/>
                  </a:moveTo>
                  <a:lnTo>
                    <a:pt x="0" y="0"/>
                  </a:lnTo>
                  <a:lnTo>
                    <a:pt x="0" y="3145536"/>
                  </a:lnTo>
                  <a:lnTo>
                    <a:pt x="6047232" y="3145536"/>
                  </a:lnTo>
                  <a:lnTo>
                    <a:pt x="60472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072383" y="2069592"/>
              <a:ext cx="6047740" cy="3145790"/>
            </a:xfrm>
            <a:custGeom>
              <a:avLst/>
              <a:gdLst/>
              <a:ahLst/>
              <a:cxnLst/>
              <a:rect l="l" t="t" r="r" b="b"/>
              <a:pathLst>
                <a:path w="6047740" h="3145790">
                  <a:moveTo>
                    <a:pt x="0" y="3145536"/>
                  </a:moveTo>
                  <a:lnTo>
                    <a:pt x="6047232" y="3145536"/>
                  </a:lnTo>
                  <a:lnTo>
                    <a:pt x="6047232" y="0"/>
                  </a:lnTo>
                  <a:lnTo>
                    <a:pt x="0" y="0"/>
                  </a:lnTo>
                  <a:lnTo>
                    <a:pt x="0" y="3145536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3151123" y="2066950"/>
            <a:ext cx="2917190" cy="93980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5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9553" y="3018282"/>
            <a:ext cx="3869690" cy="326390"/>
          </a:xfrm>
          <a:prstGeom prst="rect">
            <a:avLst/>
          </a:prstGeom>
          <a:ln w="28575">
            <a:solidFill>
              <a:srgbClr val="0017C0"/>
            </a:solidFill>
          </a:ln>
        </p:spPr>
        <p:txBody>
          <a:bodyPr wrap="square" lIns="0" tIns="3683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29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3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51123" y="3286404"/>
            <a:ext cx="3361054" cy="18548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680085" marR="5715" indent="-222885">
              <a:lnSpc>
                <a:spcPct val="125000"/>
              </a:lnSpc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 </a:t>
            </a: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1125220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311326" y="2638234"/>
            <a:ext cx="3500120" cy="673735"/>
            <a:chOff x="7311326" y="2638234"/>
            <a:chExt cx="3500120" cy="673735"/>
          </a:xfrm>
        </p:grpSpPr>
        <p:sp>
          <p:nvSpPr>
            <p:cNvPr id="10" name="object 10"/>
            <p:cNvSpPr/>
            <p:nvPr/>
          </p:nvSpPr>
          <p:spPr>
            <a:xfrm>
              <a:off x="7325614" y="2652522"/>
              <a:ext cx="3471545" cy="645160"/>
            </a:xfrm>
            <a:custGeom>
              <a:avLst/>
              <a:gdLst/>
              <a:ahLst/>
              <a:cxnLst/>
              <a:rect l="l" t="t" r="r" b="b"/>
              <a:pathLst>
                <a:path w="3471545" h="645160">
                  <a:moveTo>
                    <a:pt x="3363721" y="0"/>
                  </a:moveTo>
                  <a:lnTo>
                    <a:pt x="1030477" y="0"/>
                  </a:lnTo>
                  <a:lnTo>
                    <a:pt x="988669" y="8447"/>
                  </a:lnTo>
                  <a:lnTo>
                    <a:pt x="954516" y="31480"/>
                  </a:lnTo>
                  <a:lnTo>
                    <a:pt x="931483" y="65633"/>
                  </a:lnTo>
                  <a:lnTo>
                    <a:pt x="923035" y="107441"/>
                  </a:lnTo>
                  <a:lnTo>
                    <a:pt x="923035" y="376047"/>
                  </a:lnTo>
                  <a:lnTo>
                    <a:pt x="0" y="536955"/>
                  </a:lnTo>
                  <a:lnTo>
                    <a:pt x="923035" y="537210"/>
                  </a:lnTo>
                  <a:lnTo>
                    <a:pt x="931483" y="579018"/>
                  </a:lnTo>
                  <a:lnTo>
                    <a:pt x="954516" y="613171"/>
                  </a:lnTo>
                  <a:lnTo>
                    <a:pt x="988669" y="636204"/>
                  </a:lnTo>
                  <a:lnTo>
                    <a:pt x="1030477" y="644651"/>
                  </a:lnTo>
                  <a:lnTo>
                    <a:pt x="3363721" y="644651"/>
                  </a:lnTo>
                  <a:lnTo>
                    <a:pt x="3405530" y="636204"/>
                  </a:lnTo>
                  <a:lnTo>
                    <a:pt x="3439683" y="613171"/>
                  </a:lnTo>
                  <a:lnTo>
                    <a:pt x="3462716" y="579018"/>
                  </a:lnTo>
                  <a:lnTo>
                    <a:pt x="3471163" y="537210"/>
                  </a:lnTo>
                  <a:lnTo>
                    <a:pt x="3471163" y="107441"/>
                  </a:lnTo>
                  <a:lnTo>
                    <a:pt x="3462716" y="65633"/>
                  </a:lnTo>
                  <a:lnTo>
                    <a:pt x="3439683" y="31480"/>
                  </a:lnTo>
                  <a:lnTo>
                    <a:pt x="3405530" y="8447"/>
                  </a:lnTo>
                  <a:lnTo>
                    <a:pt x="33637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325614" y="2652522"/>
              <a:ext cx="3471545" cy="645160"/>
            </a:xfrm>
            <a:custGeom>
              <a:avLst/>
              <a:gdLst/>
              <a:ahLst/>
              <a:cxnLst/>
              <a:rect l="l" t="t" r="r" b="b"/>
              <a:pathLst>
                <a:path w="3471545" h="645160">
                  <a:moveTo>
                    <a:pt x="923035" y="107441"/>
                  </a:moveTo>
                  <a:lnTo>
                    <a:pt x="931483" y="65633"/>
                  </a:lnTo>
                  <a:lnTo>
                    <a:pt x="954516" y="31480"/>
                  </a:lnTo>
                  <a:lnTo>
                    <a:pt x="988669" y="8447"/>
                  </a:lnTo>
                  <a:lnTo>
                    <a:pt x="1030477" y="0"/>
                  </a:lnTo>
                  <a:lnTo>
                    <a:pt x="1347724" y="0"/>
                  </a:lnTo>
                  <a:lnTo>
                    <a:pt x="1984755" y="0"/>
                  </a:lnTo>
                  <a:lnTo>
                    <a:pt x="3363721" y="0"/>
                  </a:lnTo>
                  <a:lnTo>
                    <a:pt x="3405530" y="8447"/>
                  </a:lnTo>
                  <a:lnTo>
                    <a:pt x="3439683" y="31480"/>
                  </a:lnTo>
                  <a:lnTo>
                    <a:pt x="3462716" y="65633"/>
                  </a:lnTo>
                  <a:lnTo>
                    <a:pt x="3471163" y="107441"/>
                  </a:lnTo>
                  <a:lnTo>
                    <a:pt x="3471163" y="376047"/>
                  </a:lnTo>
                  <a:lnTo>
                    <a:pt x="3471163" y="537210"/>
                  </a:lnTo>
                  <a:lnTo>
                    <a:pt x="3462716" y="579018"/>
                  </a:lnTo>
                  <a:lnTo>
                    <a:pt x="3439683" y="613171"/>
                  </a:lnTo>
                  <a:lnTo>
                    <a:pt x="3405530" y="636204"/>
                  </a:lnTo>
                  <a:lnTo>
                    <a:pt x="3363721" y="644651"/>
                  </a:lnTo>
                  <a:lnTo>
                    <a:pt x="1984755" y="644651"/>
                  </a:lnTo>
                  <a:lnTo>
                    <a:pt x="1347724" y="644651"/>
                  </a:lnTo>
                  <a:lnTo>
                    <a:pt x="1030477" y="644651"/>
                  </a:lnTo>
                  <a:lnTo>
                    <a:pt x="988669" y="636204"/>
                  </a:lnTo>
                  <a:lnTo>
                    <a:pt x="954516" y="613171"/>
                  </a:lnTo>
                  <a:lnTo>
                    <a:pt x="931483" y="579018"/>
                  </a:lnTo>
                  <a:lnTo>
                    <a:pt x="923035" y="537210"/>
                  </a:lnTo>
                  <a:lnTo>
                    <a:pt x="0" y="536955"/>
                  </a:lnTo>
                  <a:lnTo>
                    <a:pt x="923035" y="376047"/>
                  </a:lnTo>
                  <a:lnTo>
                    <a:pt x="923035" y="107441"/>
                  </a:lnTo>
                  <a:close/>
                </a:path>
              </a:pathLst>
            </a:custGeom>
            <a:ln w="28574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814943" y="2674111"/>
            <a:ext cx="1415415" cy="580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00000"/>
                </a:solidFill>
                <a:latin typeface="Consolas"/>
                <a:cs typeface="Consolas"/>
              </a:rPr>
              <a:t>developer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800" spc="55">
                <a:latin typeface="Tahoma"/>
                <a:cs typeface="Tahoma"/>
              </a:rPr>
              <a:t>patched</a:t>
            </a:r>
            <a:r>
              <a:rPr dirty="0" sz="1800" spc="-70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here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16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07518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252525"/>
                </a:solidFill>
              </a:rPr>
              <a:t>Let’s</a:t>
            </a:r>
            <a:r>
              <a:rPr dirty="0" spc="-195">
                <a:solidFill>
                  <a:srgbClr val="252525"/>
                </a:solidFill>
              </a:rPr>
              <a:t> </a:t>
            </a:r>
            <a:r>
              <a:rPr dirty="0" spc="80">
                <a:solidFill>
                  <a:srgbClr val="252525"/>
                </a:solidFill>
              </a:rPr>
              <a:t>locate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85058" y="3446145"/>
            <a:ext cx="641794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0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dirty="0" sz="3600" spc="-9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3600" spc="140">
                <a:solidFill>
                  <a:srgbClr val="252525"/>
                </a:solidFill>
                <a:latin typeface="Tahoma"/>
                <a:cs typeface="Tahoma"/>
              </a:rPr>
              <a:t>root</a:t>
            </a:r>
            <a:r>
              <a:rPr dirty="0" sz="3600" spc="-9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3600" spc="50">
                <a:solidFill>
                  <a:srgbClr val="252525"/>
                </a:solidFill>
                <a:latin typeface="Tahoma"/>
                <a:cs typeface="Tahoma"/>
              </a:rPr>
              <a:t>cause</a:t>
            </a:r>
            <a:r>
              <a:rPr dirty="0" sz="3600" spc="-10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3600" spc="18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dirty="0" sz="3600" spc="-10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3600" spc="55">
                <a:solidFill>
                  <a:srgbClr val="252525"/>
                </a:solidFill>
                <a:latin typeface="Tahoma"/>
                <a:cs typeface="Tahoma"/>
              </a:rPr>
              <a:t>this</a:t>
            </a:r>
            <a:r>
              <a:rPr dirty="0" sz="3600" spc="-9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3600" spc="90">
                <a:solidFill>
                  <a:srgbClr val="252525"/>
                </a:solidFill>
                <a:latin typeface="Tahoma"/>
                <a:cs typeface="Tahoma"/>
              </a:rPr>
              <a:t>example</a:t>
            </a:r>
            <a:endParaRPr sz="3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2144" y="2577083"/>
            <a:ext cx="5638800" cy="24949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73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30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1075055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288925">
              <a:lnSpc>
                <a:spcPct val="100000"/>
              </a:lnSpc>
              <a:spcBef>
                <a:spcPts val="4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 marL="288925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681990" marR="2586355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>
                <a:latin typeface="Consolas"/>
                <a:cs typeface="Consolas"/>
              </a:rPr>
              <a:t>(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latin typeface="Consolas"/>
                <a:cs typeface="Consolas"/>
              </a:rPr>
              <a:t>(bp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))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1075055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425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>
                <a:solidFill>
                  <a:srgbClr val="252525"/>
                </a:solidFill>
              </a:rPr>
              <a:t>Root</a:t>
            </a:r>
            <a:r>
              <a:rPr dirty="0" spc="-80">
                <a:solidFill>
                  <a:srgbClr val="252525"/>
                </a:solidFill>
              </a:rPr>
              <a:t> </a:t>
            </a:r>
            <a:r>
              <a:rPr dirty="0" spc="85">
                <a:solidFill>
                  <a:srgbClr val="252525"/>
                </a:solidFill>
              </a:rPr>
              <a:t>Cause</a:t>
            </a:r>
            <a:r>
              <a:rPr dirty="0" spc="-85">
                <a:solidFill>
                  <a:srgbClr val="252525"/>
                </a:solidFill>
              </a:rPr>
              <a:t> </a:t>
            </a:r>
            <a:r>
              <a:rPr dirty="0" spc="50">
                <a:solidFill>
                  <a:srgbClr val="252525"/>
                </a:solidFill>
              </a:rPr>
              <a:t>Analysis</a:t>
            </a:r>
            <a:r>
              <a:rPr dirty="0" spc="-100">
                <a:solidFill>
                  <a:srgbClr val="252525"/>
                </a:solidFill>
              </a:rPr>
              <a:t> </a:t>
            </a:r>
            <a:r>
              <a:rPr dirty="0" spc="90">
                <a:solidFill>
                  <a:srgbClr val="252525"/>
                </a:solidFill>
              </a:rPr>
              <a:t>Example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solidFill>
                            <a:srgbClr val="252525"/>
                          </a:solidFill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solidFill>
                            <a:srgbClr val="252525"/>
                          </a:solidFill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solidFill>
                            <a:srgbClr val="252525"/>
                          </a:solidFill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1196086"/>
            <a:ext cx="59328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u="sng" sz="2000">
                <a:solidFill>
                  <a:srgbClr val="252525"/>
                </a:solidFill>
                <a:uFill>
                  <a:solidFill>
                    <a:srgbClr val="252525"/>
                  </a:solidFill>
                </a:uFill>
                <a:latin typeface="Consolas"/>
                <a:cs typeface="Consolas"/>
              </a:rPr>
              <a:t>colorsTotal</a:t>
            </a:r>
            <a:r>
              <a:rPr dirty="0" sz="2000" spc="-500">
                <a:solidFill>
                  <a:srgbClr val="252525"/>
                </a:solidFill>
                <a:latin typeface="Consolas"/>
                <a:cs typeface="Consolas"/>
              </a:rPr>
              <a:t> </a:t>
            </a:r>
            <a:r>
              <a:rPr dirty="0" sz="2000" spc="-114">
                <a:solidFill>
                  <a:srgbClr val="252525"/>
                </a:solidFill>
                <a:latin typeface="Tahoma"/>
                <a:cs typeface="Tahoma"/>
              </a:rPr>
              <a:t>: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Observed</a:t>
            </a:r>
            <a:r>
              <a:rPr dirty="0" sz="2000" spc="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values</a:t>
            </a:r>
            <a:r>
              <a:rPr dirty="0" sz="2000" spc="1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for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Consolas"/>
                <a:cs typeface="Consolas"/>
              </a:rPr>
              <a:t>colorsTotal</a:t>
            </a:r>
            <a:endParaRPr sz="20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solidFill>
                  <a:srgbClr val="252525"/>
                </a:solidFill>
                <a:latin typeface="Arial"/>
                <a:cs typeface="Arial"/>
              </a:rPr>
              <a:t>Collected</a:t>
            </a:r>
            <a:r>
              <a:rPr dirty="0" sz="1600" spc="-25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600" spc="-70" b="1">
                <a:solidFill>
                  <a:srgbClr val="252525"/>
                </a:solidFill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397758" y="3170682"/>
            <a:ext cx="1127760" cy="259079"/>
          </a:xfrm>
          <a:custGeom>
            <a:avLst/>
            <a:gdLst/>
            <a:ahLst/>
            <a:cxnLst/>
            <a:rect l="l" t="t" r="r" b="b"/>
            <a:pathLst>
              <a:path w="1127760" h="259079">
                <a:moveTo>
                  <a:pt x="0" y="17398"/>
                </a:moveTo>
                <a:lnTo>
                  <a:pt x="0" y="7746"/>
                </a:lnTo>
                <a:lnTo>
                  <a:pt x="7746" y="0"/>
                </a:lnTo>
                <a:lnTo>
                  <a:pt x="17399" y="0"/>
                </a:lnTo>
                <a:lnTo>
                  <a:pt x="1110361" y="0"/>
                </a:lnTo>
                <a:lnTo>
                  <a:pt x="1120013" y="0"/>
                </a:lnTo>
                <a:lnTo>
                  <a:pt x="1127759" y="7746"/>
                </a:lnTo>
                <a:lnTo>
                  <a:pt x="1127759" y="17398"/>
                </a:lnTo>
                <a:lnTo>
                  <a:pt x="1127759" y="241680"/>
                </a:lnTo>
                <a:lnTo>
                  <a:pt x="1127759" y="251332"/>
                </a:lnTo>
                <a:lnTo>
                  <a:pt x="1120013" y="259079"/>
                </a:lnTo>
                <a:lnTo>
                  <a:pt x="1110361" y="259079"/>
                </a:lnTo>
                <a:lnTo>
                  <a:pt x="17399" y="259079"/>
                </a:lnTo>
                <a:lnTo>
                  <a:pt x="7746" y="259079"/>
                </a:lnTo>
                <a:lnTo>
                  <a:pt x="0" y="251332"/>
                </a:lnTo>
                <a:lnTo>
                  <a:pt x="0" y="241680"/>
                </a:lnTo>
                <a:lnTo>
                  <a:pt x="0" y="17398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504681" y="2722626"/>
            <a:ext cx="1221105" cy="260985"/>
          </a:xfrm>
          <a:custGeom>
            <a:avLst/>
            <a:gdLst/>
            <a:ahLst/>
            <a:cxnLst/>
            <a:rect l="l" t="t" r="r" b="b"/>
            <a:pathLst>
              <a:path w="1221104" h="260985">
                <a:moveTo>
                  <a:pt x="0" y="17399"/>
                </a:moveTo>
                <a:lnTo>
                  <a:pt x="0" y="7747"/>
                </a:lnTo>
                <a:lnTo>
                  <a:pt x="7747" y="0"/>
                </a:lnTo>
                <a:lnTo>
                  <a:pt x="17399" y="0"/>
                </a:lnTo>
                <a:lnTo>
                  <a:pt x="1203325" y="0"/>
                </a:lnTo>
                <a:lnTo>
                  <a:pt x="1212850" y="0"/>
                </a:lnTo>
                <a:lnTo>
                  <a:pt x="1220724" y="7747"/>
                </a:lnTo>
                <a:lnTo>
                  <a:pt x="1220724" y="17399"/>
                </a:lnTo>
                <a:lnTo>
                  <a:pt x="1220724" y="243204"/>
                </a:lnTo>
                <a:lnTo>
                  <a:pt x="1220724" y="252857"/>
                </a:lnTo>
                <a:lnTo>
                  <a:pt x="1212850" y="260603"/>
                </a:lnTo>
                <a:lnTo>
                  <a:pt x="1203325" y="260603"/>
                </a:lnTo>
                <a:lnTo>
                  <a:pt x="17399" y="260603"/>
                </a:lnTo>
                <a:lnTo>
                  <a:pt x="7747" y="260603"/>
                </a:lnTo>
                <a:lnTo>
                  <a:pt x="0" y="252857"/>
                </a:lnTo>
                <a:lnTo>
                  <a:pt x="0" y="243204"/>
                </a:lnTo>
                <a:lnTo>
                  <a:pt x="0" y="17399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52144" y="2577083"/>
            <a:ext cx="5638800" cy="24949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731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530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1075055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288925">
              <a:lnSpc>
                <a:spcPct val="100000"/>
              </a:lnSpc>
              <a:spcBef>
                <a:spcPts val="4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 marL="288925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681990" marR="2586355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>
                <a:latin typeface="Consolas"/>
                <a:cs typeface="Consolas"/>
              </a:rPr>
              <a:t>(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latin typeface="Consolas"/>
                <a:cs typeface="Consolas"/>
              </a:rPr>
              <a:t>(bp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))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1075055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92075">
              <a:lnSpc>
                <a:spcPct val="100000"/>
              </a:lnSpc>
              <a:spcBef>
                <a:spcPts val="425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Root</a:t>
            </a:r>
            <a:r>
              <a:rPr dirty="0" spc="-80"/>
              <a:t> </a:t>
            </a:r>
            <a:r>
              <a:rPr dirty="0" spc="85"/>
              <a:t>Cause</a:t>
            </a:r>
            <a:r>
              <a:rPr dirty="0" spc="-85"/>
              <a:t> </a:t>
            </a:r>
            <a:r>
              <a:rPr dirty="0" spc="50"/>
              <a:t>Analysis</a:t>
            </a:r>
            <a:r>
              <a:rPr dirty="0" spc="-100"/>
              <a:t> </a:t>
            </a:r>
            <a:r>
              <a:rPr dirty="0" spc="90"/>
              <a:t>Example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1196086"/>
            <a:ext cx="96494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u="sng" sz="20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Crash?</a:t>
            </a:r>
            <a:r>
              <a:rPr dirty="0" sz="2000" spc="-495">
                <a:latin typeface="Consolas"/>
                <a:cs typeface="Consolas"/>
              </a:rPr>
              <a:t> </a:t>
            </a:r>
            <a:r>
              <a:rPr dirty="0" sz="2000" spc="-10">
                <a:latin typeface="Tahoma"/>
                <a:cs typeface="Tahoma"/>
              </a:rPr>
              <a:t>(</a:t>
            </a:r>
            <a:r>
              <a:rPr dirty="0" sz="2000" spc="-10" b="1">
                <a:solidFill>
                  <a:srgbClr val="4EA72D"/>
                </a:solidFill>
                <a:latin typeface="Consolas"/>
                <a:cs typeface="Consolas"/>
              </a:rPr>
              <a:t>Yes</a:t>
            </a:r>
            <a:r>
              <a:rPr dirty="0" sz="2000" spc="-10" b="1">
                <a:latin typeface="Consolas"/>
                <a:cs typeface="Consolas"/>
              </a:rPr>
              <a:t>/</a:t>
            </a:r>
            <a:r>
              <a:rPr dirty="0" sz="2000" spc="-10" b="1">
                <a:solidFill>
                  <a:srgbClr val="C00000"/>
                </a:solidFill>
                <a:latin typeface="Consolas"/>
                <a:cs typeface="Consolas"/>
              </a:rPr>
              <a:t>No</a:t>
            </a:r>
            <a:r>
              <a:rPr dirty="0" sz="2000" spc="-10">
                <a:latin typeface="Tahoma"/>
                <a:cs typeface="Tahoma"/>
              </a:rPr>
              <a:t>)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denotes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whether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program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has crashed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for</a:t>
            </a:r>
            <a:r>
              <a:rPr dirty="0" sz="2000">
                <a:latin typeface="Tahoma"/>
                <a:cs typeface="Tahoma"/>
              </a:rPr>
              <a:t> a given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40">
                <a:latin typeface="Tahoma"/>
                <a:cs typeface="Tahoma"/>
              </a:rPr>
              <a:t>behavior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947909" y="2722626"/>
            <a:ext cx="721360" cy="260985"/>
          </a:xfrm>
          <a:custGeom>
            <a:avLst/>
            <a:gdLst/>
            <a:ahLst/>
            <a:cxnLst/>
            <a:rect l="l" t="t" r="r" b="b"/>
            <a:pathLst>
              <a:path w="721359" h="260985">
                <a:moveTo>
                  <a:pt x="0" y="17399"/>
                </a:moveTo>
                <a:lnTo>
                  <a:pt x="0" y="7747"/>
                </a:lnTo>
                <a:lnTo>
                  <a:pt x="7747" y="0"/>
                </a:lnTo>
                <a:lnTo>
                  <a:pt x="17399" y="0"/>
                </a:lnTo>
                <a:lnTo>
                  <a:pt x="703453" y="0"/>
                </a:lnTo>
                <a:lnTo>
                  <a:pt x="712978" y="0"/>
                </a:lnTo>
                <a:lnTo>
                  <a:pt x="720851" y="7747"/>
                </a:lnTo>
                <a:lnTo>
                  <a:pt x="720851" y="17399"/>
                </a:lnTo>
                <a:lnTo>
                  <a:pt x="720851" y="243204"/>
                </a:lnTo>
                <a:lnTo>
                  <a:pt x="720851" y="252729"/>
                </a:lnTo>
                <a:lnTo>
                  <a:pt x="712978" y="260603"/>
                </a:lnTo>
                <a:lnTo>
                  <a:pt x="703453" y="260603"/>
                </a:lnTo>
                <a:lnTo>
                  <a:pt x="17399" y="260603"/>
                </a:lnTo>
                <a:lnTo>
                  <a:pt x="7747" y="260603"/>
                </a:lnTo>
                <a:lnTo>
                  <a:pt x="0" y="252729"/>
                </a:lnTo>
                <a:lnTo>
                  <a:pt x="0" y="243204"/>
                </a:lnTo>
                <a:lnTo>
                  <a:pt x="0" y="17399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2144" y="2577083"/>
            <a:ext cx="5638800" cy="2494915"/>
          </a:xfrm>
          <a:custGeom>
            <a:avLst/>
            <a:gdLst/>
            <a:ahLst/>
            <a:cxnLst/>
            <a:rect l="l" t="t" r="r" b="b"/>
            <a:pathLst>
              <a:path w="5638800" h="2494915">
                <a:moveTo>
                  <a:pt x="0" y="2494788"/>
                </a:moveTo>
                <a:lnTo>
                  <a:pt x="5638800" y="2494788"/>
                </a:lnTo>
                <a:lnTo>
                  <a:pt x="5638800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44498" y="2578709"/>
            <a:ext cx="2768600" cy="5588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520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algn="ctr" marR="498475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4498" y="3111855"/>
            <a:ext cx="3457575" cy="189357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5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 marL="196215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89280" marR="496570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>
                <a:latin typeface="Consolas"/>
                <a:cs typeface="Consolas"/>
              </a:rPr>
              <a:t>(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latin typeface="Consolas"/>
                <a:cs typeface="Consolas"/>
              </a:rPr>
              <a:t>(bp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))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982344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Root</a:t>
            </a:r>
            <a:r>
              <a:rPr dirty="0" spc="-80"/>
              <a:t> </a:t>
            </a:r>
            <a:r>
              <a:rPr dirty="0" spc="85"/>
              <a:t>Cause</a:t>
            </a:r>
            <a:r>
              <a:rPr dirty="0" spc="-85"/>
              <a:t> </a:t>
            </a:r>
            <a:r>
              <a:rPr dirty="0" spc="50"/>
              <a:t>Analysis</a:t>
            </a:r>
            <a:r>
              <a:rPr dirty="0" spc="-100"/>
              <a:t> </a:t>
            </a:r>
            <a:r>
              <a:rPr dirty="0" spc="90"/>
              <a:t>Example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23495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1196086"/>
            <a:ext cx="839089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First,</a:t>
            </a:r>
            <a:r>
              <a:rPr dirty="0" sz="2000" spc="-70">
                <a:latin typeface="Tahoma"/>
                <a:cs typeface="Tahoma"/>
              </a:rPr>
              <a:t> </a:t>
            </a:r>
            <a:r>
              <a:rPr dirty="0" sz="2000" spc="125">
                <a:latin typeface="Tahoma"/>
                <a:cs typeface="Tahoma"/>
              </a:rPr>
              <a:t>we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have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behavior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100">
                <a:latin typeface="Tahoma"/>
                <a:cs typeface="Tahoma"/>
              </a:rPr>
              <a:t>of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b="1">
                <a:latin typeface="Arial"/>
                <a:cs typeface="Arial"/>
              </a:rPr>
              <a:t>the</a:t>
            </a:r>
            <a:r>
              <a:rPr dirty="0" sz="2000" spc="25" b="1">
                <a:latin typeface="Arial"/>
                <a:cs typeface="Arial"/>
              </a:rPr>
              <a:t> </a:t>
            </a:r>
            <a:r>
              <a:rPr dirty="0" sz="2000" spc="-50" b="1">
                <a:latin typeface="Arial"/>
                <a:cs typeface="Arial"/>
              </a:rPr>
              <a:t>given</a:t>
            </a:r>
            <a:r>
              <a:rPr dirty="0" sz="2000" spc="2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input</a:t>
            </a:r>
            <a:r>
              <a:rPr dirty="0" sz="2000" spc="35" b="1">
                <a:latin typeface="Arial"/>
                <a:cs typeface="Arial"/>
              </a:rPr>
              <a:t> </a:t>
            </a:r>
            <a:r>
              <a:rPr dirty="0" sz="2000" spc="60">
                <a:latin typeface="Tahoma"/>
                <a:cs typeface="Tahoma"/>
              </a:rPr>
              <a:t>that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(obviously)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crashes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6323" y="2987166"/>
            <a:ext cx="275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solidFill>
                  <a:srgbClr val="C00000"/>
                </a:solidFill>
                <a:latin typeface="Arial"/>
                <a:cs typeface="Arial"/>
              </a:rPr>
              <a:t>0x1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41869" y="3044189"/>
            <a:ext cx="3484245" cy="457200"/>
          </a:xfrm>
          <a:custGeom>
            <a:avLst/>
            <a:gdLst/>
            <a:ahLst/>
            <a:cxnLst/>
            <a:rect l="l" t="t" r="r" b="b"/>
            <a:pathLst>
              <a:path w="3484245" h="457200">
                <a:moveTo>
                  <a:pt x="0" y="76200"/>
                </a:moveTo>
                <a:lnTo>
                  <a:pt x="5994" y="46559"/>
                </a:lnTo>
                <a:lnTo>
                  <a:pt x="22336" y="22336"/>
                </a:lnTo>
                <a:lnTo>
                  <a:pt x="46559" y="5994"/>
                </a:lnTo>
                <a:lnTo>
                  <a:pt x="76200" y="0"/>
                </a:lnTo>
                <a:lnTo>
                  <a:pt x="3407663" y="0"/>
                </a:lnTo>
                <a:lnTo>
                  <a:pt x="3437304" y="5994"/>
                </a:lnTo>
                <a:lnTo>
                  <a:pt x="3461527" y="22336"/>
                </a:lnTo>
                <a:lnTo>
                  <a:pt x="3477869" y="46559"/>
                </a:lnTo>
                <a:lnTo>
                  <a:pt x="3483863" y="76200"/>
                </a:lnTo>
                <a:lnTo>
                  <a:pt x="3483863" y="381000"/>
                </a:lnTo>
                <a:lnTo>
                  <a:pt x="3477869" y="410640"/>
                </a:lnTo>
                <a:lnTo>
                  <a:pt x="3461527" y="434863"/>
                </a:lnTo>
                <a:lnTo>
                  <a:pt x="3437304" y="451205"/>
                </a:lnTo>
                <a:lnTo>
                  <a:pt x="3407663" y="457200"/>
                </a:lnTo>
                <a:lnTo>
                  <a:pt x="76200" y="457200"/>
                </a:lnTo>
                <a:lnTo>
                  <a:pt x="46559" y="451205"/>
                </a:lnTo>
                <a:lnTo>
                  <a:pt x="22336" y="434863"/>
                </a:lnTo>
                <a:lnTo>
                  <a:pt x="5994" y="410640"/>
                </a:lnTo>
                <a:lnTo>
                  <a:pt x="0" y="381000"/>
                </a:lnTo>
                <a:lnTo>
                  <a:pt x="0" y="7620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2144" y="2577083"/>
            <a:ext cx="5638800" cy="2494915"/>
          </a:xfrm>
          <a:custGeom>
            <a:avLst/>
            <a:gdLst/>
            <a:ahLst/>
            <a:cxnLst/>
            <a:rect l="l" t="t" r="r" b="b"/>
            <a:pathLst>
              <a:path w="5638800" h="2494915">
                <a:moveTo>
                  <a:pt x="0" y="2494788"/>
                </a:moveTo>
                <a:lnTo>
                  <a:pt x="5638800" y="2494788"/>
                </a:lnTo>
                <a:lnTo>
                  <a:pt x="5638800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44498" y="2631439"/>
            <a:ext cx="27686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27452" y="2898139"/>
            <a:ext cx="3098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44498" y="3111855"/>
            <a:ext cx="3457575" cy="189357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96215">
              <a:lnSpc>
                <a:spcPct val="100000"/>
              </a:lnSpc>
              <a:spcBef>
                <a:spcPts val="5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 marL="196215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589280" marR="496570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>
                <a:latin typeface="Consolas"/>
                <a:cs typeface="Consolas"/>
              </a:rPr>
              <a:t>(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latin typeface="Consolas"/>
                <a:cs typeface="Consolas"/>
              </a:rPr>
              <a:t>(bp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))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982344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Root</a:t>
            </a:r>
            <a:r>
              <a:rPr dirty="0" spc="-80"/>
              <a:t> </a:t>
            </a:r>
            <a:r>
              <a:rPr dirty="0" spc="85"/>
              <a:t>Cause</a:t>
            </a:r>
            <a:r>
              <a:rPr dirty="0" spc="-85"/>
              <a:t> </a:t>
            </a:r>
            <a:r>
              <a:rPr dirty="0" spc="50"/>
              <a:t>Analysis</a:t>
            </a:r>
            <a:r>
              <a:rPr dirty="0" spc="-100"/>
              <a:t> </a:t>
            </a:r>
            <a:r>
              <a:rPr dirty="0" spc="90"/>
              <a:t>Example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1196086"/>
            <a:ext cx="69291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60">
                <a:latin typeface="Tahoma"/>
                <a:cs typeface="Tahoma"/>
              </a:rPr>
              <a:t>Suppose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behavior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#1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collected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(</a:t>
            </a:r>
            <a:r>
              <a:rPr dirty="0" sz="2000" spc="-10">
                <a:latin typeface="Consolas"/>
                <a:cs typeface="Consolas"/>
              </a:rPr>
              <a:t>colorsTotal</a:t>
            </a:r>
            <a:r>
              <a:rPr dirty="0" sz="2000" spc="-565">
                <a:latin typeface="Consolas"/>
                <a:cs typeface="Consolas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0x400)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88530" y="3429761"/>
            <a:ext cx="3558540" cy="455930"/>
          </a:xfrm>
          <a:custGeom>
            <a:avLst/>
            <a:gdLst/>
            <a:ahLst/>
            <a:cxnLst/>
            <a:rect l="l" t="t" r="r" b="b"/>
            <a:pathLst>
              <a:path w="3558540" h="455929">
                <a:moveTo>
                  <a:pt x="0" y="75946"/>
                </a:moveTo>
                <a:lnTo>
                  <a:pt x="5972" y="46398"/>
                </a:lnTo>
                <a:lnTo>
                  <a:pt x="22256" y="22256"/>
                </a:lnTo>
                <a:lnTo>
                  <a:pt x="46398" y="5972"/>
                </a:lnTo>
                <a:lnTo>
                  <a:pt x="75946" y="0"/>
                </a:lnTo>
                <a:lnTo>
                  <a:pt x="3482594" y="0"/>
                </a:lnTo>
                <a:lnTo>
                  <a:pt x="3512141" y="5972"/>
                </a:lnTo>
                <a:lnTo>
                  <a:pt x="3536283" y="22256"/>
                </a:lnTo>
                <a:lnTo>
                  <a:pt x="3552567" y="46398"/>
                </a:lnTo>
                <a:lnTo>
                  <a:pt x="3558540" y="75946"/>
                </a:lnTo>
                <a:lnTo>
                  <a:pt x="3558540" y="379730"/>
                </a:lnTo>
                <a:lnTo>
                  <a:pt x="3552567" y="409277"/>
                </a:lnTo>
                <a:lnTo>
                  <a:pt x="3536283" y="433419"/>
                </a:lnTo>
                <a:lnTo>
                  <a:pt x="3512141" y="449703"/>
                </a:lnTo>
                <a:lnTo>
                  <a:pt x="3482594" y="455675"/>
                </a:lnTo>
                <a:lnTo>
                  <a:pt x="75946" y="455675"/>
                </a:lnTo>
                <a:lnTo>
                  <a:pt x="46398" y="449703"/>
                </a:lnTo>
                <a:lnTo>
                  <a:pt x="22256" y="433419"/>
                </a:lnTo>
                <a:lnTo>
                  <a:pt x="5972" y="409277"/>
                </a:lnTo>
                <a:lnTo>
                  <a:pt x="0" y="379730"/>
                </a:lnTo>
                <a:lnTo>
                  <a:pt x="0" y="75946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79520" y="2968244"/>
            <a:ext cx="4616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0x400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2144" y="2577083"/>
            <a:ext cx="5638800" cy="2494915"/>
          </a:xfrm>
          <a:custGeom>
            <a:avLst/>
            <a:gdLst/>
            <a:ahLst/>
            <a:cxnLst/>
            <a:rect l="l" t="t" r="r" b="b"/>
            <a:pathLst>
              <a:path w="5638800" h="2494915">
                <a:moveTo>
                  <a:pt x="0" y="2494788"/>
                </a:moveTo>
                <a:lnTo>
                  <a:pt x="5638800" y="2494788"/>
                </a:lnTo>
                <a:lnTo>
                  <a:pt x="5638800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31798" y="2631439"/>
            <a:ext cx="2781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4752" y="2898139"/>
            <a:ext cx="3225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1798" y="3111855"/>
            <a:ext cx="3470275" cy="189357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5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 marL="208915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601980" marR="496570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>
                <a:latin typeface="Consolas"/>
                <a:cs typeface="Consolas"/>
              </a:rPr>
              <a:t>(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latin typeface="Consolas"/>
                <a:cs typeface="Consolas"/>
              </a:rPr>
              <a:t>(bp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))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995044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Root</a:t>
            </a:r>
            <a:r>
              <a:rPr dirty="0" spc="-80"/>
              <a:t> </a:t>
            </a:r>
            <a:r>
              <a:rPr dirty="0" spc="85"/>
              <a:t>Cause</a:t>
            </a:r>
            <a:r>
              <a:rPr dirty="0" spc="-85"/>
              <a:t> </a:t>
            </a:r>
            <a:r>
              <a:rPr dirty="0" spc="50"/>
              <a:t>Analysis</a:t>
            </a:r>
            <a:r>
              <a:rPr dirty="0" spc="-100"/>
              <a:t> </a:t>
            </a:r>
            <a:r>
              <a:rPr dirty="0" spc="90"/>
              <a:t>Example</a:t>
            </a:r>
          </a:p>
        </p:txBody>
      </p:sp>
      <p:sp>
        <p:nvSpPr>
          <p:cNvPr id="7" name="object 7"/>
          <p:cNvSpPr/>
          <p:nvPr/>
        </p:nvSpPr>
        <p:spPr>
          <a:xfrm>
            <a:off x="7404354" y="2576322"/>
            <a:ext cx="940435" cy="518159"/>
          </a:xfrm>
          <a:custGeom>
            <a:avLst/>
            <a:gdLst/>
            <a:ahLst/>
            <a:cxnLst/>
            <a:rect l="l" t="t" r="r" b="b"/>
            <a:pathLst>
              <a:path w="940434" h="518160">
                <a:moveTo>
                  <a:pt x="940117" y="0"/>
                </a:moveTo>
                <a:lnTo>
                  <a:pt x="0" y="0"/>
                </a:lnTo>
                <a:lnTo>
                  <a:pt x="0" y="518160"/>
                </a:lnTo>
                <a:lnTo>
                  <a:pt x="940117" y="518160"/>
                </a:lnTo>
                <a:lnTo>
                  <a:pt x="94011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1196086"/>
            <a:ext cx="69291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60">
                <a:latin typeface="Tahoma"/>
                <a:cs typeface="Tahoma"/>
              </a:rPr>
              <a:t>Suppose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behavior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#1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collected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(</a:t>
            </a:r>
            <a:r>
              <a:rPr dirty="0" sz="2000" spc="-10">
                <a:latin typeface="Consolas"/>
                <a:cs typeface="Consolas"/>
              </a:rPr>
              <a:t>colorsTotal</a:t>
            </a:r>
            <a:r>
              <a:rPr dirty="0" sz="2000" spc="-565">
                <a:latin typeface="Consolas"/>
                <a:cs typeface="Consolas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0x400)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88530" y="3429761"/>
            <a:ext cx="3558540" cy="455930"/>
          </a:xfrm>
          <a:custGeom>
            <a:avLst/>
            <a:gdLst/>
            <a:ahLst/>
            <a:cxnLst/>
            <a:rect l="l" t="t" r="r" b="b"/>
            <a:pathLst>
              <a:path w="3558540" h="455929">
                <a:moveTo>
                  <a:pt x="0" y="75946"/>
                </a:moveTo>
                <a:lnTo>
                  <a:pt x="5972" y="46398"/>
                </a:lnTo>
                <a:lnTo>
                  <a:pt x="22256" y="22256"/>
                </a:lnTo>
                <a:lnTo>
                  <a:pt x="46398" y="5972"/>
                </a:lnTo>
                <a:lnTo>
                  <a:pt x="75946" y="0"/>
                </a:lnTo>
                <a:lnTo>
                  <a:pt x="3482594" y="0"/>
                </a:lnTo>
                <a:lnTo>
                  <a:pt x="3512141" y="5972"/>
                </a:lnTo>
                <a:lnTo>
                  <a:pt x="3536283" y="22256"/>
                </a:lnTo>
                <a:lnTo>
                  <a:pt x="3552567" y="46398"/>
                </a:lnTo>
                <a:lnTo>
                  <a:pt x="3558540" y="75946"/>
                </a:lnTo>
                <a:lnTo>
                  <a:pt x="3558540" y="379730"/>
                </a:lnTo>
                <a:lnTo>
                  <a:pt x="3552567" y="409277"/>
                </a:lnTo>
                <a:lnTo>
                  <a:pt x="3536283" y="433419"/>
                </a:lnTo>
                <a:lnTo>
                  <a:pt x="3512141" y="449703"/>
                </a:lnTo>
                <a:lnTo>
                  <a:pt x="3482594" y="455675"/>
                </a:lnTo>
                <a:lnTo>
                  <a:pt x="75946" y="455675"/>
                </a:lnTo>
                <a:lnTo>
                  <a:pt x="46398" y="449703"/>
                </a:lnTo>
                <a:lnTo>
                  <a:pt x="22256" y="433419"/>
                </a:lnTo>
                <a:lnTo>
                  <a:pt x="5972" y="409277"/>
                </a:lnTo>
                <a:lnTo>
                  <a:pt x="0" y="379730"/>
                </a:lnTo>
                <a:lnTo>
                  <a:pt x="0" y="75946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66820" y="2968244"/>
            <a:ext cx="474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0x400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27867" y="2196274"/>
            <a:ext cx="4317365" cy="941069"/>
            <a:chOff x="4527867" y="2196274"/>
            <a:chExt cx="4317365" cy="941069"/>
          </a:xfrm>
        </p:grpSpPr>
        <p:sp>
          <p:nvSpPr>
            <p:cNvPr id="13" name="object 13"/>
            <p:cNvSpPr/>
            <p:nvPr/>
          </p:nvSpPr>
          <p:spPr>
            <a:xfrm>
              <a:off x="4542154" y="2210561"/>
              <a:ext cx="4288790" cy="912494"/>
            </a:xfrm>
            <a:custGeom>
              <a:avLst/>
              <a:gdLst/>
              <a:ahLst/>
              <a:cxnLst/>
              <a:rect l="l" t="t" r="r" b="b"/>
              <a:pathLst>
                <a:path w="4288790" h="912494">
                  <a:moveTo>
                    <a:pt x="4153027" y="0"/>
                  </a:moveTo>
                  <a:lnTo>
                    <a:pt x="1002919" y="0"/>
                  </a:lnTo>
                  <a:lnTo>
                    <a:pt x="960039" y="6912"/>
                  </a:lnTo>
                  <a:lnTo>
                    <a:pt x="922805" y="26164"/>
                  </a:lnTo>
                  <a:lnTo>
                    <a:pt x="893447" y="55522"/>
                  </a:lnTo>
                  <a:lnTo>
                    <a:pt x="874195" y="92756"/>
                  </a:lnTo>
                  <a:lnTo>
                    <a:pt x="867283" y="135636"/>
                  </a:lnTo>
                  <a:lnTo>
                    <a:pt x="867283" y="474725"/>
                  </a:lnTo>
                  <a:lnTo>
                    <a:pt x="0" y="911987"/>
                  </a:lnTo>
                  <a:lnTo>
                    <a:pt x="867283" y="678179"/>
                  </a:lnTo>
                  <a:lnTo>
                    <a:pt x="4288663" y="678179"/>
                  </a:lnTo>
                  <a:lnTo>
                    <a:pt x="4288663" y="135636"/>
                  </a:lnTo>
                  <a:lnTo>
                    <a:pt x="4281750" y="92756"/>
                  </a:lnTo>
                  <a:lnTo>
                    <a:pt x="4262498" y="55522"/>
                  </a:lnTo>
                  <a:lnTo>
                    <a:pt x="4233140" y="26164"/>
                  </a:lnTo>
                  <a:lnTo>
                    <a:pt x="4195906" y="6912"/>
                  </a:lnTo>
                  <a:lnTo>
                    <a:pt x="4153027" y="0"/>
                  </a:lnTo>
                  <a:close/>
                </a:path>
                <a:path w="4288790" h="912494">
                  <a:moveTo>
                    <a:pt x="4288663" y="678179"/>
                  </a:moveTo>
                  <a:lnTo>
                    <a:pt x="867283" y="678179"/>
                  </a:lnTo>
                  <a:lnTo>
                    <a:pt x="874195" y="721059"/>
                  </a:lnTo>
                  <a:lnTo>
                    <a:pt x="893447" y="758293"/>
                  </a:lnTo>
                  <a:lnTo>
                    <a:pt x="922805" y="787651"/>
                  </a:lnTo>
                  <a:lnTo>
                    <a:pt x="960039" y="806903"/>
                  </a:lnTo>
                  <a:lnTo>
                    <a:pt x="1002919" y="813815"/>
                  </a:lnTo>
                  <a:lnTo>
                    <a:pt x="4153027" y="813815"/>
                  </a:lnTo>
                  <a:lnTo>
                    <a:pt x="4195906" y="806903"/>
                  </a:lnTo>
                  <a:lnTo>
                    <a:pt x="4233140" y="787651"/>
                  </a:lnTo>
                  <a:lnTo>
                    <a:pt x="4262498" y="758293"/>
                  </a:lnTo>
                  <a:lnTo>
                    <a:pt x="4281750" y="721059"/>
                  </a:lnTo>
                  <a:lnTo>
                    <a:pt x="4288663" y="678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542154" y="2210561"/>
              <a:ext cx="4288790" cy="912494"/>
            </a:xfrm>
            <a:custGeom>
              <a:avLst/>
              <a:gdLst/>
              <a:ahLst/>
              <a:cxnLst/>
              <a:rect l="l" t="t" r="r" b="b"/>
              <a:pathLst>
                <a:path w="4288790" h="912494">
                  <a:moveTo>
                    <a:pt x="867283" y="135636"/>
                  </a:moveTo>
                  <a:lnTo>
                    <a:pt x="874195" y="92756"/>
                  </a:lnTo>
                  <a:lnTo>
                    <a:pt x="893447" y="55522"/>
                  </a:lnTo>
                  <a:lnTo>
                    <a:pt x="922805" y="26164"/>
                  </a:lnTo>
                  <a:lnTo>
                    <a:pt x="960039" y="6912"/>
                  </a:lnTo>
                  <a:lnTo>
                    <a:pt x="1002919" y="0"/>
                  </a:lnTo>
                  <a:lnTo>
                    <a:pt x="1437513" y="0"/>
                  </a:lnTo>
                  <a:lnTo>
                    <a:pt x="2292858" y="0"/>
                  </a:lnTo>
                  <a:lnTo>
                    <a:pt x="4153027" y="0"/>
                  </a:lnTo>
                  <a:lnTo>
                    <a:pt x="4195906" y="6912"/>
                  </a:lnTo>
                  <a:lnTo>
                    <a:pt x="4233140" y="26164"/>
                  </a:lnTo>
                  <a:lnTo>
                    <a:pt x="4262498" y="55522"/>
                  </a:lnTo>
                  <a:lnTo>
                    <a:pt x="4281750" y="92756"/>
                  </a:lnTo>
                  <a:lnTo>
                    <a:pt x="4288663" y="135636"/>
                  </a:lnTo>
                  <a:lnTo>
                    <a:pt x="4288663" y="474725"/>
                  </a:lnTo>
                  <a:lnTo>
                    <a:pt x="4288663" y="678179"/>
                  </a:lnTo>
                  <a:lnTo>
                    <a:pt x="4281750" y="721059"/>
                  </a:lnTo>
                  <a:lnTo>
                    <a:pt x="4262498" y="758293"/>
                  </a:lnTo>
                  <a:lnTo>
                    <a:pt x="4233140" y="787651"/>
                  </a:lnTo>
                  <a:lnTo>
                    <a:pt x="4195906" y="806903"/>
                  </a:lnTo>
                  <a:lnTo>
                    <a:pt x="4153027" y="813815"/>
                  </a:lnTo>
                  <a:lnTo>
                    <a:pt x="2292858" y="813815"/>
                  </a:lnTo>
                  <a:lnTo>
                    <a:pt x="1437513" y="813815"/>
                  </a:lnTo>
                  <a:lnTo>
                    <a:pt x="1002919" y="813815"/>
                  </a:lnTo>
                  <a:lnTo>
                    <a:pt x="960039" y="806903"/>
                  </a:lnTo>
                  <a:lnTo>
                    <a:pt x="922805" y="787651"/>
                  </a:lnTo>
                  <a:lnTo>
                    <a:pt x="893447" y="758293"/>
                  </a:lnTo>
                  <a:lnTo>
                    <a:pt x="874195" y="721059"/>
                  </a:lnTo>
                  <a:lnTo>
                    <a:pt x="867283" y="678179"/>
                  </a:lnTo>
                  <a:lnTo>
                    <a:pt x="0" y="911987"/>
                  </a:lnTo>
                  <a:lnTo>
                    <a:pt x="867283" y="474725"/>
                  </a:lnTo>
                  <a:lnTo>
                    <a:pt x="867283" y="135636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993129" y="2324811"/>
            <a:ext cx="22529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Behavior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90" b="1">
                <a:latin typeface="Arial"/>
                <a:cs typeface="Arial"/>
              </a:rPr>
              <a:t>#1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allocates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6159246" y="2602738"/>
            <a:ext cx="12630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latin typeface="Arial"/>
                <a:cs typeface="Arial"/>
              </a:rPr>
              <a:t>sufficient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algn="r" marR="90805">
                        <a:lnSpc>
                          <a:spcPts val="2065"/>
                        </a:lnSpc>
                      </a:pPr>
                      <a:r>
                        <a:rPr dirty="0" baseline="-10802" sz="2700" spc="-397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400" spc="-680" b="1">
                          <a:latin typeface="Malgun Gothic"/>
                          <a:cs typeface="Malgun Gothic"/>
                        </a:rPr>
                        <a:t>B</a:t>
                      </a:r>
                      <a:r>
                        <a:rPr dirty="0" baseline="-10802" sz="2700" spc="-1470" b="1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e</a:t>
                      </a:r>
                      <a:r>
                        <a:rPr dirty="0" sz="1400" spc="-675" b="1">
                          <a:latin typeface="Malgun Gothic"/>
                          <a:cs typeface="Malgun Gothic"/>
                        </a:rPr>
                        <a:t>h</a:t>
                      </a:r>
                      <a:r>
                        <a:rPr dirty="0" baseline="-10802" sz="2700" spc="-705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400" spc="-345" b="1">
                          <a:latin typeface="Malgun Gothic"/>
                          <a:cs typeface="Malgun Gothic"/>
                        </a:rPr>
                        <a:t>a</a:t>
                      </a:r>
                      <a:r>
                        <a:rPr dirty="0" baseline="-10802" sz="2700" spc="-562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400" spc="-450" b="1">
                          <a:latin typeface="Malgun Gothic"/>
                          <a:cs typeface="Malgun Gothic"/>
                        </a:rPr>
                        <a:t>v</a:t>
                      </a:r>
                      <a:r>
                        <a:rPr dirty="0" baseline="-10802" sz="2700" spc="-772" b="1">
                          <a:latin typeface="Arial"/>
                          <a:cs typeface="Arial"/>
                        </a:rPr>
                        <a:t>y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i</a:t>
                      </a:r>
                      <a:r>
                        <a:rPr dirty="0" sz="1400" spc="-30" b="1">
                          <a:latin typeface="Malgun Gothic"/>
                          <a:cs typeface="Malgun Gothic"/>
                        </a:rPr>
                        <a:t>o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r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r" marR="150495">
                        <a:lnSpc>
                          <a:spcPts val="1639"/>
                        </a:lnSpc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52144" y="2577083"/>
            <a:ext cx="5638800" cy="2494915"/>
          </a:xfrm>
          <a:custGeom>
            <a:avLst/>
            <a:gdLst/>
            <a:ahLst/>
            <a:cxnLst/>
            <a:rect l="l" t="t" r="r" b="b"/>
            <a:pathLst>
              <a:path w="5638800" h="2494915">
                <a:moveTo>
                  <a:pt x="0" y="2494788"/>
                </a:moveTo>
                <a:lnTo>
                  <a:pt x="5638800" y="2494788"/>
                </a:lnTo>
                <a:lnTo>
                  <a:pt x="5638800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231798" y="2631439"/>
            <a:ext cx="27813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4752" y="2898139"/>
            <a:ext cx="3225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1798" y="3111855"/>
            <a:ext cx="3470275" cy="189357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208915">
              <a:lnSpc>
                <a:spcPct val="100000"/>
              </a:lnSpc>
              <a:spcBef>
                <a:spcPts val="5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 marL="208915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601980" marR="496570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>
                <a:latin typeface="Consolas"/>
                <a:cs typeface="Consolas"/>
              </a:rPr>
              <a:t>(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latin typeface="Consolas"/>
                <a:cs typeface="Consolas"/>
              </a:rPr>
              <a:t>(bp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))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995044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Root</a:t>
            </a:r>
            <a:r>
              <a:rPr dirty="0" spc="-80"/>
              <a:t> </a:t>
            </a:r>
            <a:r>
              <a:rPr dirty="0" spc="85"/>
              <a:t>Cause</a:t>
            </a:r>
            <a:r>
              <a:rPr dirty="0" spc="-85"/>
              <a:t> </a:t>
            </a:r>
            <a:r>
              <a:rPr dirty="0" spc="50"/>
              <a:t>Analysis</a:t>
            </a:r>
            <a:r>
              <a:rPr dirty="0" spc="-100"/>
              <a:t> </a:t>
            </a:r>
            <a:r>
              <a:rPr dirty="0" spc="90"/>
              <a:t>Example</a:t>
            </a:r>
          </a:p>
        </p:txBody>
      </p:sp>
      <p:sp>
        <p:nvSpPr>
          <p:cNvPr id="7" name="object 7"/>
          <p:cNvSpPr/>
          <p:nvPr/>
        </p:nvSpPr>
        <p:spPr>
          <a:xfrm>
            <a:off x="7404354" y="2576322"/>
            <a:ext cx="940435" cy="518159"/>
          </a:xfrm>
          <a:custGeom>
            <a:avLst/>
            <a:gdLst/>
            <a:ahLst/>
            <a:cxnLst/>
            <a:rect l="l" t="t" r="r" b="b"/>
            <a:pathLst>
              <a:path w="940434" h="518160">
                <a:moveTo>
                  <a:pt x="940117" y="0"/>
                </a:moveTo>
                <a:lnTo>
                  <a:pt x="0" y="0"/>
                </a:lnTo>
                <a:lnTo>
                  <a:pt x="0" y="518160"/>
                </a:lnTo>
                <a:lnTo>
                  <a:pt x="940117" y="518160"/>
                </a:lnTo>
                <a:lnTo>
                  <a:pt x="94011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6939" y="1196086"/>
            <a:ext cx="69291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60">
                <a:latin typeface="Tahoma"/>
                <a:cs typeface="Tahoma"/>
              </a:rPr>
              <a:t>Suppose</a:t>
            </a:r>
            <a:r>
              <a:rPr dirty="0" sz="2000" spc="-7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behavior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#1</a:t>
            </a:r>
            <a:r>
              <a:rPr dirty="0" sz="2000" spc="-6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collected</a:t>
            </a:r>
            <a:r>
              <a:rPr dirty="0" sz="2000" spc="-9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(</a:t>
            </a:r>
            <a:r>
              <a:rPr dirty="0" sz="2000" spc="-10">
                <a:latin typeface="Consolas"/>
                <a:cs typeface="Consolas"/>
              </a:rPr>
              <a:t>colorsTotal</a:t>
            </a:r>
            <a:r>
              <a:rPr dirty="0" sz="2000" spc="-565">
                <a:latin typeface="Consolas"/>
                <a:cs typeface="Consolas"/>
              </a:rPr>
              <a:t> </a:t>
            </a:r>
            <a:r>
              <a:rPr dirty="0" sz="2000">
                <a:latin typeface="Tahoma"/>
                <a:cs typeface="Tahoma"/>
              </a:rPr>
              <a:t>is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0x400)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88530" y="3429761"/>
            <a:ext cx="3558540" cy="455930"/>
          </a:xfrm>
          <a:custGeom>
            <a:avLst/>
            <a:gdLst/>
            <a:ahLst/>
            <a:cxnLst/>
            <a:rect l="l" t="t" r="r" b="b"/>
            <a:pathLst>
              <a:path w="3558540" h="455929">
                <a:moveTo>
                  <a:pt x="0" y="75946"/>
                </a:moveTo>
                <a:lnTo>
                  <a:pt x="5972" y="46398"/>
                </a:lnTo>
                <a:lnTo>
                  <a:pt x="22256" y="22256"/>
                </a:lnTo>
                <a:lnTo>
                  <a:pt x="46398" y="5972"/>
                </a:lnTo>
                <a:lnTo>
                  <a:pt x="75946" y="0"/>
                </a:lnTo>
                <a:lnTo>
                  <a:pt x="3482594" y="0"/>
                </a:lnTo>
                <a:lnTo>
                  <a:pt x="3512141" y="5972"/>
                </a:lnTo>
                <a:lnTo>
                  <a:pt x="3536283" y="22256"/>
                </a:lnTo>
                <a:lnTo>
                  <a:pt x="3552567" y="46398"/>
                </a:lnTo>
                <a:lnTo>
                  <a:pt x="3558540" y="75946"/>
                </a:lnTo>
                <a:lnTo>
                  <a:pt x="3558540" y="379730"/>
                </a:lnTo>
                <a:lnTo>
                  <a:pt x="3552567" y="409277"/>
                </a:lnTo>
                <a:lnTo>
                  <a:pt x="3536283" y="433419"/>
                </a:lnTo>
                <a:lnTo>
                  <a:pt x="3512141" y="449703"/>
                </a:lnTo>
                <a:lnTo>
                  <a:pt x="3482594" y="455675"/>
                </a:lnTo>
                <a:lnTo>
                  <a:pt x="75946" y="455675"/>
                </a:lnTo>
                <a:lnTo>
                  <a:pt x="46398" y="449703"/>
                </a:lnTo>
                <a:lnTo>
                  <a:pt x="22256" y="433419"/>
                </a:lnTo>
                <a:lnTo>
                  <a:pt x="5972" y="409277"/>
                </a:lnTo>
                <a:lnTo>
                  <a:pt x="0" y="379730"/>
                </a:lnTo>
                <a:lnTo>
                  <a:pt x="0" y="75946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297807" y="5876645"/>
            <a:ext cx="16383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75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solidFill>
                  <a:srgbClr val="3A7C22"/>
                </a:solidFill>
                <a:latin typeface="Arial"/>
                <a:cs typeface="Arial"/>
              </a:rPr>
              <a:t>Program</a:t>
            </a:r>
            <a:r>
              <a:rPr dirty="0" sz="1800" spc="-80" b="1">
                <a:solidFill>
                  <a:srgbClr val="3A7C22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3A7C22"/>
                </a:solidFill>
                <a:latin typeface="Arial"/>
                <a:cs typeface="Arial"/>
              </a:rPr>
              <a:t>Exit!! </a:t>
            </a:r>
            <a:r>
              <a:rPr dirty="0" sz="1800" b="1">
                <a:solidFill>
                  <a:srgbClr val="3A7C22"/>
                </a:solidFill>
                <a:latin typeface="Arial"/>
                <a:cs typeface="Arial"/>
              </a:rPr>
              <a:t>(without</a:t>
            </a:r>
            <a:r>
              <a:rPr dirty="0" sz="1800" spc="125" b="1">
                <a:solidFill>
                  <a:srgbClr val="3A7C22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3A7C22"/>
                </a:solidFill>
                <a:latin typeface="Arial"/>
                <a:cs typeface="Arial"/>
              </a:rPr>
              <a:t>crash)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27867" y="2196274"/>
            <a:ext cx="4317365" cy="3556635"/>
            <a:chOff x="4527867" y="2196274"/>
            <a:chExt cx="4317365" cy="3556635"/>
          </a:xfrm>
        </p:grpSpPr>
        <p:sp>
          <p:nvSpPr>
            <p:cNvPr id="13" name="object 13"/>
            <p:cNvSpPr/>
            <p:nvPr/>
          </p:nvSpPr>
          <p:spPr>
            <a:xfrm>
              <a:off x="4741925" y="3214877"/>
              <a:ext cx="692150" cy="2528570"/>
            </a:xfrm>
            <a:custGeom>
              <a:avLst/>
              <a:gdLst/>
              <a:ahLst/>
              <a:cxnLst/>
              <a:rect l="l" t="t" r="r" b="b"/>
              <a:pathLst>
                <a:path w="692150" h="2528570">
                  <a:moveTo>
                    <a:pt x="518922" y="0"/>
                  </a:moveTo>
                  <a:lnTo>
                    <a:pt x="172974" y="0"/>
                  </a:lnTo>
                  <a:lnTo>
                    <a:pt x="172974" y="2182368"/>
                  </a:lnTo>
                  <a:lnTo>
                    <a:pt x="0" y="2182368"/>
                  </a:lnTo>
                  <a:lnTo>
                    <a:pt x="345948" y="2528316"/>
                  </a:lnTo>
                  <a:lnTo>
                    <a:pt x="691896" y="2182368"/>
                  </a:lnTo>
                  <a:lnTo>
                    <a:pt x="518922" y="2182368"/>
                  </a:lnTo>
                  <a:lnTo>
                    <a:pt x="518922" y="0"/>
                  </a:lnTo>
                  <a:close/>
                </a:path>
              </a:pathLst>
            </a:custGeom>
            <a:solidFill>
              <a:srgbClr val="84E1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41925" y="3214877"/>
              <a:ext cx="692150" cy="2528570"/>
            </a:xfrm>
            <a:custGeom>
              <a:avLst/>
              <a:gdLst/>
              <a:ahLst/>
              <a:cxnLst/>
              <a:rect l="l" t="t" r="r" b="b"/>
              <a:pathLst>
                <a:path w="692150" h="2528570">
                  <a:moveTo>
                    <a:pt x="0" y="2182368"/>
                  </a:moveTo>
                  <a:lnTo>
                    <a:pt x="172974" y="2182368"/>
                  </a:lnTo>
                  <a:lnTo>
                    <a:pt x="172974" y="0"/>
                  </a:lnTo>
                  <a:lnTo>
                    <a:pt x="518922" y="0"/>
                  </a:lnTo>
                  <a:lnTo>
                    <a:pt x="518922" y="2182368"/>
                  </a:lnTo>
                  <a:lnTo>
                    <a:pt x="691896" y="2182368"/>
                  </a:lnTo>
                  <a:lnTo>
                    <a:pt x="345948" y="2528316"/>
                  </a:lnTo>
                  <a:lnTo>
                    <a:pt x="0" y="218236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542154" y="2210561"/>
              <a:ext cx="4288790" cy="912494"/>
            </a:xfrm>
            <a:custGeom>
              <a:avLst/>
              <a:gdLst/>
              <a:ahLst/>
              <a:cxnLst/>
              <a:rect l="l" t="t" r="r" b="b"/>
              <a:pathLst>
                <a:path w="4288790" h="912494">
                  <a:moveTo>
                    <a:pt x="4153027" y="0"/>
                  </a:moveTo>
                  <a:lnTo>
                    <a:pt x="1002919" y="0"/>
                  </a:lnTo>
                  <a:lnTo>
                    <a:pt x="960039" y="6912"/>
                  </a:lnTo>
                  <a:lnTo>
                    <a:pt x="922805" y="26164"/>
                  </a:lnTo>
                  <a:lnTo>
                    <a:pt x="893447" y="55522"/>
                  </a:lnTo>
                  <a:lnTo>
                    <a:pt x="874195" y="92756"/>
                  </a:lnTo>
                  <a:lnTo>
                    <a:pt x="867283" y="135636"/>
                  </a:lnTo>
                  <a:lnTo>
                    <a:pt x="867283" y="474725"/>
                  </a:lnTo>
                  <a:lnTo>
                    <a:pt x="0" y="911987"/>
                  </a:lnTo>
                  <a:lnTo>
                    <a:pt x="867283" y="678179"/>
                  </a:lnTo>
                  <a:lnTo>
                    <a:pt x="4288663" y="678179"/>
                  </a:lnTo>
                  <a:lnTo>
                    <a:pt x="4288663" y="135636"/>
                  </a:lnTo>
                  <a:lnTo>
                    <a:pt x="4281750" y="92756"/>
                  </a:lnTo>
                  <a:lnTo>
                    <a:pt x="4262498" y="55522"/>
                  </a:lnTo>
                  <a:lnTo>
                    <a:pt x="4233140" y="26164"/>
                  </a:lnTo>
                  <a:lnTo>
                    <a:pt x="4195906" y="6912"/>
                  </a:lnTo>
                  <a:lnTo>
                    <a:pt x="4153027" y="0"/>
                  </a:lnTo>
                  <a:close/>
                </a:path>
                <a:path w="4288790" h="912494">
                  <a:moveTo>
                    <a:pt x="4288663" y="678179"/>
                  </a:moveTo>
                  <a:lnTo>
                    <a:pt x="867283" y="678179"/>
                  </a:lnTo>
                  <a:lnTo>
                    <a:pt x="874195" y="721059"/>
                  </a:lnTo>
                  <a:lnTo>
                    <a:pt x="893447" y="758293"/>
                  </a:lnTo>
                  <a:lnTo>
                    <a:pt x="922805" y="787651"/>
                  </a:lnTo>
                  <a:lnTo>
                    <a:pt x="960039" y="806903"/>
                  </a:lnTo>
                  <a:lnTo>
                    <a:pt x="1002919" y="813815"/>
                  </a:lnTo>
                  <a:lnTo>
                    <a:pt x="4153027" y="813815"/>
                  </a:lnTo>
                  <a:lnTo>
                    <a:pt x="4195906" y="806903"/>
                  </a:lnTo>
                  <a:lnTo>
                    <a:pt x="4233140" y="787651"/>
                  </a:lnTo>
                  <a:lnTo>
                    <a:pt x="4262498" y="758293"/>
                  </a:lnTo>
                  <a:lnTo>
                    <a:pt x="4281750" y="721059"/>
                  </a:lnTo>
                  <a:lnTo>
                    <a:pt x="4288663" y="67817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542154" y="2210561"/>
              <a:ext cx="4288790" cy="912494"/>
            </a:xfrm>
            <a:custGeom>
              <a:avLst/>
              <a:gdLst/>
              <a:ahLst/>
              <a:cxnLst/>
              <a:rect l="l" t="t" r="r" b="b"/>
              <a:pathLst>
                <a:path w="4288790" h="912494">
                  <a:moveTo>
                    <a:pt x="867283" y="135636"/>
                  </a:moveTo>
                  <a:lnTo>
                    <a:pt x="874195" y="92756"/>
                  </a:lnTo>
                  <a:lnTo>
                    <a:pt x="893447" y="55522"/>
                  </a:lnTo>
                  <a:lnTo>
                    <a:pt x="922805" y="26164"/>
                  </a:lnTo>
                  <a:lnTo>
                    <a:pt x="960039" y="6912"/>
                  </a:lnTo>
                  <a:lnTo>
                    <a:pt x="1002919" y="0"/>
                  </a:lnTo>
                  <a:lnTo>
                    <a:pt x="1437513" y="0"/>
                  </a:lnTo>
                  <a:lnTo>
                    <a:pt x="2292858" y="0"/>
                  </a:lnTo>
                  <a:lnTo>
                    <a:pt x="4153027" y="0"/>
                  </a:lnTo>
                  <a:lnTo>
                    <a:pt x="4195906" y="6912"/>
                  </a:lnTo>
                  <a:lnTo>
                    <a:pt x="4233140" y="26164"/>
                  </a:lnTo>
                  <a:lnTo>
                    <a:pt x="4262498" y="55522"/>
                  </a:lnTo>
                  <a:lnTo>
                    <a:pt x="4281750" y="92756"/>
                  </a:lnTo>
                  <a:lnTo>
                    <a:pt x="4288663" y="135636"/>
                  </a:lnTo>
                  <a:lnTo>
                    <a:pt x="4288663" y="474725"/>
                  </a:lnTo>
                  <a:lnTo>
                    <a:pt x="4288663" y="678179"/>
                  </a:lnTo>
                  <a:lnTo>
                    <a:pt x="4281750" y="721059"/>
                  </a:lnTo>
                  <a:lnTo>
                    <a:pt x="4262498" y="758293"/>
                  </a:lnTo>
                  <a:lnTo>
                    <a:pt x="4233140" y="787651"/>
                  </a:lnTo>
                  <a:lnTo>
                    <a:pt x="4195906" y="806903"/>
                  </a:lnTo>
                  <a:lnTo>
                    <a:pt x="4153027" y="813815"/>
                  </a:lnTo>
                  <a:lnTo>
                    <a:pt x="2292858" y="813815"/>
                  </a:lnTo>
                  <a:lnTo>
                    <a:pt x="1437513" y="813815"/>
                  </a:lnTo>
                  <a:lnTo>
                    <a:pt x="1002919" y="813815"/>
                  </a:lnTo>
                  <a:lnTo>
                    <a:pt x="960039" y="806903"/>
                  </a:lnTo>
                  <a:lnTo>
                    <a:pt x="922805" y="787651"/>
                  </a:lnTo>
                  <a:lnTo>
                    <a:pt x="893447" y="758293"/>
                  </a:lnTo>
                  <a:lnTo>
                    <a:pt x="874195" y="721059"/>
                  </a:lnTo>
                  <a:lnTo>
                    <a:pt x="867283" y="678179"/>
                  </a:lnTo>
                  <a:lnTo>
                    <a:pt x="0" y="911987"/>
                  </a:lnTo>
                  <a:lnTo>
                    <a:pt x="867283" y="474725"/>
                  </a:lnTo>
                  <a:lnTo>
                    <a:pt x="867283" y="135636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766820" y="2968244"/>
            <a:ext cx="474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C00000"/>
                </a:solidFill>
                <a:latin typeface="Arial"/>
                <a:cs typeface="Arial"/>
              </a:rPr>
              <a:t>0x400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5993129" y="2324811"/>
            <a:ext cx="22529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Behavior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spc="90" b="1">
                <a:latin typeface="Arial"/>
                <a:cs typeface="Arial"/>
              </a:rPr>
              <a:t>#1</a:t>
            </a:r>
            <a:r>
              <a:rPr dirty="0" sz="1800" spc="-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allocates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59246" y="2602738"/>
            <a:ext cx="12630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latin typeface="Arial"/>
                <a:cs typeface="Arial"/>
              </a:rPr>
              <a:t>sufficient</a:t>
            </a:r>
            <a:r>
              <a:rPr dirty="0" sz="1800" spc="-75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algn="r" marR="90805">
                        <a:lnSpc>
                          <a:spcPts val="2065"/>
                        </a:lnSpc>
                      </a:pPr>
                      <a:r>
                        <a:rPr dirty="0" baseline="-10802" sz="2700" spc="-397" b="1">
                          <a:latin typeface="Arial"/>
                          <a:cs typeface="Arial"/>
                        </a:rPr>
                        <a:t>e</a:t>
                      </a:r>
                      <a:r>
                        <a:rPr dirty="0" sz="1400" spc="-680" b="1">
                          <a:latin typeface="Malgun Gothic"/>
                          <a:cs typeface="Malgun Gothic"/>
                        </a:rPr>
                        <a:t>B</a:t>
                      </a:r>
                      <a:r>
                        <a:rPr dirty="0" baseline="-10802" sz="2700" spc="-1470" b="1">
                          <a:latin typeface="Arial"/>
                          <a:cs typeface="Arial"/>
                        </a:rPr>
                        <a:t>m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e</a:t>
                      </a:r>
                      <a:r>
                        <a:rPr dirty="0" sz="1400" spc="-675" b="1">
                          <a:latin typeface="Malgun Gothic"/>
                          <a:cs typeface="Malgun Gothic"/>
                        </a:rPr>
                        <a:t>h</a:t>
                      </a:r>
                      <a:r>
                        <a:rPr dirty="0" baseline="-10802" sz="2700" spc="-705" b="1">
                          <a:latin typeface="Arial"/>
                          <a:cs typeface="Arial"/>
                        </a:rPr>
                        <a:t>o</a:t>
                      </a:r>
                      <a:r>
                        <a:rPr dirty="0" sz="1400" spc="-345" b="1">
                          <a:latin typeface="Malgun Gothic"/>
                          <a:cs typeface="Malgun Gothic"/>
                        </a:rPr>
                        <a:t>a</a:t>
                      </a:r>
                      <a:r>
                        <a:rPr dirty="0" baseline="-10802" sz="2700" spc="-562" b="1">
                          <a:latin typeface="Arial"/>
                          <a:cs typeface="Arial"/>
                        </a:rPr>
                        <a:t>r</a:t>
                      </a:r>
                      <a:r>
                        <a:rPr dirty="0" sz="1400" spc="-450" b="1">
                          <a:latin typeface="Malgun Gothic"/>
                          <a:cs typeface="Malgun Gothic"/>
                        </a:rPr>
                        <a:t>v</a:t>
                      </a:r>
                      <a:r>
                        <a:rPr dirty="0" baseline="-10802" sz="2700" spc="-772" b="1">
                          <a:latin typeface="Arial"/>
                          <a:cs typeface="Arial"/>
                        </a:rPr>
                        <a:t>y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i</a:t>
                      </a:r>
                      <a:r>
                        <a:rPr dirty="0" sz="1400" spc="-30" b="1">
                          <a:latin typeface="Malgun Gothic"/>
                          <a:cs typeface="Malgun Gothic"/>
                        </a:rPr>
                        <a:t>o</a:t>
                      </a:r>
                      <a:r>
                        <a:rPr dirty="0" sz="1400" spc="-20" b="1">
                          <a:latin typeface="Malgun Gothic"/>
                          <a:cs typeface="Malgun Gothic"/>
                        </a:rPr>
                        <a:t>r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r" marR="150495">
                        <a:lnSpc>
                          <a:spcPts val="1639"/>
                        </a:lnSpc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Root</a:t>
            </a:r>
            <a:r>
              <a:rPr dirty="0" spc="-80"/>
              <a:t> </a:t>
            </a:r>
            <a:r>
              <a:rPr dirty="0" spc="85"/>
              <a:t>Cause</a:t>
            </a:r>
            <a:r>
              <a:rPr dirty="0" spc="-85"/>
              <a:t> </a:t>
            </a:r>
            <a:r>
              <a:rPr dirty="0" spc="50"/>
              <a:t>Analysis</a:t>
            </a:r>
            <a:r>
              <a:rPr dirty="0" spc="-100"/>
              <a:t> </a:t>
            </a:r>
            <a:r>
              <a:rPr dirty="0" spc="9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1152144" y="2577083"/>
            <a:ext cx="5638800" cy="2494915"/>
          </a:xfrm>
          <a:custGeom>
            <a:avLst/>
            <a:gdLst/>
            <a:ahLst/>
            <a:cxnLst/>
            <a:rect l="l" t="t" r="r" b="b"/>
            <a:pathLst>
              <a:path w="5638800" h="2494915">
                <a:moveTo>
                  <a:pt x="0" y="2494788"/>
                </a:moveTo>
                <a:lnTo>
                  <a:pt x="5638800" y="2494788"/>
                </a:lnTo>
                <a:lnTo>
                  <a:pt x="5638800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31798" y="2578709"/>
            <a:ext cx="3470275" cy="21596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995044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  <a:p>
            <a:pPr marL="208915">
              <a:lnSpc>
                <a:spcPct val="100000"/>
              </a:lnSpc>
              <a:spcBef>
                <a:spcPts val="4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 marL="208915"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601980" marR="496570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>
                <a:latin typeface="Consolas"/>
                <a:cs typeface="Consolas"/>
              </a:rPr>
              <a:t>(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latin typeface="Consolas"/>
                <a:cs typeface="Consolas"/>
              </a:rPr>
              <a:t>(bp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))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  <a:p>
            <a:pPr marL="995044">
              <a:lnSpc>
                <a:spcPct val="100000"/>
              </a:lnSpc>
              <a:spcBef>
                <a:spcPts val="420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1798" y="4765675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1196086"/>
            <a:ext cx="80359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Similarly,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suppose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 spc="125">
                <a:latin typeface="Tahoma"/>
                <a:cs typeface="Tahoma"/>
              </a:rPr>
              <a:t>we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additionally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collected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114">
                <a:latin typeface="Tahoma"/>
                <a:cs typeface="Tahoma"/>
              </a:rPr>
              <a:t>4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program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behaviors...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300721" y="3760470"/>
            <a:ext cx="3542029" cy="1624965"/>
          </a:xfrm>
          <a:custGeom>
            <a:avLst/>
            <a:gdLst/>
            <a:ahLst/>
            <a:cxnLst/>
            <a:rect l="l" t="t" r="r" b="b"/>
            <a:pathLst>
              <a:path w="3542029" h="1624964">
                <a:moveTo>
                  <a:pt x="0" y="108711"/>
                </a:moveTo>
                <a:lnTo>
                  <a:pt x="8538" y="66383"/>
                </a:lnTo>
                <a:lnTo>
                  <a:pt x="31829" y="31829"/>
                </a:lnTo>
                <a:lnTo>
                  <a:pt x="66383" y="8538"/>
                </a:lnTo>
                <a:lnTo>
                  <a:pt x="108711" y="0"/>
                </a:lnTo>
                <a:lnTo>
                  <a:pt x="3433063" y="0"/>
                </a:lnTo>
                <a:lnTo>
                  <a:pt x="3475392" y="8538"/>
                </a:lnTo>
                <a:lnTo>
                  <a:pt x="3509946" y="31829"/>
                </a:lnTo>
                <a:lnTo>
                  <a:pt x="3533237" y="66383"/>
                </a:lnTo>
                <a:lnTo>
                  <a:pt x="3541776" y="108711"/>
                </a:lnTo>
                <a:lnTo>
                  <a:pt x="3541776" y="1515871"/>
                </a:lnTo>
                <a:lnTo>
                  <a:pt x="3533237" y="1558200"/>
                </a:lnTo>
                <a:lnTo>
                  <a:pt x="3509946" y="1592754"/>
                </a:lnTo>
                <a:lnTo>
                  <a:pt x="3475392" y="1616045"/>
                </a:lnTo>
                <a:lnTo>
                  <a:pt x="3433063" y="1624583"/>
                </a:lnTo>
                <a:lnTo>
                  <a:pt x="108711" y="1624583"/>
                </a:lnTo>
                <a:lnTo>
                  <a:pt x="66383" y="1616045"/>
                </a:lnTo>
                <a:lnTo>
                  <a:pt x="31829" y="1592754"/>
                </a:lnTo>
                <a:lnTo>
                  <a:pt x="8538" y="1558200"/>
                </a:lnTo>
                <a:lnTo>
                  <a:pt x="0" y="1515871"/>
                </a:lnTo>
                <a:lnTo>
                  <a:pt x="0" y="108711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marL="635">
                        <a:lnSpc>
                          <a:spcPts val="1614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75"/>
                        </a:lnSpc>
                        <a:spcBef>
                          <a:spcPts val="54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805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755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0x60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0x79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0x20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3034474" y="4558474"/>
            <a:ext cx="4067175" cy="842644"/>
            <a:chOff x="3034474" y="4558474"/>
            <a:chExt cx="4067175" cy="842644"/>
          </a:xfrm>
        </p:grpSpPr>
        <p:sp>
          <p:nvSpPr>
            <p:cNvPr id="11" name="object 11"/>
            <p:cNvSpPr/>
            <p:nvPr/>
          </p:nvSpPr>
          <p:spPr>
            <a:xfrm>
              <a:off x="3048761" y="4572761"/>
              <a:ext cx="4038600" cy="814069"/>
            </a:xfrm>
            <a:custGeom>
              <a:avLst/>
              <a:gdLst/>
              <a:ahLst/>
              <a:cxnLst/>
              <a:rect l="l" t="t" r="r" b="b"/>
              <a:pathLst>
                <a:path w="4038600" h="814070">
                  <a:moveTo>
                    <a:pt x="3285743" y="0"/>
                  </a:moveTo>
                  <a:lnTo>
                    <a:pt x="135636" y="0"/>
                  </a:lnTo>
                  <a:lnTo>
                    <a:pt x="92756" y="6912"/>
                  </a:lnTo>
                  <a:lnTo>
                    <a:pt x="55522" y="26164"/>
                  </a:lnTo>
                  <a:lnTo>
                    <a:pt x="26164" y="55522"/>
                  </a:lnTo>
                  <a:lnTo>
                    <a:pt x="6912" y="92756"/>
                  </a:lnTo>
                  <a:lnTo>
                    <a:pt x="0" y="135636"/>
                  </a:lnTo>
                  <a:lnTo>
                    <a:pt x="0" y="678179"/>
                  </a:lnTo>
                  <a:lnTo>
                    <a:pt x="6912" y="721059"/>
                  </a:lnTo>
                  <a:lnTo>
                    <a:pt x="26164" y="758293"/>
                  </a:lnTo>
                  <a:lnTo>
                    <a:pt x="55522" y="787651"/>
                  </a:lnTo>
                  <a:lnTo>
                    <a:pt x="92756" y="806903"/>
                  </a:lnTo>
                  <a:lnTo>
                    <a:pt x="135636" y="813816"/>
                  </a:lnTo>
                  <a:lnTo>
                    <a:pt x="3285743" y="813816"/>
                  </a:lnTo>
                  <a:lnTo>
                    <a:pt x="3328623" y="806903"/>
                  </a:lnTo>
                  <a:lnTo>
                    <a:pt x="3365857" y="787651"/>
                  </a:lnTo>
                  <a:lnTo>
                    <a:pt x="3395215" y="758293"/>
                  </a:lnTo>
                  <a:lnTo>
                    <a:pt x="3414467" y="721059"/>
                  </a:lnTo>
                  <a:lnTo>
                    <a:pt x="3421379" y="678179"/>
                  </a:lnTo>
                  <a:lnTo>
                    <a:pt x="3421379" y="339089"/>
                  </a:lnTo>
                  <a:lnTo>
                    <a:pt x="3863897" y="135636"/>
                  </a:lnTo>
                  <a:lnTo>
                    <a:pt x="3421379" y="135636"/>
                  </a:lnTo>
                  <a:lnTo>
                    <a:pt x="3414467" y="92756"/>
                  </a:lnTo>
                  <a:lnTo>
                    <a:pt x="3395215" y="55522"/>
                  </a:lnTo>
                  <a:lnTo>
                    <a:pt x="3365857" y="26164"/>
                  </a:lnTo>
                  <a:lnTo>
                    <a:pt x="3328623" y="6912"/>
                  </a:lnTo>
                  <a:lnTo>
                    <a:pt x="3285743" y="0"/>
                  </a:lnTo>
                  <a:close/>
                </a:path>
                <a:path w="4038600" h="814070">
                  <a:moveTo>
                    <a:pt x="4038472" y="55371"/>
                  </a:moveTo>
                  <a:lnTo>
                    <a:pt x="3421379" y="135636"/>
                  </a:lnTo>
                  <a:lnTo>
                    <a:pt x="3863897" y="135636"/>
                  </a:lnTo>
                  <a:lnTo>
                    <a:pt x="4038472" y="5537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048761" y="4572761"/>
              <a:ext cx="4038600" cy="814069"/>
            </a:xfrm>
            <a:custGeom>
              <a:avLst/>
              <a:gdLst/>
              <a:ahLst/>
              <a:cxnLst/>
              <a:rect l="l" t="t" r="r" b="b"/>
              <a:pathLst>
                <a:path w="4038600" h="814070">
                  <a:moveTo>
                    <a:pt x="0" y="135636"/>
                  </a:moveTo>
                  <a:lnTo>
                    <a:pt x="6912" y="92756"/>
                  </a:lnTo>
                  <a:lnTo>
                    <a:pt x="26164" y="55522"/>
                  </a:lnTo>
                  <a:lnTo>
                    <a:pt x="55522" y="26164"/>
                  </a:lnTo>
                  <a:lnTo>
                    <a:pt x="92756" y="6912"/>
                  </a:lnTo>
                  <a:lnTo>
                    <a:pt x="135636" y="0"/>
                  </a:lnTo>
                  <a:lnTo>
                    <a:pt x="1995804" y="0"/>
                  </a:lnTo>
                  <a:lnTo>
                    <a:pt x="2851150" y="0"/>
                  </a:lnTo>
                  <a:lnTo>
                    <a:pt x="3285743" y="0"/>
                  </a:lnTo>
                  <a:lnTo>
                    <a:pt x="3328623" y="6912"/>
                  </a:lnTo>
                  <a:lnTo>
                    <a:pt x="3365857" y="26164"/>
                  </a:lnTo>
                  <a:lnTo>
                    <a:pt x="3395215" y="55522"/>
                  </a:lnTo>
                  <a:lnTo>
                    <a:pt x="3414467" y="92756"/>
                  </a:lnTo>
                  <a:lnTo>
                    <a:pt x="3421379" y="135636"/>
                  </a:lnTo>
                  <a:lnTo>
                    <a:pt x="4038472" y="55371"/>
                  </a:lnTo>
                  <a:lnTo>
                    <a:pt x="3421379" y="339089"/>
                  </a:lnTo>
                  <a:lnTo>
                    <a:pt x="3421379" y="678179"/>
                  </a:lnTo>
                  <a:lnTo>
                    <a:pt x="3414467" y="721059"/>
                  </a:lnTo>
                  <a:lnTo>
                    <a:pt x="3395215" y="758293"/>
                  </a:lnTo>
                  <a:lnTo>
                    <a:pt x="3365857" y="787651"/>
                  </a:lnTo>
                  <a:lnTo>
                    <a:pt x="3328623" y="806903"/>
                  </a:lnTo>
                  <a:lnTo>
                    <a:pt x="3285743" y="813816"/>
                  </a:lnTo>
                  <a:lnTo>
                    <a:pt x="2851150" y="813816"/>
                  </a:lnTo>
                  <a:lnTo>
                    <a:pt x="1995804" y="813816"/>
                  </a:lnTo>
                  <a:lnTo>
                    <a:pt x="135636" y="813816"/>
                  </a:lnTo>
                  <a:lnTo>
                    <a:pt x="92756" y="806903"/>
                  </a:lnTo>
                  <a:lnTo>
                    <a:pt x="55522" y="787651"/>
                  </a:lnTo>
                  <a:lnTo>
                    <a:pt x="26164" y="758293"/>
                  </a:lnTo>
                  <a:lnTo>
                    <a:pt x="6912" y="721059"/>
                  </a:lnTo>
                  <a:lnTo>
                    <a:pt x="0" y="678179"/>
                  </a:lnTo>
                  <a:lnTo>
                    <a:pt x="0" y="339089"/>
                  </a:lnTo>
                  <a:lnTo>
                    <a:pt x="0" y="135636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224910" y="4828413"/>
            <a:ext cx="30664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latin typeface="Arial"/>
                <a:cs typeface="Arial"/>
              </a:rPr>
              <a:t>Four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spc="-65" b="1">
                <a:latin typeface="Arial"/>
                <a:cs typeface="Arial"/>
              </a:rPr>
              <a:t>behaviors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are</a:t>
            </a:r>
            <a:r>
              <a:rPr dirty="0" sz="1800" spc="-10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collected!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0x60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0x79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0x20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/>
              <a:t>Extracting</a:t>
            </a:r>
            <a:r>
              <a:rPr dirty="0" spc="-80"/>
              <a:t> </a:t>
            </a:r>
            <a:r>
              <a:rPr dirty="0" spc="90"/>
              <a:t>Crashing</a:t>
            </a:r>
            <a:r>
              <a:rPr dirty="0" spc="-70"/>
              <a:t> </a:t>
            </a:r>
            <a:r>
              <a:rPr dirty="0" spc="145"/>
              <a:t>Condition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1196086"/>
            <a:ext cx="81514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Observe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difference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between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6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and</a:t>
            </a:r>
            <a:r>
              <a:rPr dirty="0" sz="2000" spc="80">
                <a:latin typeface="Tahoma"/>
                <a:cs typeface="Tahoma"/>
              </a:rPr>
              <a:t> non-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47990" y="2735770"/>
            <a:ext cx="4996815" cy="2360295"/>
            <a:chOff x="1447990" y="2735770"/>
            <a:chExt cx="4996815" cy="2360295"/>
          </a:xfrm>
        </p:grpSpPr>
        <p:sp>
          <p:nvSpPr>
            <p:cNvPr id="7" name="object 7"/>
            <p:cNvSpPr/>
            <p:nvPr/>
          </p:nvSpPr>
          <p:spPr>
            <a:xfrm>
              <a:off x="1462277" y="2750057"/>
              <a:ext cx="4968240" cy="2331720"/>
            </a:xfrm>
            <a:custGeom>
              <a:avLst/>
              <a:gdLst/>
              <a:ahLst/>
              <a:cxnLst/>
              <a:rect l="l" t="t" r="r" b="b"/>
              <a:pathLst>
                <a:path w="4968240" h="2331720">
                  <a:moveTo>
                    <a:pt x="0" y="388619"/>
                  </a:moveTo>
                  <a:lnTo>
                    <a:pt x="3027" y="339872"/>
                  </a:lnTo>
                  <a:lnTo>
                    <a:pt x="11868" y="292931"/>
                  </a:lnTo>
                  <a:lnTo>
                    <a:pt x="26158" y="248161"/>
                  </a:lnTo>
                  <a:lnTo>
                    <a:pt x="45532" y="205927"/>
                  </a:lnTo>
                  <a:lnTo>
                    <a:pt x="69627" y="166592"/>
                  </a:lnTo>
                  <a:lnTo>
                    <a:pt x="98078" y="130521"/>
                  </a:lnTo>
                  <a:lnTo>
                    <a:pt x="130521" y="98078"/>
                  </a:lnTo>
                  <a:lnTo>
                    <a:pt x="166592" y="69627"/>
                  </a:lnTo>
                  <a:lnTo>
                    <a:pt x="205927" y="45532"/>
                  </a:lnTo>
                  <a:lnTo>
                    <a:pt x="248161" y="26158"/>
                  </a:lnTo>
                  <a:lnTo>
                    <a:pt x="292931" y="11868"/>
                  </a:lnTo>
                  <a:lnTo>
                    <a:pt x="339872" y="3027"/>
                  </a:lnTo>
                  <a:lnTo>
                    <a:pt x="388620" y="0"/>
                  </a:lnTo>
                  <a:lnTo>
                    <a:pt x="4579620" y="0"/>
                  </a:lnTo>
                  <a:lnTo>
                    <a:pt x="4628367" y="3027"/>
                  </a:lnTo>
                  <a:lnTo>
                    <a:pt x="4675308" y="11868"/>
                  </a:lnTo>
                  <a:lnTo>
                    <a:pt x="4720078" y="26158"/>
                  </a:lnTo>
                  <a:lnTo>
                    <a:pt x="4762312" y="45532"/>
                  </a:lnTo>
                  <a:lnTo>
                    <a:pt x="4801647" y="69627"/>
                  </a:lnTo>
                  <a:lnTo>
                    <a:pt x="4837718" y="98078"/>
                  </a:lnTo>
                  <a:lnTo>
                    <a:pt x="4870161" y="130521"/>
                  </a:lnTo>
                  <a:lnTo>
                    <a:pt x="4898612" y="166592"/>
                  </a:lnTo>
                  <a:lnTo>
                    <a:pt x="4922707" y="205927"/>
                  </a:lnTo>
                  <a:lnTo>
                    <a:pt x="4942081" y="248161"/>
                  </a:lnTo>
                  <a:lnTo>
                    <a:pt x="4956371" y="292931"/>
                  </a:lnTo>
                  <a:lnTo>
                    <a:pt x="4965212" y="339872"/>
                  </a:lnTo>
                  <a:lnTo>
                    <a:pt x="4968240" y="388619"/>
                  </a:lnTo>
                  <a:lnTo>
                    <a:pt x="4968240" y="1943099"/>
                  </a:lnTo>
                  <a:lnTo>
                    <a:pt x="4965212" y="1991847"/>
                  </a:lnTo>
                  <a:lnTo>
                    <a:pt x="4956371" y="2038788"/>
                  </a:lnTo>
                  <a:lnTo>
                    <a:pt x="4942081" y="2083558"/>
                  </a:lnTo>
                  <a:lnTo>
                    <a:pt x="4922707" y="2125792"/>
                  </a:lnTo>
                  <a:lnTo>
                    <a:pt x="4898612" y="2165127"/>
                  </a:lnTo>
                  <a:lnTo>
                    <a:pt x="4870161" y="2201198"/>
                  </a:lnTo>
                  <a:lnTo>
                    <a:pt x="4837718" y="2233641"/>
                  </a:lnTo>
                  <a:lnTo>
                    <a:pt x="4801647" y="2262092"/>
                  </a:lnTo>
                  <a:lnTo>
                    <a:pt x="4762312" y="2286187"/>
                  </a:lnTo>
                  <a:lnTo>
                    <a:pt x="4720078" y="2305561"/>
                  </a:lnTo>
                  <a:lnTo>
                    <a:pt x="4675308" y="2319851"/>
                  </a:lnTo>
                  <a:lnTo>
                    <a:pt x="4628367" y="2328692"/>
                  </a:lnTo>
                  <a:lnTo>
                    <a:pt x="4579620" y="2331719"/>
                  </a:lnTo>
                  <a:lnTo>
                    <a:pt x="388620" y="2331719"/>
                  </a:lnTo>
                  <a:lnTo>
                    <a:pt x="339872" y="2328692"/>
                  </a:lnTo>
                  <a:lnTo>
                    <a:pt x="292931" y="2319851"/>
                  </a:lnTo>
                  <a:lnTo>
                    <a:pt x="248161" y="2305561"/>
                  </a:lnTo>
                  <a:lnTo>
                    <a:pt x="205927" y="2286187"/>
                  </a:lnTo>
                  <a:lnTo>
                    <a:pt x="166592" y="2262092"/>
                  </a:lnTo>
                  <a:lnTo>
                    <a:pt x="130521" y="2233641"/>
                  </a:lnTo>
                  <a:lnTo>
                    <a:pt x="98078" y="2201198"/>
                  </a:lnTo>
                  <a:lnTo>
                    <a:pt x="69627" y="2165127"/>
                  </a:lnTo>
                  <a:lnTo>
                    <a:pt x="45532" y="2125792"/>
                  </a:lnTo>
                  <a:lnTo>
                    <a:pt x="26158" y="2083558"/>
                  </a:lnTo>
                  <a:lnTo>
                    <a:pt x="11868" y="2038788"/>
                  </a:lnTo>
                  <a:lnTo>
                    <a:pt x="3027" y="1991847"/>
                  </a:lnTo>
                  <a:lnTo>
                    <a:pt x="0" y="1943099"/>
                  </a:lnTo>
                  <a:lnTo>
                    <a:pt x="0" y="388619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8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4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4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8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1120902" y="0"/>
                  </a:moveTo>
                  <a:lnTo>
                    <a:pt x="1068140" y="1013"/>
                  </a:lnTo>
                  <a:lnTo>
                    <a:pt x="1016006" y="4024"/>
                  </a:lnTo>
                  <a:lnTo>
                    <a:pt x="964554" y="8988"/>
                  </a:lnTo>
                  <a:lnTo>
                    <a:pt x="913836" y="15860"/>
                  </a:lnTo>
                  <a:lnTo>
                    <a:pt x="863908" y="24595"/>
                  </a:lnTo>
                  <a:lnTo>
                    <a:pt x="814822" y="35148"/>
                  </a:lnTo>
                  <a:lnTo>
                    <a:pt x="766632" y="47475"/>
                  </a:lnTo>
                  <a:lnTo>
                    <a:pt x="719394" y="61531"/>
                  </a:lnTo>
                  <a:lnTo>
                    <a:pt x="673159" y="77272"/>
                  </a:lnTo>
                  <a:lnTo>
                    <a:pt x="627983" y="94652"/>
                  </a:lnTo>
                  <a:lnTo>
                    <a:pt x="583919" y="113627"/>
                  </a:lnTo>
                  <a:lnTo>
                    <a:pt x="541020" y="134152"/>
                  </a:lnTo>
                  <a:lnTo>
                    <a:pt x="499342" y="156182"/>
                  </a:lnTo>
                  <a:lnTo>
                    <a:pt x="458937" y="179673"/>
                  </a:lnTo>
                  <a:lnTo>
                    <a:pt x="419859" y="204580"/>
                  </a:lnTo>
                  <a:lnTo>
                    <a:pt x="382163" y="230858"/>
                  </a:lnTo>
                  <a:lnTo>
                    <a:pt x="345902" y="258462"/>
                  </a:lnTo>
                  <a:lnTo>
                    <a:pt x="311130" y="287348"/>
                  </a:lnTo>
                  <a:lnTo>
                    <a:pt x="277900" y="317471"/>
                  </a:lnTo>
                  <a:lnTo>
                    <a:pt x="246268" y="348787"/>
                  </a:lnTo>
                  <a:lnTo>
                    <a:pt x="216286" y="381249"/>
                  </a:lnTo>
                  <a:lnTo>
                    <a:pt x="188008" y="414815"/>
                  </a:lnTo>
                  <a:lnTo>
                    <a:pt x="161488" y="449438"/>
                  </a:lnTo>
                  <a:lnTo>
                    <a:pt x="136781" y="485075"/>
                  </a:lnTo>
                  <a:lnTo>
                    <a:pt x="113940" y="521681"/>
                  </a:lnTo>
                  <a:lnTo>
                    <a:pt x="93018" y="559210"/>
                  </a:lnTo>
                  <a:lnTo>
                    <a:pt x="74070" y="597618"/>
                  </a:lnTo>
                  <a:lnTo>
                    <a:pt x="57149" y="636861"/>
                  </a:lnTo>
                  <a:lnTo>
                    <a:pt x="42310" y="676893"/>
                  </a:lnTo>
                  <a:lnTo>
                    <a:pt x="29606" y="717670"/>
                  </a:lnTo>
                  <a:lnTo>
                    <a:pt x="19092" y="759147"/>
                  </a:lnTo>
                  <a:lnTo>
                    <a:pt x="10820" y="801280"/>
                  </a:lnTo>
                  <a:lnTo>
                    <a:pt x="4844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4" y="1018303"/>
                  </a:lnTo>
                  <a:lnTo>
                    <a:pt x="10820" y="1061047"/>
                  </a:lnTo>
                  <a:lnTo>
                    <a:pt x="19092" y="1103180"/>
                  </a:lnTo>
                  <a:lnTo>
                    <a:pt x="29606" y="1144657"/>
                  </a:lnTo>
                  <a:lnTo>
                    <a:pt x="42310" y="1185434"/>
                  </a:lnTo>
                  <a:lnTo>
                    <a:pt x="57149" y="1225466"/>
                  </a:lnTo>
                  <a:lnTo>
                    <a:pt x="74070" y="1264709"/>
                  </a:lnTo>
                  <a:lnTo>
                    <a:pt x="93018" y="1303117"/>
                  </a:lnTo>
                  <a:lnTo>
                    <a:pt x="113940" y="1340646"/>
                  </a:lnTo>
                  <a:lnTo>
                    <a:pt x="136781" y="1377252"/>
                  </a:lnTo>
                  <a:lnTo>
                    <a:pt x="161488" y="1412889"/>
                  </a:lnTo>
                  <a:lnTo>
                    <a:pt x="188008" y="1447512"/>
                  </a:lnTo>
                  <a:lnTo>
                    <a:pt x="216286" y="1481078"/>
                  </a:lnTo>
                  <a:lnTo>
                    <a:pt x="246268" y="1513540"/>
                  </a:lnTo>
                  <a:lnTo>
                    <a:pt x="277900" y="1544856"/>
                  </a:lnTo>
                  <a:lnTo>
                    <a:pt x="311130" y="1574979"/>
                  </a:lnTo>
                  <a:lnTo>
                    <a:pt x="345902" y="1603865"/>
                  </a:lnTo>
                  <a:lnTo>
                    <a:pt x="382163" y="1631469"/>
                  </a:lnTo>
                  <a:lnTo>
                    <a:pt x="419859" y="1657747"/>
                  </a:lnTo>
                  <a:lnTo>
                    <a:pt x="458937" y="1682654"/>
                  </a:lnTo>
                  <a:lnTo>
                    <a:pt x="499342" y="1706145"/>
                  </a:lnTo>
                  <a:lnTo>
                    <a:pt x="541020" y="1728175"/>
                  </a:lnTo>
                  <a:lnTo>
                    <a:pt x="583919" y="1748700"/>
                  </a:lnTo>
                  <a:lnTo>
                    <a:pt x="627983" y="1767675"/>
                  </a:lnTo>
                  <a:lnTo>
                    <a:pt x="673159" y="1785055"/>
                  </a:lnTo>
                  <a:lnTo>
                    <a:pt x="719394" y="1800796"/>
                  </a:lnTo>
                  <a:lnTo>
                    <a:pt x="766632" y="1814852"/>
                  </a:lnTo>
                  <a:lnTo>
                    <a:pt x="814822" y="1827179"/>
                  </a:lnTo>
                  <a:lnTo>
                    <a:pt x="863908" y="1837732"/>
                  </a:lnTo>
                  <a:lnTo>
                    <a:pt x="913836" y="1846467"/>
                  </a:lnTo>
                  <a:lnTo>
                    <a:pt x="964554" y="1853339"/>
                  </a:lnTo>
                  <a:lnTo>
                    <a:pt x="1016006" y="1858303"/>
                  </a:lnTo>
                  <a:lnTo>
                    <a:pt x="1068140" y="1861314"/>
                  </a:lnTo>
                  <a:lnTo>
                    <a:pt x="1120902" y="1862328"/>
                  </a:lnTo>
                  <a:lnTo>
                    <a:pt x="1173663" y="1861314"/>
                  </a:lnTo>
                  <a:lnTo>
                    <a:pt x="1225797" y="1858303"/>
                  </a:lnTo>
                  <a:lnTo>
                    <a:pt x="1277249" y="1853339"/>
                  </a:lnTo>
                  <a:lnTo>
                    <a:pt x="1327967" y="1846467"/>
                  </a:lnTo>
                  <a:lnTo>
                    <a:pt x="1377895" y="1837732"/>
                  </a:lnTo>
                  <a:lnTo>
                    <a:pt x="1426981" y="1827179"/>
                  </a:lnTo>
                  <a:lnTo>
                    <a:pt x="1475171" y="1814852"/>
                  </a:lnTo>
                  <a:lnTo>
                    <a:pt x="1522409" y="1800796"/>
                  </a:lnTo>
                  <a:lnTo>
                    <a:pt x="1568644" y="1785055"/>
                  </a:lnTo>
                  <a:lnTo>
                    <a:pt x="1613820" y="1767675"/>
                  </a:lnTo>
                  <a:lnTo>
                    <a:pt x="1657884" y="1748700"/>
                  </a:lnTo>
                  <a:lnTo>
                    <a:pt x="1700783" y="1728175"/>
                  </a:lnTo>
                  <a:lnTo>
                    <a:pt x="1742461" y="1706145"/>
                  </a:lnTo>
                  <a:lnTo>
                    <a:pt x="1782866" y="1682654"/>
                  </a:lnTo>
                  <a:lnTo>
                    <a:pt x="1821944" y="1657747"/>
                  </a:lnTo>
                  <a:lnTo>
                    <a:pt x="1859640" y="1631469"/>
                  </a:lnTo>
                  <a:lnTo>
                    <a:pt x="1895901" y="1603865"/>
                  </a:lnTo>
                  <a:lnTo>
                    <a:pt x="1930673" y="1574979"/>
                  </a:lnTo>
                  <a:lnTo>
                    <a:pt x="1963903" y="1544856"/>
                  </a:lnTo>
                  <a:lnTo>
                    <a:pt x="1995535" y="1513540"/>
                  </a:lnTo>
                  <a:lnTo>
                    <a:pt x="2025517" y="1481078"/>
                  </a:lnTo>
                  <a:lnTo>
                    <a:pt x="2053795" y="1447512"/>
                  </a:lnTo>
                  <a:lnTo>
                    <a:pt x="2080315" y="1412889"/>
                  </a:lnTo>
                  <a:lnTo>
                    <a:pt x="2105022" y="1377252"/>
                  </a:lnTo>
                  <a:lnTo>
                    <a:pt x="2127863" y="1340646"/>
                  </a:lnTo>
                  <a:lnTo>
                    <a:pt x="2148785" y="1303117"/>
                  </a:lnTo>
                  <a:lnTo>
                    <a:pt x="2167733" y="1264709"/>
                  </a:lnTo>
                  <a:lnTo>
                    <a:pt x="2184654" y="1225466"/>
                  </a:lnTo>
                  <a:lnTo>
                    <a:pt x="2199493" y="1185434"/>
                  </a:lnTo>
                  <a:lnTo>
                    <a:pt x="2212197" y="1144657"/>
                  </a:lnTo>
                  <a:lnTo>
                    <a:pt x="2222711" y="1103180"/>
                  </a:lnTo>
                  <a:lnTo>
                    <a:pt x="2230983" y="1061047"/>
                  </a:lnTo>
                  <a:lnTo>
                    <a:pt x="2236959" y="1018303"/>
                  </a:lnTo>
                  <a:lnTo>
                    <a:pt x="2240583" y="974994"/>
                  </a:lnTo>
                  <a:lnTo>
                    <a:pt x="2241804" y="931164"/>
                  </a:lnTo>
                  <a:lnTo>
                    <a:pt x="2240583" y="887333"/>
                  </a:lnTo>
                  <a:lnTo>
                    <a:pt x="2236959" y="844024"/>
                  </a:lnTo>
                  <a:lnTo>
                    <a:pt x="2230983" y="801280"/>
                  </a:lnTo>
                  <a:lnTo>
                    <a:pt x="2222711" y="759147"/>
                  </a:lnTo>
                  <a:lnTo>
                    <a:pt x="2212197" y="717670"/>
                  </a:lnTo>
                  <a:lnTo>
                    <a:pt x="2199493" y="676893"/>
                  </a:lnTo>
                  <a:lnTo>
                    <a:pt x="2184654" y="636861"/>
                  </a:lnTo>
                  <a:lnTo>
                    <a:pt x="2167733" y="597618"/>
                  </a:lnTo>
                  <a:lnTo>
                    <a:pt x="2148785" y="559210"/>
                  </a:lnTo>
                  <a:lnTo>
                    <a:pt x="2127863" y="521681"/>
                  </a:lnTo>
                  <a:lnTo>
                    <a:pt x="2105022" y="485075"/>
                  </a:lnTo>
                  <a:lnTo>
                    <a:pt x="2080315" y="449438"/>
                  </a:lnTo>
                  <a:lnTo>
                    <a:pt x="2053795" y="414815"/>
                  </a:lnTo>
                  <a:lnTo>
                    <a:pt x="2025517" y="381249"/>
                  </a:lnTo>
                  <a:lnTo>
                    <a:pt x="1995535" y="348787"/>
                  </a:lnTo>
                  <a:lnTo>
                    <a:pt x="1963903" y="317471"/>
                  </a:lnTo>
                  <a:lnTo>
                    <a:pt x="1930673" y="287348"/>
                  </a:lnTo>
                  <a:lnTo>
                    <a:pt x="1895901" y="258462"/>
                  </a:lnTo>
                  <a:lnTo>
                    <a:pt x="1859640" y="230858"/>
                  </a:lnTo>
                  <a:lnTo>
                    <a:pt x="1821944" y="204580"/>
                  </a:lnTo>
                  <a:lnTo>
                    <a:pt x="1782866" y="179673"/>
                  </a:lnTo>
                  <a:lnTo>
                    <a:pt x="1742461" y="156182"/>
                  </a:lnTo>
                  <a:lnTo>
                    <a:pt x="1700783" y="134152"/>
                  </a:lnTo>
                  <a:lnTo>
                    <a:pt x="1657884" y="113627"/>
                  </a:lnTo>
                  <a:lnTo>
                    <a:pt x="1613820" y="94652"/>
                  </a:lnTo>
                  <a:lnTo>
                    <a:pt x="1568644" y="77272"/>
                  </a:lnTo>
                  <a:lnTo>
                    <a:pt x="1522409" y="61531"/>
                  </a:lnTo>
                  <a:lnTo>
                    <a:pt x="1475171" y="47475"/>
                  </a:lnTo>
                  <a:lnTo>
                    <a:pt x="1426981" y="35148"/>
                  </a:lnTo>
                  <a:lnTo>
                    <a:pt x="1377895" y="24595"/>
                  </a:lnTo>
                  <a:lnTo>
                    <a:pt x="1327967" y="15860"/>
                  </a:lnTo>
                  <a:lnTo>
                    <a:pt x="1277249" y="8988"/>
                  </a:lnTo>
                  <a:lnTo>
                    <a:pt x="1225797" y="4024"/>
                  </a:lnTo>
                  <a:lnTo>
                    <a:pt x="1173663" y="1013"/>
                  </a:lnTo>
                  <a:lnTo>
                    <a:pt x="1120902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4" y="844024"/>
                  </a:lnTo>
                  <a:lnTo>
                    <a:pt x="10820" y="801280"/>
                  </a:lnTo>
                  <a:lnTo>
                    <a:pt x="19092" y="759147"/>
                  </a:lnTo>
                  <a:lnTo>
                    <a:pt x="29606" y="717670"/>
                  </a:lnTo>
                  <a:lnTo>
                    <a:pt x="42310" y="676893"/>
                  </a:lnTo>
                  <a:lnTo>
                    <a:pt x="57149" y="636861"/>
                  </a:lnTo>
                  <a:lnTo>
                    <a:pt x="74070" y="597618"/>
                  </a:lnTo>
                  <a:lnTo>
                    <a:pt x="93018" y="559210"/>
                  </a:lnTo>
                  <a:lnTo>
                    <a:pt x="113940" y="521681"/>
                  </a:lnTo>
                  <a:lnTo>
                    <a:pt x="136781" y="485075"/>
                  </a:lnTo>
                  <a:lnTo>
                    <a:pt x="161488" y="449438"/>
                  </a:lnTo>
                  <a:lnTo>
                    <a:pt x="188008" y="414815"/>
                  </a:lnTo>
                  <a:lnTo>
                    <a:pt x="216286" y="381249"/>
                  </a:lnTo>
                  <a:lnTo>
                    <a:pt x="246268" y="348787"/>
                  </a:lnTo>
                  <a:lnTo>
                    <a:pt x="277900" y="317471"/>
                  </a:lnTo>
                  <a:lnTo>
                    <a:pt x="311130" y="287348"/>
                  </a:lnTo>
                  <a:lnTo>
                    <a:pt x="345902" y="258462"/>
                  </a:lnTo>
                  <a:lnTo>
                    <a:pt x="382163" y="230858"/>
                  </a:lnTo>
                  <a:lnTo>
                    <a:pt x="419859" y="204580"/>
                  </a:lnTo>
                  <a:lnTo>
                    <a:pt x="458937" y="179673"/>
                  </a:lnTo>
                  <a:lnTo>
                    <a:pt x="499342" y="156182"/>
                  </a:lnTo>
                  <a:lnTo>
                    <a:pt x="541020" y="134152"/>
                  </a:lnTo>
                  <a:lnTo>
                    <a:pt x="583919" y="113627"/>
                  </a:lnTo>
                  <a:lnTo>
                    <a:pt x="627983" y="94652"/>
                  </a:lnTo>
                  <a:lnTo>
                    <a:pt x="673159" y="77272"/>
                  </a:lnTo>
                  <a:lnTo>
                    <a:pt x="719394" y="61531"/>
                  </a:lnTo>
                  <a:lnTo>
                    <a:pt x="766632" y="47475"/>
                  </a:lnTo>
                  <a:lnTo>
                    <a:pt x="814822" y="35148"/>
                  </a:lnTo>
                  <a:lnTo>
                    <a:pt x="863908" y="24595"/>
                  </a:lnTo>
                  <a:lnTo>
                    <a:pt x="913836" y="15860"/>
                  </a:lnTo>
                  <a:lnTo>
                    <a:pt x="964554" y="8988"/>
                  </a:lnTo>
                  <a:lnTo>
                    <a:pt x="1016006" y="4024"/>
                  </a:lnTo>
                  <a:lnTo>
                    <a:pt x="1068140" y="1013"/>
                  </a:lnTo>
                  <a:lnTo>
                    <a:pt x="1120902" y="0"/>
                  </a:lnTo>
                  <a:lnTo>
                    <a:pt x="1173663" y="1013"/>
                  </a:lnTo>
                  <a:lnTo>
                    <a:pt x="1225797" y="4024"/>
                  </a:lnTo>
                  <a:lnTo>
                    <a:pt x="1277249" y="8988"/>
                  </a:lnTo>
                  <a:lnTo>
                    <a:pt x="1327967" y="15860"/>
                  </a:lnTo>
                  <a:lnTo>
                    <a:pt x="1377895" y="24595"/>
                  </a:lnTo>
                  <a:lnTo>
                    <a:pt x="1426981" y="35148"/>
                  </a:lnTo>
                  <a:lnTo>
                    <a:pt x="1475171" y="47475"/>
                  </a:lnTo>
                  <a:lnTo>
                    <a:pt x="1522409" y="61531"/>
                  </a:lnTo>
                  <a:lnTo>
                    <a:pt x="1568644" y="77272"/>
                  </a:lnTo>
                  <a:lnTo>
                    <a:pt x="1613820" y="94652"/>
                  </a:lnTo>
                  <a:lnTo>
                    <a:pt x="1657884" y="113627"/>
                  </a:lnTo>
                  <a:lnTo>
                    <a:pt x="1700783" y="134152"/>
                  </a:lnTo>
                  <a:lnTo>
                    <a:pt x="1742461" y="156182"/>
                  </a:lnTo>
                  <a:lnTo>
                    <a:pt x="1782866" y="179673"/>
                  </a:lnTo>
                  <a:lnTo>
                    <a:pt x="1821944" y="204580"/>
                  </a:lnTo>
                  <a:lnTo>
                    <a:pt x="1859640" y="230858"/>
                  </a:lnTo>
                  <a:lnTo>
                    <a:pt x="1895901" y="258462"/>
                  </a:lnTo>
                  <a:lnTo>
                    <a:pt x="1930673" y="287348"/>
                  </a:lnTo>
                  <a:lnTo>
                    <a:pt x="1963903" y="317471"/>
                  </a:lnTo>
                  <a:lnTo>
                    <a:pt x="1995535" y="348787"/>
                  </a:lnTo>
                  <a:lnTo>
                    <a:pt x="2025517" y="381249"/>
                  </a:lnTo>
                  <a:lnTo>
                    <a:pt x="2053795" y="414815"/>
                  </a:lnTo>
                  <a:lnTo>
                    <a:pt x="2080315" y="449438"/>
                  </a:lnTo>
                  <a:lnTo>
                    <a:pt x="2105022" y="485075"/>
                  </a:lnTo>
                  <a:lnTo>
                    <a:pt x="2127863" y="521681"/>
                  </a:lnTo>
                  <a:lnTo>
                    <a:pt x="2148785" y="559210"/>
                  </a:lnTo>
                  <a:lnTo>
                    <a:pt x="2167733" y="597618"/>
                  </a:lnTo>
                  <a:lnTo>
                    <a:pt x="2184654" y="636861"/>
                  </a:lnTo>
                  <a:lnTo>
                    <a:pt x="2199493" y="676893"/>
                  </a:lnTo>
                  <a:lnTo>
                    <a:pt x="2212197" y="717670"/>
                  </a:lnTo>
                  <a:lnTo>
                    <a:pt x="2222711" y="759147"/>
                  </a:lnTo>
                  <a:lnTo>
                    <a:pt x="2230983" y="801280"/>
                  </a:lnTo>
                  <a:lnTo>
                    <a:pt x="2236959" y="844024"/>
                  </a:lnTo>
                  <a:lnTo>
                    <a:pt x="2240583" y="887333"/>
                  </a:lnTo>
                  <a:lnTo>
                    <a:pt x="2241804" y="931164"/>
                  </a:lnTo>
                  <a:lnTo>
                    <a:pt x="2240583" y="974994"/>
                  </a:lnTo>
                  <a:lnTo>
                    <a:pt x="2236959" y="1018303"/>
                  </a:lnTo>
                  <a:lnTo>
                    <a:pt x="2230983" y="1061047"/>
                  </a:lnTo>
                  <a:lnTo>
                    <a:pt x="2222711" y="1103180"/>
                  </a:lnTo>
                  <a:lnTo>
                    <a:pt x="2212197" y="1144657"/>
                  </a:lnTo>
                  <a:lnTo>
                    <a:pt x="2199493" y="1185434"/>
                  </a:lnTo>
                  <a:lnTo>
                    <a:pt x="2184654" y="1225466"/>
                  </a:lnTo>
                  <a:lnTo>
                    <a:pt x="2167733" y="1264709"/>
                  </a:lnTo>
                  <a:lnTo>
                    <a:pt x="2148785" y="1303117"/>
                  </a:lnTo>
                  <a:lnTo>
                    <a:pt x="2127863" y="1340646"/>
                  </a:lnTo>
                  <a:lnTo>
                    <a:pt x="2105022" y="1377252"/>
                  </a:lnTo>
                  <a:lnTo>
                    <a:pt x="2080315" y="1412889"/>
                  </a:lnTo>
                  <a:lnTo>
                    <a:pt x="2053795" y="1447512"/>
                  </a:lnTo>
                  <a:lnTo>
                    <a:pt x="2025517" y="1481078"/>
                  </a:lnTo>
                  <a:lnTo>
                    <a:pt x="1995535" y="1513540"/>
                  </a:lnTo>
                  <a:lnTo>
                    <a:pt x="1963903" y="1544856"/>
                  </a:lnTo>
                  <a:lnTo>
                    <a:pt x="1930673" y="1574979"/>
                  </a:lnTo>
                  <a:lnTo>
                    <a:pt x="1895901" y="1603865"/>
                  </a:lnTo>
                  <a:lnTo>
                    <a:pt x="1859640" y="1631469"/>
                  </a:lnTo>
                  <a:lnTo>
                    <a:pt x="1821944" y="1657747"/>
                  </a:lnTo>
                  <a:lnTo>
                    <a:pt x="1782866" y="1682654"/>
                  </a:lnTo>
                  <a:lnTo>
                    <a:pt x="1742461" y="1706145"/>
                  </a:lnTo>
                  <a:lnTo>
                    <a:pt x="1700783" y="1728175"/>
                  </a:lnTo>
                  <a:lnTo>
                    <a:pt x="1657884" y="1748700"/>
                  </a:lnTo>
                  <a:lnTo>
                    <a:pt x="1613820" y="1767675"/>
                  </a:lnTo>
                  <a:lnTo>
                    <a:pt x="1568644" y="1785055"/>
                  </a:lnTo>
                  <a:lnTo>
                    <a:pt x="1522409" y="1800796"/>
                  </a:lnTo>
                  <a:lnTo>
                    <a:pt x="1475171" y="1814852"/>
                  </a:lnTo>
                  <a:lnTo>
                    <a:pt x="1426981" y="1827179"/>
                  </a:lnTo>
                  <a:lnTo>
                    <a:pt x="1377895" y="1837732"/>
                  </a:lnTo>
                  <a:lnTo>
                    <a:pt x="1327967" y="1846467"/>
                  </a:lnTo>
                  <a:lnTo>
                    <a:pt x="1277249" y="1853339"/>
                  </a:lnTo>
                  <a:lnTo>
                    <a:pt x="1225797" y="1858303"/>
                  </a:lnTo>
                  <a:lnTo>
                    <a:pt x="1173663" y="1861314"/>
                  </a:lnTo>
                  <a:lnTo>
                    <a:pt x="1120902" y="1862328"/>
                  </a:lnTo>
                  <a:lnTo>
                    <a:pt x="1068140" y="1861314"/>
                  </a:lnTo>
                  <a:lnTo>
                    <a:pt x="1016006" y="1858303"/>
                  </a:lnTo>
                  <a:lnTo>
                    <a:pt x="964554" y="1853339"/>
                  </a:lnTo>
                  <a:lnTo>
                    <a:pt x="913836" y="1846467"/>
                  </a:lnTo>
                  <a:lnTo>
                    <a:pt x="863908" y="1837732"/>
                  </a:lnTo>
                  <a:lnTo>
                    <a:pt x="814822" y="1827179"/>
                  </a:lnTo>
                  <a:lnTo>
                    <a:pt x="766632" y="1814852"/>
                  </a:lnTo>
                  <a:lnTo>
                    <a:pt x="719394" y="1800796"/>
                  </a:lnTo>
                  <a:lnTo>
                    <a:pt x="673159" y="1785055"/>
                  </a:lnTo>
                  <a:lnTo>
                    <a:pt x="627983" y="1767675"/>
                  </a:lnTo>
                  <a:lnTo>
                    <a:pt x="583919" y="1748700"/>
                  </a:lnTo>
                  <a:lnTo>
                    <a:pt x="541020" y="1728175"/>
                  </a:lnTo>
                  <a:lnTo>
                    <a:pt x="499342" y="1706145"/>
                  </a:lnTo>
                  <a:lnTo>
                    <a:pt x="458937" y="1682654"/>
                  </a:lnTo>
                  <a:lnTo>
                    <a:pt x="419859" y="1657747"/>
                  </a:lnTo>
                  <a:lnTo>
                    <a:pt x="382163" y="1631469"/>
                  </a:lnTo>
                  <a:lnTo>
                    <a:pt x="345902" y="1603865"/>
                  </a:lnTo>
                  <a:lnTo>
                    <a:pt x="311130" y="1574979"/>
                  </a:lnTo>
                  <a:lnTo>
                    <a:pt x="277900" y="1544856"/>
                  </a:lnTo>
                  <a:lnTo>
                    <a:pt x="246268" y="1513540"/>
                  </a:lnTo>
                  <a:lnTo>
                    <a:pt x="216286" y="1481078"/>
                  </a:lnTo>
                  <a:lnTo>
                    <a:pt x="188008" y="1447512"/>
                  </a:lnTo>
                  <a:lnTo>
                    <a:pt x="161488" y="1412889"/>
                  </a:lnTo>
                  <a:lnTo>
                    <a:pt x="136781" y="1377252"/>
                  </a:lnTo>
                  <a:lnTo>
                    <a:pt x="113940" y="1340646"/>
                  </a:lnTo>
                  <a:lnTo>
                    <a:pt x="93018" y="1303117"/>
                  </a:lnTo>
                  <a:lnTo>
                    <a:pt x="74070" y="1264709"/>
                  </a:lnTo>
                  <a:lnTo>
                    <a:pt x="57149" y="1225466"/>
                  </a:lnTo>
                  <a:lnTo>
                    <a:pt x="42310" y="1185434"/>
                  </a:lnTo>
                  <a:lnTo>
                    <a:pt x="29606" y="1144657"/>
                  </a:lnTo>
                  <a:lnTo>
                    <a:pt x="19092" y="1103180"/>
                  </a:lnTo>
                  <a:lnTo>
                    <a:pt x="10820" y="1061047"/>
                  </a:lnTo>
                  <a:lnTo>
                    <a:pt x="4844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387345" y="276860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4499228" y="2768600"/>
            <a:ext cx="1153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Non-Crash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990" y="2735770"/>
            <a:ext cx="4996815" cy="2360295"/>
            <a:chOff x="1447990" y="2735770"/>
            <a:chExt cx="4996815" cy="2360295"/>
          </a:xfrm>
        </p:grpSpPr>
        <p:sp>
          <p:nvSpPr>
            <p:cNvPr id="3" name="object 3"/>
            <p:cNvSpPr/>
            <p:nvPr/>
          </p:nvSpPr>
          <p:spPr>
            <a:xfrm>
              <a:off x="1462277" y="2750057"/>
              <a:ext cx="4968240" cy="2331720"/>
            </a:xfrm>
            <a:custGeom>
              <a:avLst/>
              <a:gdLst/>
              <a:ahLst/>
              <a:cxnLst/>
              <a:rect l="l" t="t" r="r" b="b"/>
              <a:pathLst>
                <a:path w="4968240" h="2331720">
                  <a:moveTo>
                    <a:pt x="0" y="388619"/>
                  </a:moveTo>
                  <a:lnTo>
                    <a:pt x="3027" y="339872"/>
                  </a:lnTo>
                  <a:lnTo>
                    <a:pt x="11868" y="292931"/>
                  </a:lnTo>
                  <a:lnTo>
                    <a:pt x="26158" y="248161"/>
                  </a:lnTo>
                  <a:lnTo>
                    <a:pt x="45532" y="205927"/>
                  </a:lnTo>
                  <a:lnTo>
                    <a:pt x="69627" y="166592"/>
                  </a:lnTo>
                  <a:lnTo>
                    <a:pt x="98078" y="130521"/>
                  </a:lnTo>
                  <a:lnTo>
                    <a:pt x="130521" y="98078"/>
                  </a:lnTo>
                  <a:lnTo>
                    <a:pt x="166592" y="69627"/>
                  </a:lnTo>
                  <a:lnTo>
                    <a:pt x="205927" y="45532"/>
                  </a:lnTo>
                  <a:lnTo>
                    <a:pt x="248161" y="26158"/>
                  </a:lnTo>
                  <a:lnTo>
                    <a:pt x="292931" y="11868"/>
                  </a:lnTo>
                  <a:lnTo>
                    <a:pt x="339872" y="3027"/>
                  </a:lnTo>
                  <a:lnTo>
                    <a:pt x="388620" y="0"/>
                  </a:lnTo>
                  <a:lnTo>
                    <a:pt x="4579620" y="0"/>
                  </a:lnTo>
                  <a:lnTo>
                    <a:pt x="4628367" y="3027"/>
                  </a:lnTo>
                  <a:lnTo>
                    <a:pt x="4675308" y="11868"/>
                  </a:lnTo>
                  <a:lnTo>
                    <a:pt x="4720078" y="26158"/>
                  </a:lnTo>
                  <a:lnTo>
                    <a:pt x="4762312" y="45532"/>
                  </a:lnTo>
                  <a:lnTo>
                    <a:pt x="4801647" y="69627"/>
                  </a:lnTo>
                  <a:lnTo>
                    <a:pt x="4837718" y="98078"/>
                  </a:lnTo>
                  <a:lnTo>
                    <a:pt x="4870161" y="130521"/>
                  </a:lnTo>
                  <a:lnTo>
                    <a:pt x="4898612" y="166592"/>
                  </a:lnTo>
                  <a:lnTo>
                    <a:pt x="4922707" y="205927"/>
                  </a:lnTo>
                  <a:lnTo>
                    <a:pt x="4942081" y="248161"/>
                  </a:lnTo>
                  <a:lnTo>
                    <a:pt x="4956371" y="292931"/>
                  </a:lnTo>
                  <a:lnTo>
                    <a:pt x="4965212" y="339872"/>
                  </a:lnTo>
                  <a:lnTo>
                    <a:pt x="4968240" y="388619"/>
                  </a:lnTo>
                  <a:lnTo>
                    <a:pt x="4968240" y="1943099"/>
                  </a:lnTo>
                  <a:lnTo>
                    <a:pt x="4965212" y="1991847"/>
                  </a:lnTo>
                  <a:lnTo>
                    <a:pt x="4956371" y="2038788"/>
                  </a:lnTo>
                  <a:lnTo>
                    <a:pt x="4942081" y="2083558"/>
                  </a:lnTo>
                  <a:lnTo>
                    <a:pt x="4922707" y="2125792"/>
                  </a:lnTo>
                  <a:lnTo>
                    <a:pt x="4898612" y="2165127"/>
                  </a:lnTo>
                  <a:lnTo>
                    <a:pt x="4870161" y="2201198"/>
                  </a:lnTo>
                  <a:lnTo>
                    <a:pt x="4837718" y="2233641"/>
                  </a:lnTo>
                  <a:lnTo>
                    <a:pt x="4801647" y="2262092"/>
                  </a:lnTo>
                  <a:lnTo>
                    <a:pt x="4762312" y="2286187"/>
                  </a:lnTo>
                  <a:lnTo>
                    <a:pt x="4720078" y="2305561"/>
                  </a:lnTo>
                  <a:lnTo>
                    <a:pt x="4675308" y="2319851"/>
                  </a:lnTo>
                  <a:lnTo>
                    <a:pt x="4628367" y="2328692"/>
                  </a:lnTo>
                  <a:lnTo>
                    <a:pt x="4579620" y="2331719"/>
                  </a:lnTo>
                  <a:lnTo>
                    <a:pt x="388620" y="2331719"/>
                  </a:lnTo>
                  <a:lnTo>
                    <a:pt x="339872" y="2328692"/>
                  </a:lnTo>
                  <a:lnTo>
                    <a:pt x="292931" y="2319851"/>
                  </a:lnTo>
                  <a:lnTo>
                    <a:pt x="248161" y="2305561"/>
                  </a:lnTo>
                  <a:lnTo>
                    <a:pt x="205927" y="2286187"/>
                  </a:lnTo>
                  <a:lnTo>
                    <a:pt x="166592" y="2262092"/>
                  </a:lnTo>
                  <a:lnTo>
                    <a:pt x="130521" y="2233641"/>
                  </a:lnTo>
                  <a:lnTo>
                    <a:pt x="98078" y="2201198"/>
                  </a:lnTo>
                  <a:lnTo>
                    <a:pt x="69627" y="2165127"/>
                  </a:lnTo>
                  <a:lnTo>
                    <a:pt x="45532" y="2125792"/>
                  </a:lnTo>
                  <a:lnTo>
                    <a:pt x="26158" y="2083558"/>
                  </a:lnTo>
                  <a:lnTo>
                    <a:pt x="11868" y="2038788"/>
                  </a:lnTo>
                  <a:lnTo>
                    <a:pt x="3027" y="1991847"/>
                  </a:lnTo>
                  <a:lnTo>
                    <a:pt x="0" y="1943099"/>
                  </a:lnTo>
                  <a:lnTo>
                    <a:pt x="0" y="388619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8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4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4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8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1120902" y="0"/>
                  </a:moveTo>
                  <a:lnTo>
                    <a:pt x="1068140" y="1013"/>
                  </a:lnTo>
                  <a:lnTo>
                    <a:pt x="1016006" y="4024"/>
                  </a:lnTo>
                  <a:lnTo>
                    <a:pt x="964554" y="8988"/>
                  </a:lnTo>
                  <a:lnTo>
                    <a:pt x="913836" y="15860"/>
                  </a:lnTo>
                  <a:lnTo>
                    <a:pt x="863908" y="24595"/>
                  </a:lnTo>
                  <a:lnTo>
                    <a:pt x="814822" y="35148"/>
                  </a:lnTo>
                  <a:lnTo>
                    <a:pt x="766632" y="47475"/>
                  </a:lnTo>
                  <a:lnTo>
                    <a:pt x="719394" y="61531"/>
                  </a:lnTo>
                  <a:lnTo>
                    <a:pt x="673159" y="77272"/>
                  </a:lnTo>
                  <a:lnTo>
                    <a:pt x="627983" y="94652"/>
                  </a:lnTo>
                  <a:lnTo>
                    <a:pt x="583919" y="113627"/>
                  </a:lnTo>
                  <a:lnTo>
                    <a:pt x="541020" y="134152"/>
                  </a:lnTo>
                  <a:lnTo>
                    <a:pt x="499342" y="156182"/>
                  </a:lnTo>
                  <a:lnTo>
                    <a:pt x="458937" y="179673"/>
                  </a:lnTo>
                  <a:lnTo>
                    <a:pt x="419859" y="204580"/>
                  </a:lnTo>
                  <a:lnTo>
                    <a:pt x="382163" y="230858"/>
                  </a:lnTo>
                  <a:lnTo>
                    <a:pt x="345902" y="258462"/>
                  </a:lnTo>
                  <a:lnTo>
                    <a:pt x="311130" y="287348"/>
                  </a:lnTo>
                  <a:lnTo>
                    <a:pt x="277900" y="317471"/>
                  </a:lnTo>
                  <a:lnTo>
                    <a:pt x="246268" y="348787"/>
                  </a:lnTo>
                  <a:lnTo>
                    <a:pt x="216286" y="381249"/>
                  </a:lnTo>
                  <a:lnTo>
                    <a:pt x="188008" y="414815"/>
                  </a:lnTo>
                  <a:lnTo>
                    <a:pt x="161488" y="449438"/>
                  </a:lnTo>
                  <a:lnTo>
                    <a:pt x="136781" y="485075"/>
                  </a:lnTo>
                  <a:lnTo>
                    <a:pt x="113940" y="521681"/>
                  </a:lnTo>
                  <a:lnTo>
                    <a:pt x="93018" y="559210"/>
                  </a:lnTo>
                  <a:lnTo>
                    <a:pt x="74070" y="597618"/>
                  </a:lnTo>
                  <a:lnTo>
                    <a:pt x="57149" y="636861"/>
                  </a:lnTo>
                  <a:lnTo>
                    <a:pt x="42310" y="676893"/>
                  </a:lnTo>
                  <a:lnTo>
                    <a:pt x="29606" y="717670"/>
                  </a:lnTo>
                  <a:lnTo>
                    <a:pt x="19092" y="759147"/>
                  </a:lnTo>
                  <a:lnTo>
                    <a:pt x="10820" y="801280"/>
                  </a:lnTo>
                  <a:lnTo>
                    <a:pt x="4844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4" y="1018303"/>
                  </a:lnTo>
                  <a:lnTo>
                    <a:pt x="10820" y="1061047"/>
                  </a:lnTo>
                  <a:lnTo>
                    <a:pt x="19092" y="1103180"/>
                  </a:lnTo>
                  <a:lnTo>
                    <a:pt x="29606" y="1144657"/>
                  </a:lnTo>
                  <a:lnTo>
                    <a:pt x="42310" y="1185434"/>
                  </a:lnTo>
                  <a:lnTo>
                    <a:pt x="57149" y="1225466"/>
                  </a:lnTo>
                  <a:lnTo>
                    <a:pt x="74070" y="1264709"/>
                  </a:lnTo>
                  <a:lnTo>
                    <a:pt x="93018" y="1303117"/>
                  </a:lnTo>
                  <a:lnTo>
                    <a:pt x="113940" y="1340646"/>
                  </a:lnTo>
                  <a:lnTo>
                    <a:pt x="136781" y="1377252"/>
                  </a:lnTo>
                  <a:lnTo>
                    <a:pt x="161488" y="1412889"/>
                  </a:lnTo>
                  <a:lnTo>
                    <a:pt x="188008" y="1447512"/>
                  </a:lnTo>
                  <a:lnTo>
                    <a:pt x="216286" y="1481078"/>
                  </a:lnTo>
                  <a:lnTo>
                    <a:pt x="246268" y="1513540"/>
                  </a:lnTo>
                  <a:lnTo>
                    <a:pt x="277900" y="1544856"/>
                  </a:lnTo>
                  <a:lnTo>
                    <a:pt x="311130" y="1574979"/>
                  </a:lnTo>
                  <a:lnTo>
                    <a:pt x="345902" y="1603865"/>
                  </a:lnTo>
                  <a:lnTo>
                    <a:pt x="382163" y="1631469"/>
                  </a:lnTo>
                  <a:lnTo>
                    <a:pt x="419859" y="1657747"/>
                  </a:lnTo>
                  <a:lnTo>
                    <a:pt x="458937" y="1682654"/>
                  </a:lnTo>
                  <a:lnTo>
                    <a:pt x="499342" y="1706145"/>
                  </a:lnTo>
                  <a:lnTo>
                    <a:pt x="541020" y="1728175"/>
                  </a:lnTo>
                  <a:lnTo>
                    <a:pt x="583919" y="1748700"/>
                  </a:lnTo>
                  <a:lnTo>
                    <a:pt x="627983" y="1767675"/>
                  </a:lnTo>
                  <a:lnTo>
                    <a:pt x="673159" y="1785055"/>
                  </a:lnTo>
                  <a:lnTo>
                    <a:pt x="719394" y="1800796"/>
                  </a:lnTo>
                  <a:lnTo>
                    <a:pt x="766632" y="1814852"/>
                  </a:lnTo>
                  <a:lnTo>
                    <a:pt x="814822" y="1827179"/>
                  </a:lnTo>
                  <a:lnTo>
                    <a:pt x="863908" y="1837732"/>
                  </a:lnTo>
                  <a:lnTo>
                    <a:pt x="913836" y="1846467"/>
                  </a:lnTo>
                  <a:lnTo>
                    <a:pt x="964554" y="1853339"/>
                  </a:lnTo>
                  <a:lnTo>
                    <a:pt x="1016006" y="1858303"/>
                  </a:lnTo>
                  <a:lnTo>
                    <a:pt x="1068140" y="1861314"/>
                  </a:lnTo>
                  <a:lnTo>
                    <a:pt x="1120902" y="1862328"/>
                  </a:lnTo>
                  <a:lnTo>
                    <a:pt x="1173663" y="1861314"/>
                  </a:lnTo>
                  <a:lnTo>
                    <a:pt x="1225797" y="1858303"/>
                  </a:lnTo>
                  <a:lnTo>
                    <a:pt x="1277249" y="1853339"/>
                  </a:lnTo>
                  <a:lnTo>
                    <a:pt x="1327967" y="1846467"/>
                  </a:lnTo>
                  <a:lnTo>
                    <a:pt x="1377895" y="1837732"/>
                  </a:lnTo>
                  <a:lnTo>
                    <a:pt x="1426981" y="1827179"/>
                  </a:lnTo>
                  <a:lnTo>
                    <a:pt x="1475171" y="1814852"/>
                  </a:lnTo>
                  <a:lnTo>
                    <a:pt x="1522409" y="1800796"/>
                  </a:lnTo>
                  <a:lnTo>
                    <a:pt x="1568644" y="1785055"/>
                  </a:lnTo>
                  <a:lnTo>
                    <a:pt x="1613820" y="1767675"/>
                  </a:lnTo>
                  <a:lnTo>
                    <a:pt x="1657884" y="1748700"/>
                  </a:lnTo>
                  <a:lnTo>
                    <a:pt x="1700783" y="1728175"/>
                  </a:lnTo>
                  <a:lnTo>
                    <a:pt x="1742461" y="1706145"/>
                  </a:lnTo>
                  <a:lnTo>
                    <a:pt x="1782866" y="1682654"/>
                  </a:lnTo>
                  <a:lnTo>
                    <a:pt x="1821944" y="1657747"/>
                  </a:lnTo>
                  <a:lnTo>
                    <a:pt x="1859640" y="1631469"/>
                  </a:lnTo>
                  <a:lnTo>
                    <a:pt x="1895901" y="1603865"/>
                  </a:lnTo>
                  <a:lnTo>
                    <a:pt x="1930673" y="1574979"/>
                  </a:lnTo>
                  <a:lnTo>
                    <a:pt x="1963903" y="1544856"/>
                  </a:lnTo>
                  <a:lnTo>
                    <a:pt x="1995535" y="1513540"/>
                  </a:lnTo>
                  <a:lnTo>
                    <a:pt x="2025517" y="1481078"/>
                  </a:lnTo>
                  <a:lnTo>
                    <a:pt x="2053795" y="1447512"/>
                  </a:lnTo>
                  <a:lnTo>
                    <a:pt x="2080315" y="1412889"/>
                  </a:lnTo>
                  <a:lnTo>
                    <a:pt x="2105022" y="1377252"/>
                  </a:lnTo>
                  <a:lnTo>
                    <a:pt x="2127863" y="1340646"/>
                  </a:lnTo>
                  <a:lnTo>
                    <a:pt x="2148785" y="1303117"/>
                  </a:lnTo>
                  <a:lnTo>
                    <a:pt x="2167733" y="1264709"/>
                  </a:lnTo>
                  <a:lnTo>
                    <a:pt x="2184654" y="1225466"/>
                  </a:lnTo>
                  <a:lnTo>
                    <a:pt x="2199493" y="1185434"/>
                  </a:lnTo>
                  <a:lnTo>
                    <a:pt x="2212197" y="1144657"/>
                  </a:lnTo>
                  <a:lnTo>
                    <a:pt x="2222711" y="1103180"/>
                  </a:lnTo>
                  <a:lnTo>
                    <a:pt x="2230983" y="1061047"/>
                  </a:lnTo>
                  <a:lnTo>
                    <a:pt x="2236959" y="1018303"/>
                  </a:lnTo>
                  <a:lnTo>
                    <a:pt x="2240583" y="974994"/>
                  </a:lnTo>
                  <a:lnTo>
                    <a:pt x="2241804" y="931164"/>
                  </a:lnTo>
                  <a:lnTo>
                    <a:pt x="2240583" y="887333"/>
                  </a:lnTo>
                  <a:lnTo>
                    <a:pt x="2236959" y="844024"/>
                  </a:lnTo>
                  <a:lnTo>
                    <a:pt x="2230983" y="801280"/>
                  </a:lnTo>
                  <a:lnTo>
                    <a:pt x="2222711" y="759147"/>
                  </a:lnTo>
                  <a:lnTo>
                    <a:pt x="2212197" y="717670"/>
                  </a:lnTo>
                  <a:lnTo>
                    <a:pt x="2199493" y="676893"/>
                  </a:lnTo>
                  <a:lnTo>
                    <a:pt x="2184654" y="636861"/>
                  </a:lnTo>
                  <a:lnTo>
                    <a:pt x="2167733" y="597618"/>
                  </a:lnTo>
                  <a:lnTo>
                    <a:pt x="2148785" y="559210"/>
                  </a:lnTo>
                  <a:lnTo>
                    <a:pt x="2127863" y="521681"/>
                  </a:lnTo>
                  <a:lnTo>
                    <a:pt x="2105022" y="485075"/>
                  </a:lnTo>
                  <a:lnTo>
                    <a:pt x="2080315" y="449438"/>
                  </a:lnTo>
                  <a:lnTo>
                    <a:pt x="2053795" y="414815"/>
                  </a:lnTo>
                  <a:lnTo>
                    <a:pt x="2025517" y="381249"/>
                  </a:lnTo>
                  <a:lnTo>
                    <a:pt x="1995535" y="348787"/>
                  </a:lnTo>
                  <a:lnTo>
                    <a:pt x="1963903" y="317471"/>
                  </a:lnTo>
                  <a:lnTo>
                    <a:pt x="1930673" y="287348"/>
                  </a:lnTo>
                  <a:lnTo>
                    <a:pt x="1895901" y="258462"/>
                  </a:lnTo>
                  <a:lnTo>
                    <a:pt x="1859640" y="230858"/>
                  </a:lnTo>
                  <a:lnTo>
                    <a:pt x="1821944" y="204580"/>
                  </a:lnTo>
                  <a:lnTo>
                    <a:pt x="1782866" y="179673"/>
                  </a:lnTo>
                  <a:lnTo>
                    <a:pt x="1742461" y="156182"/>
                  </a:lnTo>
                  <a:lnTo>
                    <a:pt x="1700783" y="134152"/>
                  </a:lnTo>
                  <a:lnTo>
                    <a:pt x="1657884" y="113627"/>
                  </a:lnTo>
                  <a:lnTo>
                    <a:pt x="1613820" y="94652"/>
                  </a:lnTo>
                  <a:lnTo>
                    <a:pt x="1568644" y="77272"/>
                  </a:lnTo>
                  <a:lnTo>
                    <a:pt x="1522409" y="61531"/>
                  </a:lnTo>
                  <a:lnTo>
                    <a:pt x="1475171" y="47475"/>
                  </a:lnTo>
                  <a:lnTo>
                    <a:pt x="1426981" y="35148"/>
                  </a:lnTo>
                  <a:lnTo>
                    <a:pt x="1377895" y="24595"/>
                  </a:lnTo>
                  <a:lnTo>
                    <a:pt x="1327967" y="15860"/>
                  </a:lnTo>
                  <a:lnTo>
                    <a:pt x="1277249" y="8988"/>
                  </a:lnTo>
                  <a:lnTo>
                    <a:pt x="1225797" y="4024"/>
                  </a:lnTo>
                  <a:lnTo>
                    <a:pt x="1173663" y="1013"/>
                  </a:lnTo>
                  <a:lnTo>
                    <a:pt x="1120902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4" y="844024"/>
                  </a:lnTo>
                  <a:lnTo>
                    <a:pt x="10820" y="801280"/>
                  </a:lnTo>
                  <a:lnTo>
                    <a:pt x="19092" y="759147"/>
                  </a:lnTo>
                  <a:lnTo>
                    <a:pt x="29606" y="717670"/>
                  </a:lnTo>
                  <a:lnTo>
                    <a:pt x="42310" y="676893"/>
                  </a:lnTo>
                  <a:lnTo>
                    <a:pt x="57149" y="636861"/>
                  </a:lnTo>
                  <a:lnTo>
                    <a:pt x="74070" y="597618"/>
                  </a:lnTo>
                  <a:lnTo>
                    <a:pt x="93018" y="559210"/>
                  </a:lnTo>
                  <a:lnTo>
                    <a:pt x="113940" y="521681"/>
                  </a:lnTo>
                  <a:lnTo>
                    <a:pt x="136781" y="485075"/>
                  </a:lnTo>
                  <a:lnTo>
                    <a:pt x="161488" y="449438"/>
                  </a:lnTo>
                  <a:lnTo>
                    <a:pt x="188008" y="414815"/>
                  </a:lnTo>
                  <a:lnTo>
                    <a:pt x="216286" y="381249"/>
                  </a:lnTo>
                  <a:lnTo>
                    <a:pt x="246268" y="348787"/>
                  </a:lnTo>
                  <a:lnTo>
                    <a:pt x="277900" y="317471"/>
                  </a:lnTo>
                  <a:lnTo>
                    <a:pt x="311130" y="287348"/>
                  </a:lnTo>
                  <a:lnTo>
                    <a:pt x="345902" y="258462"/>
                  </a:lnTo>
                  <a:lnTo>
                    <a:pt x="382163" y="230858"/>
                  </a:lnTo>
                  <a:lnTo>
                    <a:pt x="419859" y="204580"/>
                  </a:lnTo>
                  <a:lnTo>
                    <a:pt x="458937" y="179673"/>
                  </a:lnTo>
                  <a:lnTo>
                    <a:pt x="499342" y="156182"/>
                  </a:lnTo>
                  <a:lnTo>
                    <a:pt x="541020" y="134152"/>
                  </a:lnTo>
                  <a:lnTo>
                    <a:pt x="583919" y="113627"/>
                  </a:lnTo>
                  <a:lnTo>
                    <a:pt x="627983" y="94652"/>
                  </a:lnTo>
                  <a:lnTo>
                    <a:pt x="673159" y="77272"/>
                  </a:lnTo>
                  <a:lnTo>
                    <a:pt x="719394" y="61531"/>
                  </a:lnTo>
                  <a:lnTo>
                    <a:pt x="766632" y="47475"/>
                  </a:lnTo>
                  <a:lnTo>
                    <a:pt x="814822" y="35148"/>
                  </a:lnTo>
                  <a:lnTo>
                    <a:pt x="863908" y="24595"/>
                  </a:lnTo>
                  <a:lnTo>
                    <a:pt x="913836" y="15860"/>
                  </a:lnTo>
                  <a:lnTo>
                    <a:pt x="964554" y="8988"/>
                  </a:lnTo>
                  <a:lnTo>
                    <a:pt x="1016006" y="4024"/>
                  </a:lnTo>
                  <a:lnTo>
                    <a:pt x="1068140" y="1013"/>
                  </a:lnTo>
                  <a:lnTo>
                    <a:pt x="1120902" y="0"/>
                  </a:lnTo>
                  <a:lnTo>
                    <a:pt x="1173663" y="1013"/>
                  </a:lnTo>
                  <a:lnTo>
                    <a:pt x="1225797" y="4024"/>
                  </a:lnTo>
                  <a:lnTo>
                    <a:pt x="1277249" y="8988"/>
                  </a:lnTo>
                  <a:lnTo>
                    <a:pt x="1327967" y="15860"/>
                  </a:lnTo>
                  <a:lnTo>
                    <a:pt x="1377895" y="24595"/>
                  </a:lnTo>
                  <a:lnTo>
                    <a:pt x="1426981" y="35148"/>
                  </a:lnTo>
                  <a:lnTo>
                    <a:pt x="1475171" y="47475"/>
                  </a:lnTo>
                  <a:lnTo>
                    <a:pt x="1522409" y="61531"/>
                  </a:lnTo>
                  <a:lnTo>
                    <a:pt x="1568644" y="77272"/>
                  </a:lnTo>
                  <a:lnTo>
                    <a:pt x="1613820" y="94652"/>
                  </a:lnTo>
                  <a:lnTo>
                    <a:pt x="1657884" y="113627"/>
                  </a:lnTo>
                  <a:lnTo>
                    <a:pt x="1700783" y="134152"/>
                  </a:lnTo>
                  <a:lnTo>
                    <a:pt x="1742461" y="156182"/>
                  </a:lnTo>
                  <a:lnTo>
                    <a:pt x="1782866" y="179673"/>
                  </a:lnTo>
                  <a:lnTo>
                    <a:pt x="1821944" y="204580"/>
                  </a:lnTo>
                  <a:lnTo>
                    <a:pt x="1859640" y="230858"/>
                  </a:lnTo>
                  <a:lnTo>
                    <a:pt x="1895901" y="258462"/>
                  </a:lnTo>
                  <a:lnTo>
                    <a:pt x="1930673" y="287348"/>
                  </a:lnTo>
                  <a:lnTo>
                    <a:pt x="1963903" y="317471"/>
                  </a:lnTo>
                  <a:lnTo>
                    <a:pt x="1995535" y="348787"/>
                  </a:lnTo>
                  <a:lnTo>
                    <a:pt x="2025517" y="381249"/>
                  </a:lnTo>
                  <a:lnTo>
                    <a:pt x="2053795" y="414815"/>
                  </a:lnTo>
                  <a:lnTo>
                    <a:pt x="2080315" y="449438"/>
                  </a:lnTo>
                  <a:lnTo>
                    <a:pt x="2105022" y="485075"/>
                  </a:lnTo>
                  <a:lnTo>
                    <a:pt x="2127863" y="521681"/>
                  </a:lnTo>
                  <a:lnTo>
                    <a:pt x="2148785" y="559210"/>
                  </a:lnTo>
                  <a:lnTo>
                    <a:pt x="2167733" y="597618"/>
                  </a:lnTo>
                  <a:lnTo>
                    <a:pt x="2184654" y="636861"/>
                  </a:lnTo>
                  <a:lnTo>
                    <a:pt x="2199493" y="676893"/>
                  </a:lnTo>
                  <a:lnTo>
                    <a:pt x="2212197" y="717670"/>
                  </a:lnTo>
                  <a:lnTo>
                    <a:pt x="2222711" y="759147"/>
                  </a:lnTo>
                  <a:lnTo>
                    <a:pt x="2230983" y="801280"/>
                  </a:lnTo>
                  <a:lnTo>
                    <a:pt x="2236959" y="844024"/>
                  </a:lnTo>
                  <a:lnTo>
                    <a:pt x="2240583" y="887333"/>
                  </a:lnTo>
                  <a:lnTo>
                    <a:pt x="2241804" y="931164"/>
                  </a:lnTo>
                  <a:lnTo>
                    <a:pt x="2240583" y="974994"/>
                  </a:lnTo>
                  <a:lnTo>
                    <a:pt x="2236959" y="1018303"/>
                  </a:lnTo>
                  <a:lnTo>
                    <a:pt x="2230983" y="1061047"/>
                  </a:lnTo>
                  <a:lnTo>
                    <a:pt x="2222711" y="1103180"/>
                  </a:lnTo>
                  <a:lnTo>
                    <a:pt x="2212197" y="1144657"/>
                  </a:lnTo>
                  <a:lnTo>
                    <a:pt x="2199493" y="1185434"/>
                  </a:lnTo>
                  <a:lnTo>
                    <a:pt x="2184654" y="1225466"/>
                  </a:lnTo>
                  <a:lnTo>
                    <a:pt x="2167733" y="1264709"/>
                  </a:lnTo>
                  <a:lnTo>
                    <a:pt x="2148785" y="1303117"/>
                  </a:lnTo>
                  <a:lnTo>
                    <a:pt x="2127863" y="1340646"/>
                  </a:lnTo>
                  <a:lnTo>
                    <a:pt x="2105022" y="1377252"/>
                  </a:lnTo>
                  <a:lnTo>
                    <a:pt x="2080315" y="1412889"/>
                  </a:lnTo>
                  <a:lnTo>
                    <a:pt x="2053795" y="1447512"/>
                  </a:lnTo>
                  <a:lnTo>
                    <a:pt x="2025517" y="1481078"/>
                  </a:lnTo>
                  <a:lnTo>
                    <a:pt x="1995535" y="1513540"/>
                  </a:lnTo>
                  <a:lnTo>
                    <a:pt x="1963903" y="1544856"/>
                  </a:lnTo>
                  <a:lnTo>
                    <a:pt x="1930673" y="1574979"/>
                  </a:lnTo>
                  <a:lnTo>
                    <a:pt x="1895901" y="1603865"/>
                  </a:lnTo>
                  <a:lnTo>
                    <a:pt x="1859640" y="1631469"/>
                  </a:lnTo>
                  <a:lnTo>
                    <a:pt x="1821944" y="1657747"/>
                  </a:lnTo>
                  <a:lnTo>
                    <a:pt x="1782866" y="1682654"/>
                  </a:lnTo>
                  <a:lnTo>
                    <a:pt x="1742461" y="1706145"/>
                  </a:lnTo>
                  <a:lnTo>
                    <a:pt x="1700783" y="1728175"/>
                  </a:lnTo>
                  <a:lnTo>
                    <a:pt x="1657884" y="1748700"/>
                  </a:lnTo>
                  <a:lnTo>
                    <a:pt x="1613820" y="1767675"/>
                  </a:lnTo>
                  <a:lnTo>
                    <a:pt x="1568644" y="1785055"/>
                  </a:lnTo>
                  <a:lnTo>
                    <a:pt x="1522409" y="1800796"/>
                  </a:lnTo>
                  <a:lnTo>
                    <a:pt x="1475171" y="1814852"/>
                  </a:lnTo>
                  <a:lnTo>
                    <a:pt x="1426981" y="1827179"/>
                  </a:lnTo>
                  <a:lnTo>
                    <a:pt x="1377895" y="1837732"/>
                  </a:lnTo>
                  <a:lnTo>
                    <a:pt x="1327967" y="1846467"/>
                  </a:lnTo>
                  <a:lnTo>
                    <a:pt x="1277249" y="1853339"/>
                  </a:lnTo>
                  <a:lnTo>
                    <a:pt x="1225797" y="1858303"/>
                  </a:lnTo>
                  <a:lnTo>
                    <a:pt x="1173663" y="1861314"/>
                  </a:lnTo>
                  <a:lnTo>
                    <a:pt x="1120902" y="1862328"/>
                  </a:lnTo>
                  <a:lnTo>
                    <a:pt x="1068140" y="1861314"/>
                  </a:lnTo>
                  <a:lnTo>
                    <a:pt x="1016006" y="1858303"/>
                  </a:lnTo>
                  <a:lnTo>
                    <a:pt x="964554" y="1853339"/>
                  </a:lnTo>
                  <a:lnTo>
                    <a:pt x="913836" y="1846467"/>
                  </a:lnTo>
                  <a:lnTo>
                    <a:pt x="863908" y="1837732"/>
                  </a:lnTo>
                  <a:lnTo>
                    <a:pt x="814822" y="1827179"/>
                  </a:lnTo>
                  <a:lnTo>
                    <a:pt x="766632" y="1814852"/>
                  </a:lnTo>
                  <a:lnTo>
                    <a:pt x="719394" y="1800796"/>
                  </a:lnTo>
                  <a:lnTo>
                    <a:pt x="673159" y="1785055"/>
                  </a:lnTo>
                  <a:lnTo>
                    <a:pt x="627983" y="1767675"/>
                  </a:lnTo>
                  <a:lnTo>
                    <a:pt x="583919" y="1748700"/>
                  </a:lnTo>
                  <a:lnTo>
                    <a:pt x="541020" y="1728175"/>
                  </a:lnTo>
                  <a:lnTo>
                    <a:pt x="499342" y="1706145"/>
                  </a:lnTo>
                  <a:lnTo>
                    <a:pt x="458937" y="1682654"/>
                  </a:lnTo>
                  <a:lnTo>
                    <a:pt x="419859" y="1657747"/>
                  </a:lnTo>
                  <a:lnTo>
                    <a:pt x="382163" y="1631469"/>
                  </a:lnTo>
                  <a:lnTo>
                    <a:pt x="345902" y="1603865"/>
                  </a:lnTo>
                  <a:lnTo>
                    <a:pt x="311130" y="1574979"/>
                  </a:lnTo>
                  <a:lnTo>
                    <a:pt x="277900" y="1544856"/>
                  </a:lnTo>
                  <a:lnTo>
                    <a:pt x="246268" y="1513540"/>
                  </a:lnTo>
                  <a:lnTo>
                    <a:pt x="216286" y="1481078"/>
                  </a:lnTo>
                  <a:lnTo>
                    <a:pt x="188008" y="1447512"/>
                  </a:lnTo>
                  <a:lnTo>
                    <a:pt x="161488" y="1412889"/>
                  </a:lnTo>
                  <a:lnTo>
                    <a:pt x="136781" y="1377252"/>
                  </a:lnTo>
                  <a:lnTo>
                    <a:pt x="113940" y="1340646"/>
                  </a:lnTo>
                  <a:lnTo>
                    <a:pt x="93018" y="1303117"/>
                  </a:lnTo>
                  <a:lnTo>
                    <a:pt x="74070" y="1264709"/>
                  </a:lnTo>
                  <a:lnTo>
                    <a:pt x="57149" y="1225466"/>
                  </a:lnTo>
                  <a:lnTo>
                    <a:pt x="42310" y="1185434"/>
                  </a:lnTo>
                  <a:lnTo>
                    <a:pt x="29606" y="1144657"/>
                  </a:lnTo>
                  <a:lnTo>
                    <a:pt x="19092" y="1103180"/>
                  </a:lnTo>
                  <a:lnTo>
                    <a:pt x="10820" y="1061047"/>
                  </a:lnTo>
                  <a:lnTo>
                    <a:pt x="4844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387345" y="276860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9228" y="2768600"/>
            <a:ext cx="1153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Non-Crash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/>
              <a:t>Extracting</a:t>
            </a:r>
            <a:r>
              <a:rPr dirty="0" spc="-80"/>
              <a:t> </a:t>
            </a:r>
            <a:r>
              <a:rPr dirty="0" spc="90"/>
              <a:t>Crashing</a:t>
            </a:r>
            <a:r>
              <a:rPr dirty="0" spc="-70"/>
              <a:t> </a:t>
            </a:r>
            <a:r>
              <a:rPr dirty="0" spc="145"/>
              <a:t>Condition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1196086"/>
            <a:ext cx="81514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Observe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difference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between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6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and</a:t>
            </a:r>
            <a:r>
              <a:rPr dirty="0" sz="2000" spc="80">
                <a:latin typeface="Tahoma"/>
                <a:cs typeface="Tahoma"/>
              </a:rPr>
              <a:t> non-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404354" y="2576322"/>
            <a:ext cx="940435" cy="518159"/>
          </a:xfrm>
          <a:custGeom>
            <a:avLst/>
            <a:gdLst/>
            <a:ahLst/>
            <a:cxnLst/>
            <a:rect l="l" t="t" r="r" b="b"/>
            <a:pathLst>
              <a:path w="940434" h="518160">
                <a:moveTo>
                  <a:pt x="940117" y="0"/>
                </a:moveTo>
                <a:lnTo>
                  <a:pt x="0" y="0"/>
                </a:lnTo>
                <a:lnTo>
                  <a:pt x="0" y="518160"/>
                </a:lnTo>
                <a:lnTo>
                  <a:pt x="940117" y="518160"/>
                </a:lnTo>
                <a:lnTo>
                  <a:pt x="94011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0x60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0x79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0x20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915160" y="3693032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777478" y="3886961"/>
            <a:ext cx="668020" cy="264160"/>
          </a:xfrm>
          <a:custGeom>
            <a:avLst/>
            <a:gdLst/>
            <a:ahLst/>
            <a:cxnLst/>
            <a:rect l="l" t="t" r="r" b="b"/>
            <a:pathLst>
              <a:path w="668020" h="264160">
                <a:moveTo>
                  <a:pt x="0" y="17652"/>
                </a:moveTo>
                <a:lnTo>
                  <a:pt x="0" y="7874"/>
                </a:lnTo>
                <a:lnTo>
                  <a:pt x="7874" y="0"/>
                </a:lnTo>
                <a:lnTo>
                  <a:pt x="17652" y="0"/>
                </a:lnTo>
                <a:lnTo>
                  <a:pt x="649858" y="0"/>
                </a:lnTo>
                <a:lnTo>
                  <a:pt x="659638" y="0"/>
                </a:lnTo>
                <a:lnTo>
                  <a:pt x="667512" y="7874"/>
                </a:lnTo>
                <a:lnTo>
                  <a:pt x="667512" y="17652"/>
                </a:lnTo>
                <a:lnTo>
                  <a:pt x="667512" y="245999"/>
                </a:lnTo>
                <a:lnTo>
                  <a:pt x="667512" y="255777"/>
                </a:lnTo>
                <a:lnTo>
                  <a:pt x="659638" y="263651"/>
                </a:lnTo>
                <a:lnTo>
                  <a:pt x="649858" y="263651"/>
                </a:lnTo>
                <a:lnTo>
                  <a:pt x="17652" y="263651"/>
                </a:lnTo>
                <a:lnTo>
                  <a:pt x="7874" y="263651"/>
                </a:lnTo>
                <a:lnTo>
                  <a:pt x="0" y="255777"/>
                </a:lnTo>
                <a:lnTo>
                  <a:pt x="0" y="245999"/>
                </a:lnTo>
                <a:lnTo>
                  <a:pt x="0" y="17652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559557" y="3615308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48280" y="408597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068573" y="3957904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777478" y="4627626"/>
            <a:ext cx="668020" cy="265430"/>
          </a:xfrm>
          <a:custGeom>
            <a:avLst/>
            <a:gdLst/>
            <a:ahLst/>
            <a:cxnLst/>
            <a:rect l="l" t="t" r="r" b="b"/>
            <a:pathLst>
              <a:path w="668020" h="265429">
                <a:moveTo>
                  <a:pt x="0" y="17780"/>
                </a:moveTo>
                <a:lnTo>
                  <a:pt x="0" y="8000"/>
                </a:lnTo>
                <a:lnTo>
                  <a:pt x="8000" y="0"/>
                </a:lnTo>
                <a:lnTo>
                  <a:pt x="17779" y="0"/>
                </a:lnTo>
                <a:lnTo>
                  <a:pt x="649731" y="0"/>
                </a:lnTo>
                <a:lnTo>
                  <a:pt x="659511" y="0"/>
                </a:lnTo>
                <a:lnTo>
                  <a:pt x="667512" y="8000"/>
                </a:lnTo>
                <a:lnTo>
                  <a:pt x="667512" y="17780"/>
                </a:lnTo>
                <a:lnTo>
                  <a:pt x="667512" y="247396"/>
                </a:lnTo>
                <a:lnTo>
                  <a:pt x="667512" y="257175"/>
                </a:lnTo>
                <a:lnTo>
                  <a:pt x="659511" y="265175"/>
                </a:lnTo>
                <a:lnTo>
                  <a:pt x="649731" y="265175"/>
                </a:lnTo>
                <a:lnTo>
                  <a:pt x="17779" y="265175"/>
                </a:lnTo>
                <a:lnTo>
                  <a:pt x="8000" y="265175"/>
                </a:lnTo>
                <a:lnTo>
                  <a:pt x="0" y="257175"/>
                </a:lnTo>
                <a:lnTo>
                  <a:pt x="0" y="247396"/>
                </a:lnTo>
                <a:lnTo>
                  <a:pt x="0" y="1778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791193" y="4996434"/>
            <a:ext cx="669290" cy="265430"/>
          </a:xfrm>
          <a:custGeom>
            <a:avLst/>
            <a:gdLst/>
            <a:ahLst/>
            <a:cxnLst/>
            <a:rect l="l" t="t" r="r" b="b"/>
            <a:pathLst>
              <a:path w="669290" h="265429">
                <a:moveTo>
                  <a:pt x="0" y="17780"/>
                </a:moveTo>
                <a:lnTo>
                  <a:pt x="0" y="8001"/>
                </a:lnTo>
                <a:lnTo>
                  <a:pt x="8000" y="0"/>
                </a:lnTo>
                <a:lnTo>
                  <a:pt x="17779" y="0"/>
                </a:lnTo>
                <a:lnTo>
                  <a:pt x="651255" y="0"/>
                </a:lnTo>
                <a:lnTo>
                  <a:pt x="661034" y="0"/>
                </a:lnTo>
                <a:lnTo>
                  <a:pt x="669035" y="8001"/>
                </a:lnTo>
                <a:lnTo>
                  <a:pt x="669035" y="17780"/>
                </a:lnTo>
                <a:lnTo>
                  <a:pt x="669035" y="247396"/>
                </a:lnTo>
                <a:lnTo>
                  <a:pt x="669035" y="257175"/>
                </a:lnTo>
                <a:lnTo>
                  <a:pt x="661034" y="265176"/>
                </a:lnTo>
                <a:lnTo>
                  <a:pt x="651255" y="265176"/>
                </a:lnTo>
                <a:lnTo>
                  <a:pt x="17779" y="265176"/>
                </a:lnTo>
                <a:lnTo>
                  <a:pt x="8000" y="265176"/>
                </a:lnTo>
                <a:lnTo>
                  <a:pt x="0" y="257175"/>
                </a:lnTo>
                <a:lnTo>
                  <a:pt x="0" y="247396"/>
                </a:lnTo>
                <a:lnTo>
                  <a:pt x="0" y="1778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777478" y="3150870"/>
            <a:ext cx="668020" cy="264160"/>
          </a:xfrm>
          <a:custGeom>
            <a:avLst/>
            <a:gdLst/>
            <a:ahLst/>
            <a:cxnLst/>
            <a:rect l="l" t="t" r="r" b="b"/>
            <a:pathLst>
              <a:path w="668020" h="264160">
                <a:moveTo>
                  <a:pt x="0" y="17652"/>
                </a:moveTo>
                <a:lnTo>
                  <a:pt x="0" y="7874"/>
                </a:lnTo>
                <a:lnTo>
                  <a:pt x="7874" y="0"/>
                </a:lnTo>
                <a:lnTo>
                  <a:pt x="17652" y="0"/>
                </a:lnTo>
                <a:lnTo>
                  <a:pt x="649858" y="0"/>
                </a:lnTo>
                <a:lnTo>
                  <a:pt x="659638" y="0"/>
                </a:lnTo>
                <a:lnTo>
                  <a:pt x="667512" y="7874"/>
                </a:lnTo>
                <a:lnTo>
                  <a:pt x="667512" y="17652"/>
                </a:lnTo>
                <a:lnTo>
                  <a:pt x="667512" y="245999"/>
                </a:lnTo>
                <a:lnTo>
                  <a:pt x="667512" y="255777"/>
                </a:lnTo>
                <a:lnTo>
                  <a:pt x="659638" y="263651"/>
                </a:lnTo>
                <a:lnTo>
                  <a:pt x="649858" y="263651"/>
                </a:lnTo>
                <a:lnTo>
                  <a:pt x="17652" y="263651"/>
                </a:lnTo>
                <a:lnTo>
                  <a:pt x="7874" y="263651"/>
                </a:lnTo>
                <a:lnTo>
                  <a:pt x="0" y="255777"/>
                </a:lnTo>
                <a:lnTo>
                  <a:pt x="0" y="245999"/>
                </a:lnTo>
                <a:lnTo>
                  <a:pt x="0" y="17652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3601465" y="2165682"/>
            <a:ext cx="4874895" cy="1169670"/>
            <a:chOff x="3601465" y="2165682"/>
            <a:chExt cx="4874895" cy="1169670"/>
          </a:xfrm>
        </p:grpSpPr>
        <p:sp>
          <p:nvSpPr>
            <p:cNvPr id="24" name="object 24"/>
            <p:cNvSpPr/>
            <p:nvPr/>
          </p:nvSpPr>
          <p:spPr>
            <a:xfrm>
              <a:off x="3610990" y="2175207"/>
              <a:ext cx="4855845" cy="1150620"/>
            </a:xfrm>
            <a:custGeom>
              <a:avLst/>
              <a:gdLst/>
              <a:ahLst/>
              <a:cxnLst/>
              <a:rect l="l" t="t" r="r" b="b"/>
              <a:pathLst>
                <a:path w="4855845" h="1150620">
                  <a:moveTo>
                    <a:pt x="2576659" y="106"/>
                  </a:moveTo>
                  <a:lnTo>
                    <a:pt x="2524552" y="0"/>
                  </a:lnTo>
                  <a:lnTo>
                    <a:pt x="2472401" y="441"/>
                  </a:lnTo>
                  <a:lnTo>
                    <a:pt x="2420220" y="1432"/>
                  </a:lnTo>
                  <a:lnTo>
                    <a:pt x="2368024" y="2974"/>
                  </a:lnTo>
                  <a:lnTo>
                    <a:pt x="2315830" y="5071"/>
                  </a:lnTo>
                  <a:lnTo>
                    <a:pt x="2263650" y="7723"/>
                  </a:lnTo>
                  <a:lnTo>
                    <a:pt x="2211501" y="10933"/>
                  </a:lnTo>
                  <a:lnTo>
                    <a:pt x="2159396" y="14703"/>
                  </a:lnTo>
                  <a:lnTo>
                    <a:pt x="2107352" y="19034"/>
                  </a:lnTo>
                  <a:lnTo>
                    <a:pt x="2055383" y="23929"/>
                  </a:lnTo>
                  <a:lnTo>
                    <a:pt x="2003503" y="29390"/>
                  </a:lnTo>
                  <a:lnTo>
                    <a:pt x="1951728" y="35419"/>
                  </a:lnTo>
                  <a:lnTo>
                    <a:pt x="1900073" y="42018"/>
                  </a:lnTo>
                  <a:lnTo>
                    <a:pt x="1848552" y="49188"/>
                  </a:lnTo>
                  <a:lnTo>
                    <a:pt x="1797181" y="56932"/>
                  </a:lnTo>
                  <a:lnTo>
                    <a:pt x="1745974" y="65252"/>
                  </a:lnTo>
                  <a:lnTo>
                    <a:pt x="1694946" y="74150"/>
                  </a:lnTo>
                  <a:lnTo>
                    <a:pt x="1644113" y="83628"/>
                  </a:lnTo>
                  <a:lnTo>
                    <a:pt x="1593488" y="93688"/>
                  </a:lnTo>
                  <a:lnTo>
                    <a:pt x="1543087" y="104331"/>
                  </a:lnTo>
                  <a:lnTo>
                    <a:pt x="1492925" y="115561"/>
                  </a:lnTo>
                  <a:lnTo>
                    <a:pt x="1443017" y="127378"/>
                  </a:lnTo>
                  <a:lnTo>
                    <a:pt x="1393378" y="139785"/>
                  </a:lnTo>
                  <a:lnTo>
                    <a:pt x="1344022" y="152785"/>
                  </a:lnTo>
                  <a:lnTo>
                    <a:pt x="1294964" y="166378"/>
                  </a:lnTo>
                  <a:lnTo>
                    <a:pt x="1246220" y="180567"/>
                  </a:lnTo>
                  <a:lnTo>
                    <a:pt x="1197803" y="195354"/>
                  </a:lnTo>
                  <a:lnTo>
                    <a:pt x="1149731" y="210741"/>
                  </a:lnTo>
                  <a:lnTo>
                    <a:pt x="1096069" y="228786"/>
                  </a:lnTo>
                  <a:lnTo>
                    <a:pt x="1043262" y="247483"/>
                  </a:lnTo>
                  <a:lnTo>
                    <a:pt x="991327" y="266822"/>
                  </a:lnTo>
                  <a:lnTo>
                    <a:pt x="940284" y="286794"/>
                  </a:lnTo>
                  <a:lnTo>
                    <a:pt x="890150" y="307388"/>
                  </a:lnTo>
                  <a:lnTo>
                    <a:pt x="840944" y="328596"/>
                  </a:lnTo>
                  <a:lnTo>
                    <a:pt x="792685" y="350407"/>
                  </a:lnTo>
                  <a:lnTo>
                    <a:pt x="745389" y="372813"/>
                  </a:lnTo>
                  <a:lnTo>
                    <a:pt x="699076" y="395804"/>
                  </a:lnTo>
                  <a:lnTo>
                    <a:pt x="653764" y="419370"/>
                  </a:lnTo>
                  <a:lnTo>
                    <a:pt x="609471" y="443502"/>
                  </a:lnTo>
                  <a:lnTo>
                    <a:pt x="566215" y="468190"/>
                  </a:lnTo>
                  <a:lnTo>
                    <a:pt x="524016" y="493425"/>
                  </a:lnTo>
                  <a:lnTo>
                    <a:pt x="482890" y="519197"/>
                  </a:lnTo>
                  <a:lnTo>
                    <a:pt x="442856" y="545497"/>
                  </a:lnTo>
                  <a:lnTo>
                    <a:pt x="403934" y="572315"/>
                  </a:lnTo>
                  <a:lnTo>
                    <a:pt x="366140" y="599642"/>
                  </a:lnTo>
                  <a:lnTo>
                    <a:pt x="329493" y="627467"/>
                  </a:lnTo>
                  <a:lnTo>
                    <a:pt x="294012" y="655783"/>
                  </a:lnTo>
                  <a:lnTo>
                    <a:pt x="259714" y="684578"/>
                  </a:lnTo>
                  <a:lnTo>
                    <a:pt x="147574" y="670608"/>
                  </a:lnTo>
                  <a:lnTo>
                    <a:pt x="0" y="1150033"/>
                  </a:lnTo>
                  <a:lnTo>
                    <a:pt x="597916" y="726869"/>
                  </a:lnTo>
                  <a:lnTo>
                    <a:pt x="490347" y="713407"/>
                  </a:lnTo>
                  <a:lnTo>
                    <a:pt x="523289" y="690420"/>
                  </a:lnTo>
                  <a:lnTo>
                    <a:pt x="557030" y="667912"/>
                  </a:lnTo>
                  <a:lnTo>
                    <a:pt x="591553" y="645885"/>
                  </a:lnTo>
                  <a:lnTo>
                    <a:pt x="626840" y="624340"/>
                  </a:lnTo>
                  <a:lnTo>
                    <a:pt x="662874" y="603277"/>
                  </a:lnTo>
                  <a:lnTo>
                    <a:pt x="699638" y="582700"/>
                  </a:lnTo>
                  <a:lnTo>
                    <a:pt x="737115" y="562609"/>
                  </a:lnTo>
                  <a:lnTo>
                    <a:pt x="775287" y="543005"/>
                  </a:lnTo>
                  <a:lnTo>
                    <a:pt x="814137" y="523891"/>
                  </a:lnTo>
                  <a:lnTo>
                    <a:pt x="853649" y="505267"/>
                  </a:lnTo>
                  <a:lnTo>
                    <a:pt x="893804" y="487135"/>
                  </a:lnTo>
                  <a:lnTo>
                    <a:pt x="934586" y="469497"/>
                  </a:lnTo>
                  <a:lnTo>
                    <a:pt x="975978" y="452354"/>
                  </a:lnTo>
                  <a:lnTo>
                    <a:pt x="1017962" y="435707"/>
                  </a:lnTo>
                  <a:lnTo>
                    <a:pt x="1060521" y="419557"/>
                  </a:lnTo>
                  <a:lnTo>
                    <a:pt x="1103637" y="403908"/>
                  </a:lnTo>
                  <a:lnTo>
                    <a:pt x="1147295" y="388758"/>
                  </a:lnTo>
                  <a:lnTo>
                    <a:pt x="1191476" y="374111"/>
                  </a:lnTo>
                  <a:lnTo>
                    <a:pt x="1236163" y="359968"/>
                  </a:lnTo>
                  <a:lnTo>
                    <a:pt x="1281339" y="346330"/>
                  </a:lnTo>
                  <a:lnTo>
                    <a:pt x="1326987" y="333198"/>
                  </a:lnTo>
                  <a:lnTo>
                    <a:pt x="1373089" y="320574"/>
                  </a:lnTo>
                  <a:lnTo>
                    <a:pt x="1419629" y="308460"/>
                  </a:lnTo>
                  <a:lnTo>
                    <a:pt x="1466589" y="296856"/>
                  </a:lnTo>
                  <a:lnTo>
                    <a:pt x="1513952" y="285765"/>
                  </a:lnTo>
                  <a:lnTo>
                    <a:pt x="1561701" y="275188"/>
                  </a:lnTo>
                  <a:lnTo>
                    <a:pt x="1609819" y="265126"/>
                  </a:lnTo>
                  <a:lnTo>
                    <a:pt x="1658288" y="255580"/>
                  </a:lnTo>
                  <a:lnTo>
                    <a:pt x="1707091" y="246553"/>
                  </a:lnTo>
                  <a:lnTo>
                    <a:pt x="1756211" y="238045"/>
                  </a:lnTo>
                  <a:lnTo>
                    <a:pt x="1805631" y="230058"/>
                  </a:lnTo>
                  <a:lnTo>
                    <a:pt x="1855334" y="222594"/>
                  </a:lnTo>
                  <a:lnTo>
                    <a:pt x="1905302" y="215654"/>
                  </a:lnTo>
                  <a:lnTo>
                    <a:pt x="1955518" y="209239"/>
                  </a:lnTo>
                  <a:lnTo>
                    <a:pt x="2005965" y="203351"/>
                  </a:lnTo>
                  <a:lnTo>
                    <a:pt x="2056626" y="197991"/>
                  </a:lnTo>
                  <a:lnTo>
                    <a:pt x="2107483" y="193161"/>
                  </a:lnTo>
                  <a:lnTo>
                    <a:pt x="2158520" y="188862"/>
                  </a:lnTo>
                  <a:lnTo>
                    <a:pt x="2209719" y="185096"/>
                  </a:lnTo>
                  <a:lnTo>
                    <a:pt x="2261063" y="181864"/>
                  </a:lnTo>
                  <a:lnTo>
                    <a:pt x="2312535" y="179167"/>
                  </a:lnTo>
                  <a:lnTo>
                    <a:pt x="2364117" y="177007"/>
                  </a:lnTo>
                  <a:lnTo>
                    <a:pt x="2415792" y="175386"/>
                  </a:lnTo>
                  <a:lnTo>
                    <a:pt x="2467544" y="174305"/>
                  </a:lnTo>
                  <a:lnTo>
                    <a:pt x="2519354" y="173765"/>
                  </a:lnTo>
                  <a:lnTo>
                    <a:pt x="2571207" y="173768"/>
                  </a:lnTo>
                  <a:lnTo>
                    <a:pt x="2623083" y="174315"/>
                  </a:lnTo>
                  <a:lnTo>
                    <a:pt x="2674968" y="175407"/>
                  </a:lnTo>
                  <a:lnTo>
                    <a:pt x="2726842" y="177047"/>
                  </a:lnTo>
                  <a:lnTo>
                    <a:pt x="2778689" y="179236"/>
                  </a:lnTo>
                  <a:lnTo>
                    <a:pt x="2830492" y="181974"/>
                  </a:lnTo>
                  <a:lnTo>
                    <a:pt x="2882233" y="185264"/>
                  </a:lnTo>
                  <a:lnTo>
                    <a:pt x="2933896" y="189107"/>
                  </a:lnTo>
                  <a:lnTo>
                    <a:pt x="2985462" y="193504"/>
                  </a:lnTo>
                  <a:lnTo>
                    <a:pt x="3036916" y="198457"/>
                  </a:lnTo>
                  <a:lnTo>
                    <a:pt x="3088239" y="203968"/>
                  </a:lnTo>
                  <a:lnTo>
                    <a:pt x="3139415" y="210037"/>
                  </a:lnTo>
                  <a:lnTo>
                    <a:pt x="3190426" y="216667"/>
                  </a:lnTo>
                  <a:lnTo>
                    <a:pt x="3241255" y="223858"/>
                  </a:lnTo>
                  <a:lnTo>
                    <a:pt x="3291885" y="231612"/>
                  </a:lnTo>
                  <a:lnTo>
                    <a:pt x="3342299" y="239930"/>
                  </a:lnTo>
                  <a:lnTo>
                    <a:pt x="3392479" y="248815"/>
                  </a:lnTo>
                  <a:lnTo>
                    <a:pt x="3442408" y="258267"/>
                  </a:lnTo>
                  <a:lnTo>
                    <a:pt x="3492070" y="268288"/>
                  </a:lnTo>
                  <a:lnTo>
                    <a:pt x="3541446" y="278879"/>
                  </a:lnTo>
                  <a:lnTo>
                    <a:pt x="3590520" y="290043"/>
                  </a:lnTo>
                  <a:lnTo>
                    <a:pt x="3639274" y="301779"/>
                  </a:lnTo>
                  <a:lnTo>
                    <a:pt x="3687692" y="314090"/>
                  </a:lnTo>
                  <a:lnTo>
                    <a:pt x="3735755" y="326977"/>
                  </a:lnTo>
                  <a:lnTo>
                    <a:pt x="3783447" y="340442"/>
                  </a:lnTo>
                  <a:lnTo>
                    <a:pt x="3830751" y="354486"/>
                  </a:lnTo>
                  <a:lnTo>
                    <a:pt x="3877650" y="369110"/>
                  </a:lnTo>
                  <a:lnTo>
                    <a:pt x="3924125" y="384317"/>
                  </a:lnTo>
                  <a:lnTo>
                    <a:pt x="3970161" y="400106"/>
                  </a:lnTo>
                  <a:lnTo>
                    <a:pt x="4015740" y="416481"/>
                  </a:lnTo>
                  <a:lnTo>
                    <a:pt x="4067325" y="435958"/>
                  </a:lnTo>
                  <a:lnTo>
                    <a:pt x="4117877" y="456076"/>
                  </a:lnTo>
                  <a:lnTo>
                    <a:pt x="4167374" y="476825"/>
                  </a:lnTo>
                  <a:lnTo>
                    <a:pt x="4215796" y="498194"/>
                  </a:lnTo>
                  <a:lnTo>
                    <a:pt x="4263121" y="520169"/>
                  </a:lnTo>
                  <a:lnTo>
                    <a:pt x="4309329" y="542741"/>
                  </a:lnTo>
                  <a:lnTo>
                    <a:pt x="4354398" y="565898"/>
                  </a:lnTo>
                  <a:lnTo>
                    <a:pt x="4398307" y="589627"/>
                  </a:lnTo>
                  <a:lnTo>
                    <a:pt x="4441036" y="613918"/>
                  </a:lnTo>
                  <a:lnTo>
                    <a:pt x="4482563" y="638759"/>
                  </a:lnTo>
                  <a:lnTo>
                    <a:pt x="4522868" y="664139"/>
                  </a:lnTo>
                  <a:lnTo>
                    <a:pt x="4561929" y="690045"/>
                  </a:lnTo>
                  <a:lnTo>
                    <a:pt x="4599725" y="716467"/>
                  </a:lnTo>
                  <a:lnTo>
                    <a:pt x="4636236" y="743393"/>
                  </a:lnTo>
                  <a:lnTo>
                    <a:pt x="4671441" y="770811"/>
                  </a:lnTo>
                  <a:lnTo>
                    <a:pt x="4855591" y="710486"/>
                  </a:lnTo>
                  <a:lnTo>
                    <a:pt x="4826320" y="684670"/>
                  </a:lnTo>
                  <a:lnTo>
                    <a:pt x="4796230" y="659298"/>
                  </a:lnTo>
                  <a:lnTo>
                    <a:pt x="4765336" y="634370"/>
                  </a:lnTo>
                  <a:lnTo>
                    <a:pt x="4733653" y="609890"/>
                  </a:lnTo>
                  <a:lnTo>
                    <a:pt x="4701196" y="585859"/>
                  </a:lnTo>
                  <a:lnTo>
                    <a:pt x="4667978" y="562279"/>
                  </a:lnTo>
                  <a:lnTo>
                    <a:pt x="4634017" y="539152"/>
                  </a:lnTo>
                  <a:lnTo>
                    <a:pt x="4599325" y="516481"/>
                  </a:lnTo>
                  <a:lnTo>
                    <a:pt x="4563919" y="494267"/>
                  </a:lnTo>
                  <a:lnTo>
                    <a:pt x="4527812" y="472512"/>
                  </a:lnTo>
                  <a:lnTo>
                    <a:pt x="4491021" y="451218"/>
                  </a:lnTo>
                  <a:lnTo>
                    <a:pt x="4453560" y="430387"/>
                  </a:lnTo>
                  <a:lnTo>
                    <a:pt x="4415443" y="410022"/>
                  </a:lnTo>
                  <a:lnTo>
                    <a:pt x="4376686" y="390124"/>
                  </a:lnTo>
                  <a:lnTo>
                    <a:pt x="4337304" y="370695"/>
                  </a:lnTo>
                  <a:lnTo>
                    <a:pt x="4297311" y="351737"/>
                  </a:lnTo>
                  <a:lnTo>
                    <a:pt x="4256722" y="333253"/>
                  </a:lnTo>
                  <a:lnTo>
                    <a:pt x="4215553" y="315244"/>
                  </a:lnTo>
                  <a:lnTo>
                    <a:pt x="4173818" y="297713"/>
                  </a:lnTo>
                  <a:lnTo>
                    <a:pt x="4131532" y="280660"/>
                  </a:lnTo>
                  <a:lnTo>
                    <a:pt x="4088710" y="264090"/>
                  </a:lnTo>
                  <a:lnTo>
                    <a:pt x="4045367" y="248002"/>
                  </a:lnTo>
                  <a:lnTo>
                    <a:pt x="4001517" y="232400"/>
                  </a:lnTo>
                  <a:lnTo>
                    <a:pt x="3957176" y="217285"/>
                  </a:lnTo>
                  <a:lnTo>
                    <a:pt x="3912359" y="202659"/>
                  </a:lnTo>
                  <a:lnTo>
                    <a:pt x="3867081" y="188525"/>
                  </a:lnTo>
                  <a:lnTo>
                    <a:pt x="3821356" y="174885"/>
                  </a:lnTo>
                  <a:lnTo>
                    <a:pt x="3775199" y="161740"/>
                  </a:lnTo>
                  <a:lnTo>
                    <a:pt x="3728625" y="149092"/>
                  </a:lnTo>
                  <a:lnTo>
                    <a:pt x="3681649" y="136943"/>
                  </a:lnTo>
                  <a:lnTo>
                    <a:pt x="3634286" y="125296"/>
                  </a:lnTo>
                  <a:lnTo>
                    <a:pt x="3586552" y="114153"/>
                  </a:lnTo>
                  <a:lnTo>
                    <a:pt x="3538460" y="103515"/>
                  </a:lnTo>
                  <a:lnTo>
                    <a:pt x="3490025" y="93384"/>
                  </a:lnTo>
                  <a:lnTo>
                    <a:pt x="3441264" y="83763"/>
                  </a:lnTo>
                  <a:lnTo>
                    <a:pt x="3392189" y="74654"/>
                  </a:lnTo>
                  <a:lnTo>
                    <a:pt x="3342817" y="66058"/>
                  </a:lnTo>
                  <a:lnTo>
                    <a:pt x="3293163" y="57977"/>
                  </a:lnTo>
                  <a:lnTo>
                    <a:pt x="3243241" y="50414"/>
                  </a:lnTo>
                  <a:lnTo>
                    <a:pt x="3193065" y="43371"/>
                  </a:lnTo>
                  <a:lnTo>
                    <a:pt x="3142652" y="36849"/>
                  </a:lnTo>
                  <a:lnTo>
                    <a:pt x="3092016" y="30851"/>
                  </a:lnTo>
                  <a:lnTo>
                    <a:pt x="3041171" y="25378"/>
                  </a:lnTo>
                  <a:lnTo>
                    <a:pt x="2990133" y="20433"/>
                  </a:lnTo>
                  <a:lnTo>
                    <a:pt x="2938917" y="16017"/>
                  </a:lnTo>
                  <a:lnTo>
                    <a:pt x="2887537" y="12133"/>
                  </a:lnTo>
                  <a:lnTo>
                    <a:pt x="2836009" y="8783"/>
                  </a:lnTo>
                  <a:lnTo>
                    <a:pt x="2784346" y="5968"/>
                  </a:lnTo>
                  <a:lnTo>
                    <a:pt x="2732566" y="3691"/>
                  </a:lnTo>
                  <a:lnTo>
                    <a:pt x="2680681" y="1954"/>
                  </a:lnTo>
                  <a:lnTo>
                    <a:pt x="2628707" y="758"/>
                  </a:lnTo>
                  <a:lnTo>
                    <a:pt x="2576659" y="106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610990" y="2175207"/>
              <a:ext cx="4855845" cy="1150620"/>
            </a:xfrm>
            <a:custGeom>
              <a:avLst/>
              <a:gdLst/>
              <a:ahLst/>
              <a:cxnLst/>
              <a:rect l="l" t="t" r="r" b="b"/>
              <a:pathLst>
                <a:path w="4855845" h="1150620">
                  <a:moveTo>
                    <a:pt x="4855591" y="710486"/>
                  </a:moveTo>
                  <a:lnTo>
                    <a:pt x="4826320" y="684670"/>
                  </a:lnTo>
                  <a:lnTo>
                    <a:pt x="4796230" y="659298"/>
                  </a:lnTo>
                  <a:lnTo>
                    <a:pt x="4765336" y="634370"/>
                  </a:lnTo>
                  <a:lnTo>
                    <a:pt x="4733653" y="609890"/>
                  </a:lnTo>
                  <a:lnTo>
                    <a:pt x="4701196" y="585859"/>
                  </a:lnTo>
                  <a:lnTo>
                    <a:pt x="4667978" y="562279"/>
                  </a:lnTo>
                  <a:lnTo>
                    <a:pt x="4634017" y="539152"/>
                  </a:lnTo>
                  <a:lnTo>
                    <a:pt x="4599325" y="516481"/>
                  </a:lnTo>
                  <a:lnTo>
                    <a:pt x="4563919" y="494267"/>
                  </a:lnTo>
                  <a:lnTo>
                    <a:pt x="4527812" y="472512"/>
                  </a:lnTo>
                  <a:lnTo>
                    <a:pt x="4491021" y="451218"/>
                  </a:lnTo>
                  <a:lnTo>
                    <a:pt x="4453560" y="430387"/>
                  </a:lnTo>
                  <a:lnTo>
                    <a:pt x="4415443" y="410022"/>
                  </a:lnTo>
                  <a:lnTo>
                    <a:pt x="4376686" y="390124"/>
                  </a:lnTo>
                  <a:lnTo>
                    <a:pt x="4337304" y="370695"/>
                  </a:lnTo>
                  <a:lnTo>
                    <a:pt x="4297311" y="351737"/>
                  </a:lnTo>
                  <a:lnTo>
                    <a:pt x="4256722" y="333253"/>
                  </a:lnTo>
                  <a:lnTo>
                    <a:pt x="4215553" y="315244"/>
                  </a:lnTo>
                  <a:lnTo>
                    <a:pt x="4173818" y="297713"/>
                  </a:lnTo>
                  <a:lnTo>
                    <a:pt x="4131532" y="280660"/>
                  </a:lnTo>
                  <a:lnTo>
                    <a:pt x="4088710" y="264090"/>
                  </a:lnTo>
                  <a:lnTo>
                    <a:pt x="4045367" y="248002"/>
                  </a:lnTo>
                  <a:lnTo>
                    <a:pt x="4001517" y="232400"/>
                  </a:lnTo>
                  <a:lnTo>
                    <a:pt x="3957176" y="217285"/>
                  </a:lnTo>
                  <a:lnTo>
                    <a:pt x="3912359" y="202659"/>
                  </a:lnTo>
                  <a:lnTo>
                    <a:pt x="3867081" y="188525"/>
                  </a:lnTo>
                  <a:lnTo>
                    <a:pt x="3821356" y="174885"/>
                  </a:lnTo>
                  <a:lnTo>
                    <a:pt x="3775199" y="161740"/>
                  </a:lnTo>
                  <a:lnTo>
                    <a:pt x="3728625" y="149092"/>
                  </a:lnTo>
                  <a:lnTo>
                    <a:pt x="3681649" y="136943"/>
                  </a:lnTo>
                  <a:lnTo>
                    <a:pt x="3634286" y="125296"/>
                  </a:lnTo>
                  <a:lnTo>
                    <a:pt x="3586552" y="114153"/>
                  </a:lnTo>
                  <a:lnTo>
                    <a:pt x="3538460" y="103515"/>
                  </a:lnTo>
                  <a:lnTo>
                    <a:pt x="3490025" y="93384"/>
                  </a:lnTo>
                  <a:lnTo>
                    <a:pt x="3441264" y="83763"/>
                  </a:lnTo>
                  <a:lnTo>
                    <a:pt x="3392189" y="74654"/>
                  </a:lnTo>
                  <a:lnTo>
                    <a:pt x="3342817" y="66058"/>
                  </a:lnTo>
                  <a:lnTo>
                    <a:pt x="3293163" y="57977"/>
                  </a:lnTo>
                  <a:lnTo>
                    <a:pt x="3243241" y="50414"/>
                  </a:lnTo>
                  <a:lnTo>
                    <a:pt x="3193065" y="43371"/>
                  </a:lnTo>
                  <a:lnTo>
                    <a:pt x="3142652" y="36849"/>
                  </a:lnTo>
                  <a:lnTo>
                    <a:pt x="3092016" y="30851"/>
                  </a:lnTo>
                  <a:lnTo>
                    <a:pt x="3041171" y="25378"/>
                  </a:lnTo>
                  <a:lnTo>
                    <a:pt x="2990133" y="20433"/>
                  </a:lnTo>
                  <a:lnTo>
                    <a:pt x="2938917" y="16017"/>
                  </a:lnTo>
                  <a:lnTo>
                    <a:pt x="2887537" y="12133"/>
                  </a:lnTo>
                  <a:lnTo>
                    <a:pt x="2836009" y="8783"/>
                  </a:lnTo>
                  <a:lnTo>
                    <a:pt x="2784346" y="5968"/>
                  </a:lnTo>
                  <a:lnTo>
                    <a:pt x="2732566" y="3691"/>
                  </a:lnTo>
                  <a:lnTo>
                    <a:pt x="2680681" y="1954"/>
                  </a:lnTo>
                  <a:lnTo>
                    <a:pt x="2628707" y="758"/>
                  </a:lnTo>
                  <a:lnTo>
                    <a:pt x="2576659" y="106"/>
                  </a:lnTo>
                  <a:lnTo>
                    <a:pt x="2524552" y="0"/>
                  </a:lnTo>
                  <a:lnTo>
                    <a:pt x="2472401" y="441"/>
                  </a:lnTo>
                  <a:lnTo>
                    <a:pt x="2420220" y="1432"/>
                  </a:lnTo>
                  <a:lnTo>
                    <a:pt x="2368024" y="2974"/>
                  </a:lnTo>
                  <a:lnTo>
                    <a:pt x="2315830" y="5071"/>
                  </a:lnTo>
                  <a:lnTo>
                    <a:pt x="2263650" y="7723"/>
                  </a:lnTo>
                  <a:lnTo>
                    <a:pt x="2211501" y="10933"/>
                  </a:lnTo>
                  <a:lnTo>
                    <a:pt x="2159396" y="14703"/>
                  </a:lnTo>
                  <a:lnTo>
                    <a:pt x="2107352" y="19034"/>
                  </a:lnTo>
                  <a:lnTo>
                    <a:pt x="2055383" y="23929"/>
                  </a:lnTo>
                  <a:lnTo>
                    <a:pt x="2003503" y="29390"/>
                  </a:lnTo>
                  <a:lnTo>
                    <a:pt x="1951728" y="35419"/>
                  </a:lnTo>
                  <a:lnTo>
                    <a:pt x="1900073" y="42018"/>
                  </a:lnTo>
                  <a:lnTo>
                    <a:pt x="1848552" y="49188"/>
                  </a:lnTo>
                  <a:lnTo>
                    <a:pt x="1797181" y="56932"/>
                  </a:lnTo>
                  <a:lnTo>
                    <a:pt x="1745974" y="65252"/>
                  </a:lnTo>
                  <a:lnTo>
                    <a:pt x="1694946" y="74150"/>
                  </a:lnTo>
                  <a:lnTo>
                    <a:pt x="1644113" y="83628"/>
                  </a:lnTo>
                  <a:lnTo>
                    <a:pt x="1593488" y="93688"/>
                  </a:lnTo>
                  <a:lnTo>
                    <a:pt x="1543087" y="104331"/>
                  </a:lnTo>
                  <a:lnTo>
                    <a:pt x="1492925" y="115561"/>
                  </a:lnTo>
                  <a:lnTo>
                    <a:pt x="1443017" y="127378"/>
                  </a:lnTo>
                  <a:lnTo>
                    <a:pt x="1393378" y="139785"/>
                  </a:lnTo>
                  <a:lnTo>
                    <a:pt x="1344022" y="152785"/>
                  </a:lnTo>
                  <a:lnTo>
                    <a:pt x="1294964" y="166378"/>
                  </a:lnTo>
                  <a:lnTo>
                    <a:pt x="1246220" y="180567"/>
                  </a:lnTo>
                  <a:lnTo>
                    <a:pt x="1197803" y="195354"/>
                  </a:lnTo>
                  <a:lnTo>
                    <a:pt x="1149731" y="210741"/>
                  </a:lnTo>
                  <a:lnTo>
                    <a:pt x="1096069" y="228786"/>
                  </a:lnTo>
                  <a:lnTo>
                    <a:pt x="1043262" y="247483"/>
                  </a:lnTo>
                  <a:lnTo>
                    <a:pt x="991327" y="266822"/>
                  </a:lnTo>
                  <a:lnTo>
                    <a:pt x="940284" y="286794"/>
                  </a:lnTo>
                  <a:lnTo>
                    <a:pt x="890150" y="307388"/>
                  </a:lnTo>
                  <a:lnTo>
                    <a:pt x="840944" y="328596"/>
                  </a:lnTo>
                  <a:lnTo>
                    <a:pt x="792685" y="350407"/>
                  </a:lnTo>
                  <a:lnTo>
                    <a:pt x="745389" y="372813"/>
                  </a:lnTo>
                  <a:lnTo>
                    <a:pt x="699076" y="395804"/>
                  </a:lnTo>
                  <a:lnTo>
                    <a:pt x="653764" y="419370"/>
                  </a:lnTo>
                  <a:lnTo>
                    <a:pt x="609471" y="443502"/>
                  </a:lnTo>
                  <a:lnTo>
                    <a:pt x="566215" y="468190"/>
                  </a:lnTo>
                  <a:lnTo>
                    <a:pt x="524016" y="493425"/>
                  </a:lnTo>
                  <a:lnTo>
                    <a:pt x="482890" y="519197"/>
                  </a:lnTo>
                  <a:lnTo>
                    <a:pt x="442856" y="545497"/>
                  </a:lnTo>
                  <a:lnTo>
                    <a:pt x="403934" y="572315"/>
                  </a:lnTo>
                  <a:lnTo>
                    <a:pt x="366140" y="599642"/>
                  </a:lnTo>
                  <a:lnTo>
                    <a:pt x="329493" y="627467"/>
                  </a:lnTo>
                  <a:lnTo>
                    <a:pt x="294012" y="655783"/>
                  </a:lnTo>
                  <a:lnTo>
                    <a:pt x="259714" y="684578"/>
                  </a:lnTo>
                  <a:lnTo>
                    <a:pt x="147574" y="670608"/>
                  </a:lnTo>
                  <a:lnTo>
                    <a:pt x="0" y="1150033"/>
                  </a:lnTo>
                  <a:lnTo>
                    <a:pt x="597916" y="726869"/>
                  </a:lnTo>
                  <a:lnTo>
                    <a:pt x="490347" y="713407"/>
                  </a:lnTo>
                  <a:lnTo>
                    <a:pt x="523289" y="690420"/>
                  </a:lnTo>
                  <a:lnTo>
                    <a:pt x="557030" y="667912"/>
                  </a:lnTo>
                  <a:lnTo>
                    <a:pt x="591553" y="645885"/>
                  </a:lnTo>
                  <a:lnTo>
                    <a:pt x="626840" y="624340"/>
                  </a:lnTo>
                  <a:lnTo>
                    <a:pt x="662874" y="603277"/>
                  </a:lnTo>
                  <a:lnTo>
                    <a:pt x="699638" y="582700"/>
                  </a:lnTo>
                  <a:lnTo>
                    <a:pt x="737115" y="562609"/>
                  </a:lnTo>
                  <a:lnTo>
                    <a:pt x="775287" y="543005"/>
                  </a:lnTo>
                  <a:lnTo>
                    <a:pt x="814137" y="523891"/>
                  </a:lnTo>
                  <a:lnTo>
                    <a:pt x="853649" y="505267"/>
                  </a:lnTo>
                  <a:lnTo>
                    <a:pt x="893804" y="487135"/>
                  </a:lnTo>
                  <a:lnTo>
                    <a:pt x="934586" y="469497"/>
                  </a:lnTo>
                  <a:lnTo>
                    <a:pt x="975978" y="452354"/>
                  </a:lnTo>
                  <a:lnTo>
                    <a:pt x="1017962" y="435707"/>
                  </a:lnTo>
                  <a:lnTo>
                    <a:pt x="1060521" y="419557"/>
                  </a:lnTo>
                  <a:lnTo>
                    <a:pt x="1103637" y="403908"/>
                  </a:lnTo>
                  <a:lnTo>
                    <a:pt x="1147295" y="388758"/>
                  </a:lnTo>
                  <a:lnTo>
                    <a:pt x="1191476" y="374111"/>
                  </a:lnTo>
                  <a:lnTo>
                    <a:pt x="1236163" y="359968"/>
                  </a:lnTo>
                  <a:lnTo>
                    <a:pt x="1281339" y="346330"/>
                  </a:lnTo>
                  <a:lnTo>
                    <a:pt x="1326987" y="333198"/>
                  </a:lnTo>
                  <a:lnTo>
                    <a:pt x="1373089" y="320574"/>
                  </a:lnTo>
                  <a:lnTo>
                    <a:pt x="1419629" y="308460"/>
                  </a:lnTo>
                  <a:lnTo>
                    <a:pt x="1466589" y="296856"/>
                  </a:lnTo>
                  <a:lnTo>
                    <a:pt x="1513952" y="285765"/>
                  </a:lnTo>
                  <a:lnTo>
                    <a:pt x="1561701" y="275188"/>
                  </a:lnTo>
                  <a:lnTo>
                    <a:pt x="1609819" y="265126"/>
                  </a:lnTo>
                  <a:lnTo>
                    <a:pt x="1658288" y="255580"/>
                  </a:lnTo>
                  <a:lnTo>
                    <a:pt x="1707091" y="246553"/>
                  </a:lnTo>
                  <a:lnTo>
                    <a:pt x="1756211" y="238045"/>
                  </a:lnTo>
                  <a:lnTo>
                    <a:pt x="1805631" y="230058"/>
                  </a:lnTo>
                  <a:lnTo>
                    <a:pt x="1855334" y="222594"/>
                  </a:lnTo>
                  <a:lnTo>
                    <a:pt x="1905302" y="215654"/>
                  </a:lnTo>
                  <a:lnTo>
                    <a:pt x="1955518" y="209239"/>
                  </a:lnTo>
                  <a:lnTo>
                    <a:pt x="2005965" y="203351"/>
                  </a:lnTo>
                  <a:lnTo>
                    <a:pt x="2056626" y="197991"/>
                  </a:lnTo>
                  <a:lnTo>
                    <a:pt x="2107483" y="193161"/>
                  </a:lnTo>
                  <a:lnTo>
                    <a:pt x="2158520" y="188862"/>
                  </a:lnTo>
                  <a:lnTo>
                    <a:pt x="2209719" y="185096"/>
                  </a:lnTo>
                  <a:lnTo>
                    <a:pt x="2261063" y="181864"/>
                  </a:lnTo>
                  <a:lnTo>
                    <a:pt x="2312535" y="179167"/>
                  </a:lnTo>
                  <a:lnTo>
                    <a:pt x="2364117" y="177007"/>
                  </a:lnTo>
                  <a:lnTo>
                    <a:pt x="2415792" y="175386"/>
                  </a:lnTo>
                  <a:lnTo>
                    <a:pt x="2467544" y="174305"/>
                  </a:lnTo>
                  <a:lnTo>
                    <a:pt x="2519354" y="173765"/>
                  </a:lnTo>
                  <a:lnTo>
                    <a:pt x="2571207" y="173768"/>
                  </a:lnTo>
                  <a:lnTo>
                    <a:pt x="2623083" y="174315"/>
                  </a:lnTo>
                  <a:lnTo>
                    <a:pt x="2674968" y="175407"/>
                  </a:lnTo>
                  <a:lnTo>
                    <a:pt x="2726842" y="177047"/>
                  </a:lnTo>
                  <a:lnTo>
                    <a:pt x="2778689" y="179236"/>
                  </a:lnTo>
                  <a:lnTo>
                    <a:pt x="2830492" y="181974"/>
                  </a:lnTo>
                  <a:lnTo>
                    <a:pt x="2882233" y="185264"/>
                  </a:lnTo>
                  <a:lnTo>
                    <a:pt x="2933896" y="189107"/>
                  </a:lnTo>
                  <a:lnTo>
                    <a:pt x="2985462" y="193504"/>
                  </a:lnTo>
                  <a:lnTo>
                    <a:pt x="3036916" y="198457"/>
                  </a:lnTo>
                  <a:lnTo>
                    <a:pt x="3088239" y="203968"/>
                  </a:lnTo>
                  <a:lnTo>
                    <a:pt x="3139415" y="210037"/>
                  </a:lnTo>
                  <a:lnTo>
                    <a:pt x="3190426" y="216667"/>
                  </a:lnTo>
                  <a:lnTo>
                    <a:pt x="3241255" y="223858"/>
                  </a:lnTo>
                  <a:lnTo>
                    <a:pt x="3291885" y="231612"/>
                  </a:lnTo>
                  <a:lnTo>
                    <a:pt x="3342299" y="239930"/>
                  </a:lnTo>
                  <a:lnTo>
                    <a:pt x="3392479" y="248815"/>
                  </a:lnTo>
                  <a:lnTo>
                    <a:pt x="3442408" y="258267"/>
                  </a:lnTo>
                  <a:lnTo>
                    <a:pt x="3492070" y="268288"/>
                  </a:lnTo>
                  <a:lnTo>
                    <a:pt x="3541446" y="278879"/>
                  </a:lnTo>
                  <a:lnTo>
                    <a:pt x="3590520" y="290043"/>
                  </a:lnTo>
                  <a:lnTo>
                    <a:pt x="3639274" y="301779"/>
                  </a:lnTo>
                  <a:lnTo>
                    <a:pt x="3687692" y="314090"/>
                  </a:lnTo>
                  <a:lnTo>
                    <a:pt x="3735755" y="326977"/>
                  </a:lnTo>
                  <a:lnTo>
                    <a:pt x="3783447" y="340442"/>
                  </a:lnTo>
                  <a:lnTo>
                    <a:pt x="3830751" y="354486"/>
                  </a:lnTo>
                  <a:lnTo>
                    <a:pt x="3877650" y="369110"/>
                  </a:lnTo>
                  <a:lnTo>
                    <a:pt x="3924125" y="384317"/>
                  </a:lnTo>
                  <a:lnTo>
                    <a:pt x="3970161" y="400106"/>
                  </a:lnTo>
                  <a:lnTo>
                    <a:pt x="4015740" y="416481"/>
                  </a:lnTo>
                  <a:lnTo>
                    <a:pt x="4067325" y="435958"/>
                  </a:lnTo>
                  <a:lnTo>
                    <a:pt x="4117877" y="456076"/>
                  </a:lnTo>
                  <a:lnTo>
                    <a:pt x="4167374" y="476825"/>
                  </a:lnTo>
                  <a:lnTo>
                    <a:pt x="4215796" y="498194"/>
                  </a:lnTo>
                  <a:lnTo>
                    <a:pt x="4263121" y="520169"/>
                  </a:lnTo>
                  <a:lnTo>
                    <a:pt x="4309329" y="542741"/>
                  </a:lnTo>
                  <a:lnTo>
                    <a:pt x="4354398" y="565898"/>
                  </a:lnTo>
                  <a:lnTo>
                    <a:pt x="4398307" y="589627"/>
                  </a:lnTo>
                  <a:lnTo>
                    <a:pt x="4441036" y="613918"/>
                  </a:lnTo>
                  <a:lnTo>
                    <a:pt x="4482563" y="638759"/>
                  </a:lnTo>
                  <a:lnTo>
                    <a:pt x="4522868" y="664139"/>
                  </a:lnTo>
                  <a:lnTo>
                    <a:pt x="4561929" y="690045"/>
                  </a:lnTo>
                  <a:lnTo>
                    <a:pt x="4599725" y="716467"/>
                  </a:lnTo>
                  <a:lnTo>
                    <a:pt x="4636236" y="743393"/>
                  </a:lnTo>
                  <a:lnTo>
                    <a:pt x="4671441" y="770811"/>
                  </a:lnTo>
                  <a:lnTo>
                    <a:pt x="4855591" y="710486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/>
          <p:nvPr/>
        </p:nvSpPr>
        <p:spPr>
          <a:xfrm>
            <a:off x="1794510" y="3559302"/>
            <a:ext cx="1892935" cy="904240"/>
          </a:xfrm>
          <a:custGeom>
            <a:avLst/>
            <a:gdLst/>
            <a:ahLst/>
            <a:cxnLst/>
            <a:rect l="l" t="t" r="r" b="b"/>
            <a:pathLst>
              <a:path w="1892935" h="904239">
                <a:moveTo>
                  <a:pt x="0" y="60452"/>
                </a:moveTo>
                <a:lnTo>
                  <a:pt x="4748" y="36915"/>
                </a:lnTo>
                <a:lnTo>
                  <a:pt x="17700" y="17700"/>
                </a:lnTo>
                <a:lnTo>
                  <a:pt x="36915" y="4748"/>
                </a:lnTo>
                <a:lnTo>
                  <a:pt x="60451" y="0"/>
                </a:lnTo>
                <a:lnTo>
                  <a:pt x="1832355" y="0"/>
                </a:lnTo>
                <a:lnTo>
                  <a:pt x="1855892" y="4748"/>
                </a:lnTo>
                <a:lnTo>
                  <a:pt x="1875107" y="17700"/>
                </a:lnTo>
                <a:lnTo>
                  <a:pt x="1888059" y="36915"/>
                </a:lnTo>
                <a:lnTo>
                  <a:pt x="1892807" y="60452"/>
                </a:lnTo>
                <a:lnTo>
                  <a:pt x="1892807" y="843280"/>
                </a:lnTo>
                <a:lnTo>
                  <a:pt x="1888059" y="866816"/>
                </a:lnTo>
                <a:lnTo>
                  <a:pt x="1875107" y="886031"/>
                </a:lnTo>
                <a:lnTo>
                  <a:pt x="1855892" y="898983"/>
                </a:lnTo>
                <a:lnTo>
                  <a:pt x="1832355" y="903732"/>
                </a:lnTo>
                <a:lnTo>
                  <a:pt x="60451" y="903732"/>
                </a:lnTo>
                <a:lnTo>
                  <a:pt x="36915" y="898983"/>
                </a:lnTo>
                <a:lnTo>
                  <a:pt x="17700" y="886031"/>
                </a:lnTo>
                <a:lnTo>
                  <a:pt x="4748" y="866816"/>
                </a:lnTo>
                <a:lnTo>
                  <a:pt x="0" y="843280"/>
                </a:lnTo>
                <a:lnTo>
                  <a:pt x="0" y="60452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990" y="2735770"/>
            <a:ext cx="4996815" cy="2360295"/>
            <a:chOff x="1447990" y="2735770"/>
            <a:chExt cx="4996815" cy="2360295"/>
          </a:xfrm>
        </p:grpSpPr>
        <p:sp>
          <p:nvSpPr>
            <p:cNvPr id="3" name="object 3"/>
            <p:cNvSpPr/>
            <p:nvPr/>
          </p:nvSpPr>
          <p:spPr>
            <a:xfrm>
              <a:off x="1462277" y="2750057"/>
              <a:ext cx="4968240" cy="2331720"/>
            </a:xfrm>
            <a:custGeom>
              <a:avLst/>
              <a:gdLst/>
              <a:ahLst/>
              <a:cxnLst/>
              <a:rect l="l" t="t" r="r" b="b"/>
              <a:pathLst>
                <a:path w="4968240" h="2331720">
                  <a:moveTo>
                    <a:pt x="0" y="388619"/>
                  </a:moveTo>
                  <a:lnTo>
                    <a:pt x="3027" y="339872"/>
                  </a:lnTo>
                  <a:lnTo>
                    <a:pt x="11868" y="292931"/>
                  </a:lnTo>
                  <a:lnTo>
                    <a:pt x="26158" y="248161"/>
                  </a:lnTo>
                  <a:lnTo>
                    <a:pt x="45532" y="205927"/>
                  </a:lnTo>
                  <a:lnTo>
                    <a:pt x="69627" y="166592"/>
                  </a:lnTo>
                  <a:lnTo>
                    <a:pt x="98078" y="130521"/>
                  </a:lnTo>
                  <a:lnTo>
                    <a:pt x="130521" y="98078"/>
                  </a:lnTo>
                  <a:lnTo>
                    <a:pt x="166592" y="69627"/>
                  </a:lnTo>
                  <a:lnTo>
                    <a:pt x="205927" y="45532"/>
                  </a:lnTo>
                  <a:lnTo>
                    <a:pt x="248161" y="26158"/>
                  </a:lnTo>
                  <a:lnTo>
                    <a:pt x="292931" y="11868"/>
                  </a:lnTo>
                  <a:lnTo>
                    <a:pt x="339872" y="3027"/>
                  </a:lnTo>
                  <a:lnTo>
                    <a:pt x="388620" y="0"/>
                  </a:lnTo>
                  <a:lnTo>
                    <a:pt x="4579620" y="0"/>
                  </a:lnTo>
                  <a:lnTo>
                    <a:pt x="4628367" y="3027"/>
                  </a:lnTo>
                  <a:lnTo>
                    <a:pt x="4675308" y="11868"/>
                  </a:lnTo>
                  <a:lnTo>
                    <a:pt x="4720078" y="26158"/>
                  </a:lnTo>
                  <a:lnTo>
                    <a:pt x="4762312" y="45532"/>
                  </a:lnTo>
                  <a:lnTo>
                    <a:pt x="4801647" y="69627"/>
                  </a:lnTo>
                  <a:lnTo>
                    <a:pt x="4837718" y="98078"/>
                  </a:lnTo>
                  <a:lnTo>
                    <a:pt x="4870161" y="130521"/>
                  </a:lnTo>
                  <a:lnTo>
                    <a:pt x="4898612" y="166592"/>
                  </a:lnTo>
                  <a:lnTo>
                    <a:pt x="4922707" y="205927"/>
                  </a:lnTo>
                  <a:lnTo>
                    <a:pt x="4942081" y="248161"/>
                  </a:lnTo>
                  <a:lnTo>
                    <a:pt x="4956371" y="292931"/>
                  </a:lnTo>
                  <a:lnTo>
                    <a:pt x="4965212" y="339872"/>
                  </a:lnTo>
                  <a:lnTo>
                    <a:pt x="4968240" y="388619"/>
                  </a:lnTo>
                  <a:lnTo>
                    <a:pt x="4968240" y="1943099"/>
                  </a:lnTo>
                  <a:lnTo>
                    <a:pt x="4965212" y="1991847"/>
                  </a:lnTo>
                  <a:lnTo>
                    <a:pt x="4956371" y="2038788"/>
                  </a:lnTo>
                  <a:lnTo>
                    <a:pt x="4942081" y="2083558"/>
                  </a:lnTo>
                  <a:lnTo>
                    <a:pt x="4922707" y="2125792"/>
                  </a:lnTo>
                  <a:lnTo>
                    <a:pt x="4898612" y="2165127"/>
                  </a:lnTo>
                  <a:lnTo>
                    <a:pt x="4870161" y="2201198"/>
                  </a:lnTo>
                  <a:lnTo>
                    <a:pt x="4837718" y="2233641"/>
                  </a:lnTo>
                  <a:lnTo>
                    <a:pt x="4801647" y="2262092"/>
                  </a:lnTo>
                  <a:lnTo>
                    <a:pt x="4762312" y="2286187"/>
                  </a:lnTo>
                  <a:lnTo>
                    <a:pt x="4720078" y="2305561"/>
                  </a:lnTo>
                  <a:lnTo>
                    <a:pt x="4675308" y="2319851"/>
                  </a:lnTo>
                  <a:lnTo>
                    <a:pt x="4628367" y="2328692"/>
                  </a:lnTo>
                  <a:lnTo>
                    <a:pt x="4579620" y="2331719"/>
                  </a:lnTo>
                  <a:lnTo>
                    <a:pt x="388620" y="2331719"/>
                  </a:lnTo>
                  <a:lnTo>
                    <a:pt x="339872" y="2328692"/>
                  </a:lnTo>
                  <a:lnTo>
                    <a:pt x="292931" y="2319851"/>
                  </a:lnTo>
                  <a:lnTo>
                    <a:pt x="248161" y="2305561"/>
                  </a:lnTo>
                  <a:lnTo>
                    <a:pt x="205927" y="2286187"/>
                  </a:lnTo>
                  <a:lnTo>
                    <a:pt x="166592" y="2262092"/>
                  </a:lnTo>
                  <a:lnTo>
                    <a:pt x="130521" y="2233641"/>
                  </a:lnTo>
                  <a:lnTo>
                    <a:pt x="98078" y="2201198"/>
                  </a:lnTo>
                  <a:lnTo>
                    <a:pt x="69627" y="2165127"/>
                  </a:lnTo>
                  <a:lnTo>
                    <a:pt x="45532" y="2125792"/>
                  </a:lnTo>
                  <a:lnTo>
                    <a:pt x="26158" y="2083558"/>
                  </a:lnTo>
                  <a:lnTo>
                    <a:pt x="11868" y="2038788"/>
                  </a:lnTo>
                  <a:lnTo>
                    <a:pt x="3027" y="1991847"/>
                  </a:lnTo>
                  <a:lnTo>
                    <a:pt x="0" y="1943099"/>
                  </a:lnTo>
                  <a:lnTo>
                    <a:pt x="0" y="388619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8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4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4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8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1120902" y="0"/>
                  </a:moveTo>
                  <a:lnTo>
                    <a:pt x="1068140" y="1013"/>
                  </a:lnTo>
                  <a:lnTo>
                    <a:pt x="1016006" y="4024"/>
                  </a:lnTo>
                  <a:lnTo>
                    <a:pt x="964554" y="8988"/>
                  </a:lnTo>
                  <a:lnTo>
                    <a:pt x="913836" y="15860"/>
                  </a:lnTo>
                  <a:lnTo>
                    <a:pt x="863908" y="24595"/>
                  </a:lnTo>
                  <a:lnTo>
                    <a:pt x="814822" y="35148"/>
                  </a:lnTo>
                  <a:lnTo>
                    <a:pt x="766632" y="47475"/>
                  </a:lnTo>
                  <a:lnTo>
                    <a:pt x="719394" y="61531"/>
                  </a:lnTo>
                  <a:lnTo>
                    <a:pt x="673159" y="77272"/>
                  </a:lnTo>
                  <a:lnTo>
                    <a:pt x="627983" y="94652"/>
                  </a:lnTo>
                  <a:lnTo>
                    <a:pt x="583919" y="113627"/>
                  </a:lnTo>
                  <a:lnTo>
                    <a:pt x="541020" y="134152"/>
                  </a:lnTo>
                  <a:lnTo>
                    <a:pt x="499342" y="156182"/>
                  </a:lnTo>
                  <a:lnTo>
                    <a:pt x="458937" y="179673"/>
                  </a:lnTo>
                  <a:lnTo>
                    <a:pt x="419859" y="204580"/>
                  </a:lnTo>
                  <a:lnTo>
                    <a:pt x="382163" y="230858"/>
                  </a:lnTo>
                  <a:lnTo>
                    <a:pt x="345902" y="258462"/>
                  </a:lnTo>
                  <a:lnTo>
                    <a:pt x="311130" y="287348"/>
                  </a:lnTo>
                  <a:lnTo>
                    <a:pt x="277900" y="317471"/>
                  </a:lnTo>
                  <a:lnTo>
                    <a:pt x="246268" y="348787"/>
                  </a:lnTo>
                  <a:lnTo>
                    <a:pt x="216286" y="381249"/>
                  </a:lnTo>
                  <a:lnTo>
                    <a:pt x="188008" y="414815"/>
                  </a:lnTo>
                  <a:lnTo>
                    <a:pt x="161488" y="449438"/>
                  </a:lnTo>
                  <a:lnTo>
                    <a:pt x="136781" y="485075"/>
                  </a:lnTo>
                  <a:lnTo>
                    <a:pt x="113940" y="521681"/>
                  </a:lnTo>
                  <a:lnTo>
                    <a:pt x="93018" y="559210"/>
                  </a:lnTo>
                  <a:lnTo>
                    <a:pt x="74070" y="597618"/>
                  </a:lnTo>
                  <a:lnTo>
                    <a:pt x="57149" y="636861"/>
                  </a:lnTo>
                  <a:lnTo>
                    <a:pt x="42310" y="676893"/>
                  </a:lnTo>
                  <a:lnTo>
                    <a:pt x="29606" y="717670"/>
                  </a:lnTo>
                  <a:lnTo>
                    <a:pt x="19092" y="759147"/>
                  </a:lnTo>
                  <a:lnTo>
                    <a:pt x="10820" y="801280"/>
                  </a:lnTo>
                  <a:lnTo>
                    <a:pt x="4844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4" y="1018303"/>
                  </a:lnTo>
                  <a:lnTo>
                    <a:pt x="10820" y="1061047"/>
                  </a:lnTo>
                  <a:lnTo>
                    <a:pt x="19092" y="1103180"/>
                  </a:lnTo>
                  <a:lnTo>
                    <a:pt x="29606" y="1144657"/>
                  </a:lnTo>
                  <a:lnTo>
                    <a:pt x="42310" y="1185434"/>
                  </a:lnTo>
                  <a:lnTo>
                    <a:pt x="57149" y="1225466"/>
                  </a:lnTo>
                  <a:lnTo>
                    <a:pt x="74070" y="1264709"/>
                  </a:lnTo>
                  <a:lnTo>
                    <a:pt x="93018" y="1303117"/>
                  </a:lnTo>
                  <a:lnTo>
                    <a:pt x="113940" y="1340646"/>
                  </a:lnTo>
                  <a:lnTo>
                    <a:pt x="136781" y="1377252"/>
                  </a:lnTo>
                  <a:lnTo>
                    <a:pt x="161488" y="1412889"/>
                  </a:lnTo>
                  <a:lnTo>
                    <a:pt x="188008" y="1447512"/>
                  </a:lnTo>
                  <a:lnTo>
                    <a:pt x="216286" y="1481078"/>
                  </a:lnTo>
                  <a:lnTo>
                    <a:pt x="246268" y="1513540"/>
                  </a:lnTo>
                  <a:lnTo>
                    <a:pt x="277900" y="1544856"/>
                  </a:lnTo>
                  <a:lnTo>
                    <a:pt x="311130" y="1574979"/>
                  </a:lnTo>
                  <a:lnTo>
                    <a:pt x="345902" y="1603865"/>
                  </a:lnTo>
                  <a:lnTo>
                    <a:pt x="382163" y="1631469"/>
                  </a:lnTo>
                  <a:lnTo>
                    <a:pt x="419859" y="1657747"/>
                  </a:lnTo>
                  <a:lnTo>
                    <a:pt x="458937" y="1682654"/>
                  </a:lnTo>
                  <a:lnTo>
                    <a:pt x="499342" y="1706145"/>
                  </a:lnTo>
                  <a:lnTo>
                    <a:pt x="541020" y="1728175"/>
                  </a:lnTo>
                  <a:lnTo>
                    <a:pt x="583919" y="1748700"/>
                  </a:lnTo>
                  <a:lnTo>
                    <a:pt x="627983" y="1767675"/>
                  </a:lnTo>
                  <a:lnTo>
                    <a:pt x="673159" y="1785055"/>
                  </a:lnTo>
                  <a:lnTo>
                    <a:pt x="719394" y="1800796"/>
                  </a:lnTo>
                  <a:lnTo>
                    <a:pt x="766632" y="1814852"/>
                  </a:lnTo>
                  <a:lnTo>
                    <a:pt x="814822" y="1827179"/>
                  </a:lnTo>
                  <a:lnTo>
                    <a:pt x="863908" y="1837732"/>
                  </a:lnTo>
                  <a:lnTo>
                    <a:pt x="913836" y="1846467"/>
                  </a:lnTo>
                  <a:lnTo>
                    <a:pt x="964554" y="1853339"/>
                  </a:lnTo>
                  <a:lnTo>
                    <a:pt x="1016006" y="1858303"/>
                  </a:lnTo>
                  <a:lnTo>
                    <a:pt x="1068140" y="1861314"/>
                  </a:lnTo>
                  <a:lnTo>
                    <a:pt x="1120902" y="1862328"/>
                  </a:lnTo>
                  <a:lnTo>
                    <a:pt x="1173663" y="1861314"/>
                  </a:lnTo>
                  <a:lnTo>
                    <a:pt x="1225797" y="1858303"/>
                  </a:lnTo>
                  <a:lnTo>
                    <a:pt x="1277249" y="1853339"/>
                  </a:lnTo>
                  <a:lnTo>
                    <a:pt x="1327967" y="1846467"/>
                  </a:lnTo>
                  <a:lnTo>
                    <a:pt x="1377895" y="1837732"/>
                  </a:lnTo>
                  <a:lnTo>
                    <a:pt x="1426981" y="1827179"/>
                  </a:lnTo>
                  <a:lnTo>
                    <a:pt x="1475171" y="1814852"/>
                  </a:lnTo>
                  <a:lnTo>
                    <a:pt x="1522409" y="1800796"/>
                  </a:lnTo>
                  <a:lnTo>
                    <a:pt x="1568644" y="1785055"/>
                  </a:lnTo>
                  <a:lnTo>
                    <a:pt x="1613820" y="1767675"/>
                  </a:lnTo>
                  <a:lnTo>
                    <a:pt x="1657884" y="1748700"/>
                  </a:lnTo>
                  <a:lnTo>
                    <a:pt x="1700783" y="1728175"/>
                  </a:lnTo>
                  <a:lnTo>
                    <a:pt x="1742461" y="1706145"/>
                  </a:lnTo>
                  <a:lnTo>
                    <a:pt x="1782866" y="1682654"/>
                  </a:lnTo>
                  <a:lnTo>
                    <a:pt x="1821944" y="1657747"/>
                  </a:lnTo>
                  <a:lnTo>
                    <a:pt x="1859640" y="1631469"/>
                  </a:lnTo>
                  <a:lnTo>
                    <a:pt x="1895901" y="1603865"/>
                  </a:lnTo>
                  <a:lnTo>
                    <a:pt x="1930673" y="1574979"/>
                  </a:lnTo>
                  <a:lnTo>
                    <a:pt x="1963903" y="1544856"/>
                  </a:lnTo>
                  <a:lnTo>
                    <a:pt x="1995535" y="1513540"/>
                  </a:lnTo>
                  <a:lnTo>
                    <a:pt x="2025517" y="1481078"/>
                  </a:lnTo>
                  <a:lnTo>
                    <a:pt x="2053795" y="1447512"/>
                  </a:lnTo>
                  <a:lnTo>
                    <a:pt x="2080315" y="1412889"/>
                  </a:lnTo>
                  <a:lnTo>
                    <a:pt x="2105022" y="1377252"/>
                  </a:lnTo>
                  <a:lnTo>
                    <a:pt x="2127863" y="1340646"/>
                  </a:lnTo>
                  <a:lnTo>
                    <a:pt x="2148785" y="1303117"/>
                  </a:lnTo>
                  <a:lnTo>
                    <a:pt x="2167733" y="1264709"/>
                  </a:lnTo>
                  <a:lnTo>
                    <a:pt x="2184654" y="1225466"/>
                  </a:lnTo>
                  <a:lnTo>
                    <a:pt x="2199493" y="1185434"/>
                  </a:lnTo>
                  <a:lnTo>
                    <a:pt x="2212197" y="1144657"/>
                  </a:lnTo>
                  <a:lnTo>
                    <a:pt x="2222711" y="1103180"/>
                  </a:lnTo>
                  <a:lnTo>
                    <a:pt x="2230983" y="1061047"/>
                  </a:lnTo>
                  <a:lnTo>
                    <a:pt x="2236959" y="1018303"/>
                  </a:lnTo>
                  <a:lnTo>
                    <a:pt x="2240583" y="974994"/>
                  </a:lnTo>
                  <a:lnTo>
                    <a:pt x="2241804" y="931164"/>
                  </a:lnTo>
                  <a:lnTo>
                    <a:pt x="2240583" y="887333"/>
                  </a:lnTo>
                  <a:lnTo>
                    <a:pt x="2236959" y="844024"/>
                  </a:lnTo>
                  <a:lnTo>
                    <a:pt x="2230983" y="801280"/>
                  </a:lnTo>
                  <a:lnTo>
                    <a:pt x="2222711" y="759147"/>
                  </a:lnTo>
                  <a:lnTo>
                    <a:pt x="2212197" y="717670"/>
                  </a:lnTo>
                  <a:lnTo>
                    <a:pt x="2199493" y="676893"/>
                  </a:lnTo>
                  <a:lnTo>
                    <a:pt x="2184654" y="636861"/>
                  </a:lnTo>
                  <a:lnTo>
                    <a:pt x="2167733" y="597618"/>
                  </a:lnTo>
                  <a:lnTo>
                    <a:pt x="2148785" y="559210"/>
                  </a:lnTo>
                  <a:lnTo>
                    <a:pt x="2127863" y="521681"/>
                  </a:lnTo>
                  <a:lnTo>
                    <a:pt x="2105022" y="485075"/>
                  </a:lnTo>
                  <a:lnTo>
                    <a:pt x="2080315" y="449438"/>
                  </a:lnTo>
                  <a:lnTo>
                    <a:pt x="2053795" y="414815"/>
                  </a:lnTo>
                  <a:lnTo>
                    <a:pt x="2025517" y="381249"/>
                  </a:lnTo>
                  <a:lnTo>
                    <a:pt x="1995535" y="348787"/>
                  </a:lnTo>
                  <a:lnTo>
                    <a:pt x="1963903" y="317471"/>
                  </a:lnTo>
                  <a:lnTo>
                    <a:pt x="1930673" y="287348"/>
                  </a:lnTo>
                  <a:lnTo>
                    <a:pt x="1895901" y="258462"/>
                  </a:lnTo>
                  <a:lnTo>
                    <a:pt x="1859640" y="230858"/>
                  </a:lnTo>
                  <a:lnTo>
                    <a:pt x="1821944" y="204580"/>
                  </a:lnTo>
                  <a:lnTo>
                    <a:pt x="1782866" y="179673"/>
                  </a:lnTo>
                  <a:lnTo>
                    <a:pt x="1742461" y="156182"/>
                  </a:lnTo>
                  <a:lnTo>
                    <a:pt x="1700783" y="134152"/>
                  </a:lnTo>
                  <a:lnTo>
                    <a:pt x="1657884" y="113627"/>
                  </a:lnTo>
                  <a:lnTo>
                    <a:pt x="1613820" y="94652"/>
                  </a:lnTo>
                  <a:lnTo>
                    <a:pt x="1568644" y="77272"/>
                  </a:lnTo>
                  <a:lnTo>
                    <a:pt x="1522409" y="61531"/>
                  </a:lnTo>
                  <a:lnTo>
                    <a:pt x="1475171" y="47475"/>
                  </a:lnTo>
                  <a:lnTo>
                    <a:pt x="1426981" y="35148"/>
                  </a:lnTo>
                  <a:lnTo>
                    <a:pt x="1377895" y="24595"/>
                  </a:lnTo>
                  <a:lnTo>
                    <a:pt x="1327967" y="15860"/>
                  </a:lnTo>
                  <a:lnTo>
                    <a:pt x="1277249" y="8988"/>
                  </a:lnTo>
                  <a:lnTo>
                    <a:pt x="1225797" y="4024"/>
                  </a:lnTo>
                  <a:lnTo>
                    <a:pt x="1173663" y="1013"/>
                  </a:lnTo>
                  <a:lnTo>
                    <a:pt x="1120902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4" y="844024"/>
                  </a:lnTo>
                  <a:lnTo>
                    <a:pt x="10820" y="801280"/>
                  </a:lnTo>
                  <a:lnTo>
                    <a:pt x="19092" y="759147"/>
                  </a:lnTo>
                  <a:lnTo>
                    <a:pt x="29606" y="717670"/>
                  </a:lnTo>
                  <a:lnTo>
                    <a:pt x="42310" y="676893"/>
                  </a:lnTo>
                  <a:lnTo>
                    <a:pt x="57149" y="636861"/>
                  </a:lnTo>
                  <a:lnTo>
                    <a:pt x="74070" y="597618"/>
                  </a:lnTo>
                  <a:lnTo>
                    <a:pt x="93018" y="559210"/>
                  </a:lnTo>
                  <a:lnTo>
                    <a:pt x="113940" y="521681"/>
                  </a:lnTo>
                  <a:lnTo>
                    <a:pt x="136781" y="485075"/>
                  </a:lnTo>
                  <a:lnTo>
                    <a:pt x="161488" y="449438"/>
                  </a:lnTo>
                  <a:lnTo>
                    <a:pt x="188008" y="414815"/>
                  </a:lnTo>
                  <a:lnTo>
                    <a:pt x="216286" y="381249"/>
                  </a:lnTo>
                  <a:lnTo>
                    <a:pt x="246268" y="348787"/>
                  </a:lnTo>
                  <a:lnTo>
                    <a:pt x="277900" y="317471"/>
                  </a:lnTo>
                  <a:lnTo>
                    <a:pt x="311130" y="287348"/>
                  </a:lnTo>
                  <a:lnTo>
                    <a:pt x="345902" y="258462"/>
                  </a:lnTo>
                  <a:lnTo>
                    <a:pt x="382163" y="230858"/>
                  </a:lnTo>
                  <a:lnTo>
                    <a:pt x="419859" y="204580"/>
                  </a:lnTo>
                  <a:lnTo>
                    <a:pt x="458937" y="179673"/>
                  </a:lnTo>
                  <a:lnTo>
                    <a:pt x="499342" y="156182"/>
                  </a:lnTo>
                  <a:lnTo>
                    <a:pt x="541020" y="134152"/>
                  </a:lnTo>
                  <a:lnTo>
                    <a:pt x="583919" y="113627"/>
                  </a:lnTo>
                  <a:lnTo>
                    <a:pt x="627983" y="94652"/>
                  </a:lnTo>
                  <a:lnTo>
                    <a:pt x="673159" y="77272"/>
                  </a:lnTo>
                  <a:lnTo>
                    <a:pt x="719394" y="61531"/>
                  </a:lnTo>
                  <a:lnTo>
                    <a:pt x="766632" y="47475"/>
                  </a:lnTo>
                  <a:lnTo>
                    <a:pt x="814822" y="35148"/>
                  </a:lnTo>
                  <a:lnTo>
                    <a:pt x="863908" y="24595"/>
                  </a:lnTo>
                  <a:lnTo>
                    <a:pt x="913836" y="15860"/>
                  </a:lnTo>
                  <a:lnTo>
                    <a:pt x="964554" y="8988"/>
                  </a:lnTo>
                  <a:lnTo>
                    <a:pt x="1016006" y="4024"/>
                  </a:lnTo>
                  <a:lnTo>
                    <a:pt x="1068140" y="1013"/>
                  </a:lnTo>
                  <a:lnTo>
                    <a:pt x="1120902" y="0"/>
                  </a:lnTo>
                  <a:lnTo>
                    <a:pt x="1173663" y="1013"/>
                  </a:lnTo>
                  <a:lnTo>
                    <a:pt x="1225797" y="4024"/>
                  </a:lnTo>
                  <a:lnTo>
                    <a:pt x="1277249" y="8988"/>
                  </a:lnTo>
                  <a:lnTo>
                    <a:pt x="1327967" y="15860"/>
                  </a:lnTo>
                  <a:lnTo>
                    <a:pt x="1377895" y="24595"/>
                  </a:lnTo>
                  <a:lnTo>
                    <a:pt x="1426981" y="35148"/>
                  </a:lnTo>
                  <a:lnTo>
                    <a:pt x="1475171" y="47475"/>
                  </a:lnTo>
                  <a:lnTo>
                    <a:pt x="1522409" y="61531"/>
                  </a:lnTo>
                  <a:lnTo>
                    <a:pt x="1568644" y="77272"/>
                  </a:lnTo>
                  <a:lnTo>
                    <a:pt x="1613820" y="94652"/>
                  </a:lnTo>
                  <a:lnTo>
                    <a:pt x="1657884" y="113627"/>
                  </a:lnTo>
                  <a:lnTo>
                    <a:pt x="1700783" y="134152"/>
                  </a:lnTo>
                  <a:lnTo>
                    <a:pt x="1742461" y="156182"/>
                  </a:lnTo>
                  <a:lnTo>
                    <a:pt x="1782866" y="179673"/>
                  </a:lnTo>
                  <a:lnTo>
                    <a:pt x="1821944" y="204580"/>
                  </a:lnTo>
                  <a:lnTo>
                    <a:pt x="1859640" y="230858"/>
                  </a:lnTo>
                  <a:lnTo>
                    <a:pt x="1895901" y="258462"/>
                  </a:lnTo>
                  <a:lnTo>
                    <a:pt x="1930673" y="287348"/>
                  </a:lnTo>
                  <a:lnTo>
                    <a:pt x="1963903" y="317471"/>
                  </a:lnTo>
                  <a:lnTo>
                    <a:pt x="1995535" y="348787"/>
                  </a:lnTo>
                  <a:lnTo>
                    <a:pt x="2025517" y="381249"/>
                  </a:lnTo>
                  <a:lnTo>
                    <a:pt x="2053795" y="414815"/>
                  </a:lnTo>
                  <a:lnTo>
                    <a:pt x="2080315" y="449438"/>
                  </a:lnTo>
                  <a:lnTo>
                    <a:pt x="2105022" y="485075"/>
                  </a:lnTo>
                  <a:lnTo>
                    <a:pt x="2127863" y="521681"/>
                  </a:lnTo>
                  <a:lnTo>
                    <a:pt x="2148785" y="559210"/>
                  </a:lnTo>
                  <a:lnTo>
                    <a:pt x="2167733" y="597618"/>
                  </a:lnTo>
                  <a:lnTo>
                    <a:pt x="2184654" y="636861"/>
                  </a:lnTo>
                  <a:lnTo>
                    <a:pt x="2199493" y="676893"/>
                  </a:lnTo>
                  <a:lnTo>
                    <a:pt x="2212197" y="717670"/>
                  </a:lnTo>
                  <a:lnTo>
                    <a:pt x="2222711" y="759147"/>
                  </a:lnTo>
                  <a:lnTo>
                    <a:pt x="2230983" y="801280"/>
                  </a:lnTo>
                  <a:lnTo>
                    <a:pt x="2236959" y="844024"/>
                  </a:lnTo>
                  <a:lnTo>
                    <a:pt x="2240583" y="887333"/>
                  </a:lnTo>
                  <a:lnTo>
                    <a:pt x="2241804" y="931164"/>
                  </a:lnTo>
                  <a:lnTo>
                    <a:pt x="2240583" y="974994"/>
                  </a:lnTo>
                  <a:lnTo>
                    <a:pt x="2236959" y="1018303"/>
                  </a:lnTo>
                  <a:lnTo>
                    <a:pt x="2230983" y="1061047"/>
                  </a:lnTo>
                  <a:lnTo>
                    <a:pt x="2222711" y="1103180"/>
                  </a:lnTo>
                  <a:lnTo>
                    <a:pt x="2212197" y="1144657"/>
                  </a:lnTo>
                  <a:lnTo>
                    <a:pt x="2199493" y="1185434"/>
                  </a:lnTo>
                  <a:lnTo>
                    <a:pt x="2184654" y="1225466"/>
                  </a:lnTo>
                  <a:lnTo>
                    <a:pt x="2167733" y="1264709"/>
                  </a:lnTo>
                  <a:lnTo>
                    <a:pt x="2148785" y="1303117"/>
                  </a:lnTo>
                  <a:lnTo>
                    <a:pt x="2127863" y="1340646"/>
                  </a:lnTo>
                  <a:lnTo>
                    <a:pt x="2105022" y="1377252"/>
                  </a:lnTo>
                  <a:lnTo>
                    <a:pt x="2080315" y="1412889"/>
                  </a:lnTo>
                  <a:lnTo>
                    <a:pt x="2053795" y="1447512"/>
                  </a:lnTo>
                  <a:lnTo>
                    <a:pt x="2025517" y="1481078"/>
                  </a:lnTo>
                  <a:lnTo>
                    <a:pt x="1995535" y="1513540"/>
                  </a:lnTo>
                  <a:lnTo>
                    <a:pt x="1963903" y="1544856"/>
                  </a:lnTo>
                  <a:lnTo>
                    <a:pt x="1930673" y="1574979"/>
                  </a:lnTo>
                  <a:lnTo>
                    <a:pt x="1895901" y="1603865"/>
                  </a:lnTo>
                  <a:lnTo>
                    <a:pt x="1859640" y="1631469"/>
                  </a:lnTo>
                  <a:lnTo>
                    <a:pt x="1821944" y="1657747"/>
                  </a:lnTo>
                  <a:lnTo>
                    <a:pt x="1782866" y="1682654"/>
                  </a:lnTo>
                  <a:lnTo>
                    <a:pt x="1742461" y="1706145"/>
                  </a:lnTo>
                  <a:lnTo>
                    <a:pt x="1700783" y="1728175"/>
                  </a:lnTo>
                  <a:lnTo>
                    <a:pt x="1657884" y="1748700"/>
                  </a:lnTo>
                  <a:lnTo>
                    <a:pt x="1613820" y="1767675"/>
                  </a:lnTo>
                  <a:lnTo>
                    <a:pt x="1568644" y="1785055"/>
                  </a:lnTo>
                  <a:lnTo>
                    <a:pt x="1522409" y="1800796"/>
                  </a:lnTo>
                  <a:lnTo>
                    <a:pt x="1475171" y="1814852"/>
                  </a:lnTo>
                  <a:lnTo>
                    <a:pt x="1426981" y="1827179"/>
                  </a:lnTo>
                  <a:lnTo>
                    <a:pt x="1377895" y="1837732"/>
                  </a:lnTo>
                  <a:lnTo>
                    <a:pt x="1327967" y="1846467"/>
                  </a:lnTo>
                  <a:lnTo>
                    <a:pt x="1277249" y="1853339"/>
                  </a:lnTo>
                  <a:lnTo>
                    <a:pt x="1225797" y="1858303"/>
                  </a:lnTo>
                  <a:lnTo>
                    <a:pt x="1173663" y="1861314"/>
                  </a:lnTo>
                  <a:lnTo>
                    <a:pt x="1120902" y="1862328"/>
                  </a:lnTo>
                  <a:lnTo>
                    <a:pt x="1068140" y="1861314"/>
                  </a:lnTo>
                  <a:lnTo>
                    <a:pt x="1016006" y="1858303"/>
                  </a:lnTo>
                  <a:lnTo>
                    <a:pt x="964554" y="1853339"/>
                  </a:lnTo>
                  <a:lnTo>
                    <a:pt x="913836" y="1846467"/>
                  </a:lnTo>
                  <a:lnTo>
                    <a:pt x="863908" y="1837732"/>
                  </a:lnTo>
                  <a:lnTo>
                    <a:pt x="814822" y="1827179"/>
                  </a:lnTo>
                  <a:lnTo>
                    <a:pt x="766632" y="1814852"/>
                  </a:lnTo>
                  <a:lnTo>
                    <a:pt x="719394" y="1800796"/>
                  </a:lnTo>
                  <a:lnTo>
                    <a:pt x="673159" y="1785055"/>
                  </a:lnTo>
                  <a:lnTo>
                    <a:pt x="627983" y="1767675"/>
                  </a:lnTo>
                  <a:lnTo>
                    <a:pt x="583919" y="1748700"/>
                  </a:lnTo>
                  <a:lnTo>
                    <a:pt x="541020" y="1728175"/>
                  </a:lnTo>
                  <a:lnTo>
                    <a:pt x="499342" y="1706145"/>
                  </a:lnTo>
                  <a:lnTo>
                    <a:pt x="458937" y="1682654"/>
                  </a:lnTo>
                  <a:lnTo>
                    <a:pt x="419859" y="1657747"/>
                  </a:lnTo>
                  <a:lnTo>
                    <a:pt x="382163" y="1631469"/>
                  </a:lnTo>
                  <a:lnTo>
                    <a:pt x="345902" y="1603865"/>
                  </a:lnTo>
                  <a:lnTo>
                    <a:pt x="311130" y="1574979"/>
                  </a:lnTo>
                  <a:lnTo>
                    <a:pt x="277900" y="1544856"/>
                  </a:lnTo>
                  <a:lnTo>
                    <a:pt x="246268" y="1513540"/>
                  </a:lnTo>
                  <a:lnTo>
                    <a:pt x="216286" y="1481078"/>
                  </a:lnTo>
                  <a:lnTo>
                    <a:pt x="188008" y="1447512"/>
                  </a:lnTo>
                  <a:lnTo>
                    <a:pt x="161488" y="1412889"/>
                  </a:lnTo>
                  <a:lnTo>
                    <a:pt x="136781" y="1377252"/>
                  </a:lnTo>
                  <a:lnTo>
                    <a:pt x="113940" y="1340646"/>
                  </a:lnTo>
                  <a:lnTo>
                    <a:pt x="93018" y="1303117"/>
                  </a:lnTo>
                  <a:lnTo>
                    <a:pt x="74070" y="1264709"/>
                  </a:lnTo>
                  <a:lnTo>
                    <a:pt x="57149" y="1225466"/>
                  </a:lnTo>
                  <a:lnTo>
                    <a:pt x="42310" y="1185434"/>
                  </a:lnTo>
                  <a:lnTo>
                    <a:pt x="29606" y="1144657"/>
                  </a:lnTo>
                  <a:lnTo>
                    <a:pt x="19092" y="1103180"/>
                  </a:lnTo>
                  <a:lnTo>
                    <a:pt x="10820" y="1061047"/>
                  </a:lnTo>
                  <a:lnTo>
                    <a:pt x="4844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387345" y="276860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9228" y="2768600"/>
            <a:ext cx="1153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Non-Crash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5160" y="3693032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59557" y="3615308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48280" y="408597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68573" y="3957904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72534" y="3544061"/>
            <a:ext cx="1605280" cy="904240"/>
          </a:xfrm>
          <a:custGeom>
            <a:avLst/>
            <a:gdLst/>
            <a:ahLst/>
            <a:cxnLst/>
            <a:rect l="l" t="t" r="r" b="b"/>
            <a:pathLst>
              <a:path w="1605279" h="904239">
                <a:moveTo>
                  <a:pt x="0" y="60451"/>
                </a:moveTo>
                <a:lnTo>
                  <a:pt x="4748" y="36915"/>
                </a:lnTo>
                <a:lnTo>
                  <a:pt x="17700" y="17700"/>
                </a:lnTo>
                <a:lnTo>
                  <a:pt x="36915" y="4748"/>
                </a:lnTo>
                <a:lnTo>
                  <a:pt x="60451" y="0"/>
                </a:lnTo>
                <a:lnTo>
                  <a:pt x="1544319" y="0"/>
                </a:lnTo>
                <a:lnTo>
                  <a:pt x="1567856" y="4748"/>
                </a:lnTo>
                <a:lnTo>
                  <a:pt x="1587071" y="17700"/>
                </a:lnTo>
                <a:lnTo>
                  <a:pt x="1600023" y="36915"/>
                </a:lnTo>
                <a:lnTo>
                  <a:pt x="1604771" y="60451"/>
                </a:lnTo>
                <a:lnTo>
                  <a:pt x="1604771" y="843280"/>
                </a:lnTo>
                <a:lnTo>
                  <a:pt x="1600023" y="866816"/>
                </a:lnTo>
                <a:lnTo>
                  <a:pt x="1587071" y="886031"/>
                </a:lnTo>
                <a:lnTo>
                  <a:pt x="1567856" y="898983"/>
                </a:lnTo>
                <a:lnTo>
                  <a:pt x="1544319" y="903732"/>
                </a:lnTo>
                <a:lnTo>
                  <a:pt x="60451" y="903732"/>
                </a:lnTo>
                <a:lnTo>
                  <a:pt x="36915" y="898983"/>
                </a:lnTo>
                <a:lnTo>
                  <a:pt x="17700" y="886031"/>
                </a:lnTo>
                <a:lnTo>
                  <a:pt x="4748" y="866816"/>
                </a:lnTo>
                <a:lnTo>
                  <a:pt x="0" y="843280"/>
                </a:lnTo>
                <a:lnTo>
                  <a:pt x="0" y="60451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/>
              <a:t>Extracting</a:t>
            </a:r>
            <a:r>
              <a:rPr dirty="0" spc="-80"/>
              <a:t> </a:t>
            </a:r>
            <a:r>
              <a:rPr dirty="0" spc="90"/>
              <a:t>Crashing</a:t>
            </a:r>
            <a:r>
              <a:rPr dirty="0" spc="-70"/>
              <a:t> </a:t>
            </a:r>
            <a:r>
              <a:rPr dirty="0" spc="145"/>
              <a:t>Condition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141589" y="2203449"/>
            <a:ext cx="185673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" b="1">
                <a:latin typeface="Arial"/>
                <a:cs typeface="Arial"/>
              </a:rPr>
              <a:t>Collected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70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6939" y="1196086"/>
            <a:ext cx="815149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Observe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7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difference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between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6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and</a:t>
            </a:r>
            <a:r>
              <a:rPr dirty="0" sz="2000" spc="80">
                <a:latin typeface="Tahoma"/>
                <a:cs typeface="Tahoma"/>
              </a:rPr>
              <a:t> non-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5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04354" y="2576322"/>
            <a:ext cx="940435" cy="518159"/>
          </a:xfrm>
          <a:custGeom>
            <a:avLst/>
            <a:gdLst/>
            <a:ahLst/>
            <a:cxnLst/>
            <a:rect l="l" t="t" r="r" b="b"/>
            <a:pathLst>
              <a:path w="940434" h="518160">
                <a:moveTo>
                  <a:pt x="940117" y="0"/>
                </a:moveTo>
                <a:lnTo>
                  <a:pt x="0" y="0"/>
                </a:lnTo>
                <a:lnTo>
                  <a:pt x="0" y="518160"/>
                </a:lnTo>
                <a:lnTo>
                  <a:pt x="940117" y="518160"/>
                </a:lnTo>
                <a:lnTo>
                  <a:pt x="940117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7398004" y="2569972"/>
          <a:ext cx="3414395" cy="2740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549400"/>
                <a:gridCol w="836294"/>
              </a:tblGrid>
              <a:tr h="518159">
                <a:tc>
                  <a:txBody>
                    <a:bodyPr/>
                    <a:lstStyle/>
                    <a:p>
                      <a:pPr marL="160020" marR="90805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0x60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0x79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0x20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object 20"/>
          <p:cNvSpPr/>
          <p:nvPr/>
        </p:nvSpPr>
        <p:spPr>
          <a:xfrm>
            <a:off x="8777478" y="3521202"/>
            <a:ext cx="668020" cy="265430"/>
          </a:xfrm>
          <a:custGeom>
            <a:avLst/>
            <a:gdLst/>
            <a:ahLst/>
            <a:cxnLst/>
            <a:rect l="l" t="t" r="r" b="b"/>
            <a:pathLst>
              <a:path w="668020" h="265429">
                <a:moveTo>
                  <a:pt x="0" y="17780"/>
                </a:moveTo>
                <a:lnTo>
                  <a:pt x="0" y="8000"/>
                </a:lnTo>
                <a:lnTo>
                  <a:pt x="8000" y="0"/>
                </a:lnTo>
                <a:lnTo>
                  <a:pt x="17779" y="0"/>
                </a:lnTo>
                <a:lnTo>
                  <a:pt x="649731" y="0"/>
                </a:lnTo>
                <a:lnTo>
                  <a:pt x="659511" y="0"/>
                </a:lnTo>
                <a:lnTo>
                  <a:pt x="667512" y="8000"/>
                </a:lnTo>
                <a:lnTo>
                  <a:pt x="667512" y="17780"/>
                </a:lnTo>
                <a:lnTo>
                  <a:pt x="667512" y="247396"/>
                </a:lnTo>
                <a:lnTo>
                  <a:pt x="667512" y="257175"/>
                </a:lnTo>
                <a:lnTo>
                  <a:pt x="659511" y="265175"/>
                </a:lnTo>
                <a:lnTo>
                  <a:pt x="649731" y="265175"/>
                </a:lnTo>
                <a:lnTo>
                  <a:pt x="17779" y="265175"/>
                </a:lnTo>
                <a:lnTo>
                  <a:pt x="8000" y="265175"/>
                </a:lnTo>
                <a:lnTo>
                  <a:pt x="0" y="257175"/>
                </a:lnTo>
                <a:lnTo>
                  <a:pt x="0" y="247396"/>
                </a:lnTo>
                <a:lnTo>
                  <a:pt x="0" y="1778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791193" y="4269485"/>
            <a:ext cx="669290" cy="265430"/>
          </a:xfrm>
          <a:custGeom>
            <a:avLst/>
            <a:gdLst/>
            <a:ahLst/>
            <a:cxnLst/>
            <a:rect l="l" t="t" r="r" b="b"/>
            <a:pathLst>
              <a:path w="669290" h="265429">
                <a:moveTo>
                  <a:pt x="0" y="17780"/>
                </a:moveTo>
                <a:lnTo>
                  <a:pt x="0" y="8000"/>
                </a:lnTo>
                <a:lnTo>
                  <a:pt x="8000" y="0"/>
                </a:lnTo>
                <a:lnTo>
                  <a:pt x="17779" y="0"/>
                </a:lnTo>
                <a:lnTo>
                  <a:pt x="651255" y="0"/>
                </a:lnTo>
                <a:lnTo>
                  <a:pt x="661034" y="0"/>
                </a:lnTo>
                <a:lnTo>
                  <a:pt x="669035" y="8000"/>
                </a:lnTo>
                <a:lnTo>
                  <a:pt x="669035" y="17780"/>
                </a:lnTo>
                <a:lnTo>
                  <a:pt x="669035" y="247395"/>
                </a:lnTo>
                <a:lnTo>
                  <a:pt x="669035" y="257175"/>
                </a:lnTo>
                <a:lnTo>
                  <a:pt x="661034" y="265175"/>
                </a:lnTo>
                <a:lnTo>
                  <a:pt x="651255" y="265175"/>
                </a:lnTo>
                <a:lnTo>
                  <a:pt x="17779" y="265175"/>
                </a:lnTo>
                <a:lnTo>
                  <a:pt x="8000" y="265175"/>
                </a:lnTo>
                <a:lnTo>
                  <a:pt x="0" y="257175"/>
                </a:lnTo>
                <a:lnTo>
                  <a:pt x="0" y="247395"/>
                </a:lnTo>
                <a:lnTo>
                  <a:pt x="0" y="1778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060696" y="399542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18203" y="3659885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93205" y="2824298"/>
            <a:ext cx="2392680" cy="692785"/>
            <a:chOff x="6093205" y="2824298"/>
            <a:chExt cx="2392680" cy="692785"/>
          </a:xfrm>
        </p:grpSpPr>
        <p:sp>
          <p:nvSpPr>
            <p:cNvPr id="25" name="object 25"/>
            <p:cNvSpPr/>
            <p:nvPr/>
          </p:nvSpPr>
          <p:spPr>
            <a:xfrm>
              <a:off x="6102730" y="2833823"/>
              <a:ext cx="2373630" cy="673735"/>
            </a:xfrm>
            <a:custGeom>
              <a:avLst/>
              <a:gdLst/>
              <a:ahLst/>
              <a:cxnLst/>
              <a:rect l="l" t="t" r="r" b="b"/>
              <a:pathLst>
                <a:path w="2373629" h="673735">
                  <a:moveTo>
                    <a:pt x="1019860" y="0"/>
                  </a:moveTo>
                  <a:lnTo>
                    <a:pt x="972969" y="269"/>
                  </a:lnTo>
                  <a:lnTo>
                    <a:pt x="926469" y="1782"/>
                  </a:lnTo>
                  <a:lnTo>
                    <a:pt x="880407" y="4549"/>
                  </a:lnTo>
                  <a:lnTo>
                    <a:pt x="834831" y="8578"/>
                  </a:lnTo>
                  <a:lnTo>
                    <a:pt x="789787" y="13879"/>
                  </a:lnTo>
                  <a:lnTo>
                    <a:pt x="745323" y="20463"/>
                  </a:lnTo>
                  <a:lnTo>
                    <a:pt x="701487" y="28338"/>
                  </a:lnTo>
                  <a:lnTo>
                    <a:pt x="658326" y="37515"/>
                  </a:lnTo>
                  <a:lnTo>
                    <a:pt x="615887" y="48003"/>
                  </a:lnTo>
                  <a:lnTo>
                    <a:pt x="574217" y="59812"/>
                  </a:lnTo>
                  <a:lnTo>
                    <a:pt x="533364" y="72951"/>
                  </a:lnTo>
                  <a:lnTo>
                    <a:pt x="493375" y="87431"/>
                  </a:lnTo>
                  <a:lnTo>
                    <a:pt x="454297" y="103261"/>
                  </a:lnTo>
                  <a:lnTo>
                    <a:pt x="416178" y="120450"/>
                  </a:lnTo>
                  <a:lnTo>
                    <a:pt x="370065" y="143877"/>
                  </a:lnTo>
                  <a:lnTo>
                    <a:pt x="326252" y="169168"/>
                  </a:lnTo>
                  <a:lnTo>
                    <a:pt x="284803" y="196275"/>
                  </a:lnTo>
                  <a:lnTo>
                    <a:pt x="245781" y="225147"/>
                  </a:lnTo>
                  <a:lnTo>
                    <a:pt x="209246" y="255737"/>
                  </a:lnTo>
                  <a:lnTo>
                    <a:pt x="175262" y="287995"/>
                  </a:lnTo>
                  <a:lnTo>
                    <a:pt x="143891" y="321872"/>
                  </a:lnTo>
                  <a:lnTo>
                    <a:pt x="0" y="285423"/>
                  </a:lnTo>
                  <a:lnTo>
                    <a:pt x="100203" y="673281"/>
                  </a:lnTo>
                  <a:lnTo>
                    <a:pt x="522859" y="418138"/>
                  </a:lnTo>
                  <a:lnTo>
                    <a:pt x="385318" y="383213"/>
                  </a:lnTo>
                  <a:lnTo>
                    <a:pt x="415082" y="361393"/>
                  </a:lnTo>
                  <a:lnTo>
                    <a:pt x="479561" y="322258"/>
                  </a:lnTo>
                  <a:lnTo>
                    <a:pt x="514134" y="304932"/>
                  </a:lnTo>
                  <a:lnTo>
                    <a:pt x="550168" y="289095"/>
                  </a:lnTo>
                  <a:lnTo>
                    <a:pt x="587590" y="274739"/>
                  </a:lnTo>
                  <a:lnTo>
                    <a:pt x="626330" y="261860"/>
                  </a:lnTo>
                  <a:lnTo>
                    <a:pt x="666317" y="250453"/>
                  </a:lnTo>
                  <a:lnTo>
                    <a:pt x="707479" y="240511"/>
                  </a:lnTo>
                  <a:lnTo>
                    <a:pt x="749744" y="232029"/>
                  </a:lnTo>
                  <a:lnTo>
                    <a:pt x="793042" y="225003"/>
                  </a:lnTo>
                  <a:lnTo>
                    <a:pt x="837301" y="219425"/>
                  </a:lnTo>
                  <a:lnTo>
                    <a:pt x="882450" y="215292"/>
                  </a:lnTo>
                  <a:lnTo>
                    <a:pt x="928417" y="212598"/>
                  </a:lnTo>
                  <a:lnTo>
                    <a:pt x="975131" y="211336"/>
                  </a:lnTo>
                  <a:lnTo>
                    <a:pt x="1022522" y="211503"/>
                  </a:lnTo>
                  <a:lnTo>
                    <a:pt x="1070516" y="213091"/>
                  </a:lnTo>
                  <a:lnTo>
                    <a:pt x="1119044" y="216097"/>
                  </a:lnTo>
                  <a:lnTo>
                    <a:pt x="1168034" y="220514"/>
                  </a:lnTo>
                  <a:lnTo>
                    <a:pt x="1217414" y="226337"/>
                  </a:lnTo>
                  <a:lnTo>
                    <a:pt x="1267113" y="233560"/>
                  </a:lnTo>
                  <a:lnTo>
                    <a:pt x="1317061" y="242179"/>
                  </a:lnTo>
                  <a:lnTo>
                    <a:pt x="1367185" y="252187"/>
                  </a:lnTo>
                  <a:lnTo>
                    <a:pt x="1417414" y="263579"/>
                  </a:lnTo>
                  <a:lnTo>
                    <a:pt x="1467677" y="276350"/>
                  </a:lnTo>
                  <a:lnTo>
                    <a:pt x="1517902" y="290495"/>
                  </a:lnTo>
                  <a:lnTo>
                    <a:pt x="1568019" y="306007"/>
                  </a:lnTo>
                  <a:lnTo>
                    <a:pt x="1617956" y="322882"/>
                  </a:lnTo>
                  <a:lnTo>
                    <a:pt x="1667641" y="341114"/>
                  </a:lnTo>
                  <a:lnTo>
                    <a:pt x="1717004" y="360697"/>
                  </a:lnTo>
                  <a:lnTo>
                    <a:pt x="1765972" y="381627"/>
                  </a:lnTo>
                  <a:lnTo>
                    <a:pt x="1814476" y="403897"/>
                  </a:lnTo>
                  <a:lnTo>
                    <a:pt x="1862442" y="427502"/>
                  </a:lnTo>
                  <a:lnTo>
                    <a:pt x="1909801" y="452438"/>
                  </a:lnTo>
                  <a:lnTo>
                    <a:pt x="1956480" y="478697"/>
                  </a:lnTo>
                  <a:lnTo>
                    <a:pt x="2002409" y="506276"/>
                  </a:lnTo>
                  <a:lnTo>
                    <a:pt x="2045194" y="533678"/>
                  </a:lnTo>
                  <a:lnTo>
                    <a:pt x="2086657" y="561950"/>
                  </a:lnTo>
                  <a:lnTo>
                    <a:pt x="2126763" y="591055"/>
                  </a:lnTo>
                  <a:lnTo>
                    <a:pt x="2165477" y="620957"/>
                  </a:lnTo>
                  <a:lnTo>
                    <a:pt x="2373629" y="522024"/>
                  </a:lnTo>
                  <a:lnTo>
                    <a:pt x="2337017" y="489497"/>
                  </a:lnTo>
                  <a:lnTo>
                    <a:pt x="2299376" y="457924"/>
                  </a:lnTo>
                  <a:lnTo>
                    <a:pt x="2260753" y="427312"/>
                  </a:lnTo>
                  <a:lnTo>
                    <a:pt x="2221196" y="397673"/>
                  </a:lnTo>
                  <a:lnTo>
                    <a:pt x="2180752" y="369015"/>
                  </a:lnTo>
                  <a:lnTo>
                    <a:pt x="2139469" y="341349"/>
                  </a:lnTo>
                  <a:lnTo>
                    <a:pt x="2097393" y="314684"/>
                  </a:lnTo>
                  <a:lnTo>
                    <a:pt x="2054573" y="289030"/>
                  </a:lnTo>
                  <a:lnTo>
                    <a:pt x="2011055" y="264397"/>
                  </a:lnTo>
                  <a:lnTo>
                    <a:pt x="1966888" y="240793"/>
                  </a:lnTo>
                  <a:lnTo>
                    <a:pt x="1922117" y="218230"/>
                  </a:lnTo>
                  <a:lnTo>
                    <a:pt x="1876790" y="196716"/>
                  </a:lnTo>
                  <a:lnTo>
                    <a:pt x="1830956" y="176262"/>
                  </a:lnTo>
                  <a:lnTo>
                    <a:pt x="1784660" y="156877"/>
                  </a:lnTo>
                  <a:lnTo>
                    <a:pt x="1737951" y="138570"/>
                  </a:lnTo>
                  <a:lnTo>
                    <a:pt x="1690876" y="121352"/>
                  </a:lnTo>
                  <a:lnTo>
                    <a:pt x="1643481" y="105232"/>
                  </a:lnTo>
                  <a:lnTo>
                    <a:pt x="1595815" y="90219"/>
                  </a:lnTo>
                  <a:lnTo>
                    <a:pt x="1547925" y="76324"/>
                  </a:lnTo>
                  <a:lnTo>
                    <a:pt x="1499858" y="63556"/>
                  </a:lnTo>
                  <a:lnTo>
                    <a:pt x="1451661" y="51925"/>
                  </a:lnTo>
                  <a:lnTo>
                    <a:pt x="1403381" y="41440"/>
                  </a:lnTo>
                  <a:lnTo>
                    <a:pt x="1355067" y="32112"/>
                  </a:lnTo>
                  <a:lnTo>
                    <a:pt x="1306765" y="23949"/>
                  </a:lnTo>
                  <a:lnTo>
                    <a:pt x="1258522" y="16962"/>
                  </a:lnTo>
                  <a:lnTo>
                    <a:pt x="1210387" y="11160"/>
                  </a:lnTo>
                  <a:lnTo>
                    <a:pt x="1162406" y="6554"/>
                  </a:lnTo>
                  <a:lnTo>
                    <a:pt x="1114626" y="3151"/>
                  </a:lnTo>
                  <a:lnTo>
                    <a:pt x="1067095" y="963"/>
                  </a:lnTo>
                  <a:lnTo>
                    <a:pt x="101986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102730" y="2833823"/>
              <a:ext cx="2373630" cy="673735"/>
            </a:xfrm>
            <a:custGeom>
              <a:avLst/>
              <a:gdLst/>
              <a:ahLst/>
              <a:cxnLst/>
              <a:rect l="l" t="t" r="r" b="b"/>
              <a:pathLst>
                <a:path w="2373629" h="673735">
                  <a:moveTo>
                    <a:pt x="2373629" y="522024"/>
                  </a:moveTo>
                  <a:lnTo>
                    <a:pt x="2337017" y="489497"/>
                  </a:lnTo>
                  <a:lnTo>
                    <a:pt x="2299376" y="457924"/>
                  </a:lnTo>
                  <a:lnTo>
                    <a:pt x="2260753" y="427312"/>
                  </a:lnTo>
                  <a:lnTo>
                    <a:pt x="2221196" y="397673"/>
                  </a:lnTo>
                  <a:lnTo>
                    <a:pt x="2180752" y="369015"/>
                  </a:lnTo>
                  <a:lnTo>
                    <a:pt x="2139469" y="341349"/>
                  </a:lnTo>
                  <a:lnTo>
                    <a:pt x="2097393" y="314684"/>
                  </a:lnTo>
                  <a:lnTo>
                    <a:pt x="2054573" y="289030"/>
                  </a:lnTo>
                  <a:lnTo>
                    <a:pt x="2011055" y="264397"/>
                  </a:lnTo>
                  <a:lnTo>
                    <a:pt x="1966888" y="240793"/>
                  </a:lnTo>
                  <a:lnTo>
                    <a:pt x="1922117" y="218230"/>
                  </a:lnTo>
                  <a:lnTo>
                    <a:pt x="1876790" y="196716"/>
                  </a:lnTo>
                  <a:lnTo>
                    <a:pt x="1830956" y="176262"/>
                  </a:lnTo>
                  <a:lnTo>
                    <a:pt x="1784660" y="156877"/>
                  </a:lnTo>
                  <a:lnTo>
                    <a:pt x="1737951" y="138570"/>
                  </a:lnTo>
                  <a:lnTo>
                    <a:pt x="1690876" y="121352"/>
                  </a:lnTo>
                  <a:lnTo>
                    <a:pt x="1643481" y="105232"/>
                  </a:lnTo>
                  <a:lnTo>
                    <a:pt x="1595815" y="90219"/>
                  </a:lnTo>
                  <a:lnTo>
                    <a:pt x="1547925" y="76324"/>
                  </a:lnTo>
                  <a:lnTo>
                    <a:pt x="1499858" y="63556"/>
                  </a:lnTo>
                  <a:lnTo>
                    <a:pt x="1451661" y="51925"/>
                  </a:lnTo>
                  <a:lnTo>
                    <a:pt x="1403381" y="41440"/>
                  </a:lnTo>
                  <a:lnTo>
                    <a:pt x="1355067" y="32112"/>
                  </a:lnTo>
                  <a:lnTo>
                    <a:pt x="1306765" y="23949"/>
                  </a:lnTo>
                  <a:lnTo>
                    <a:pt x="1258522" y="16962"/>
                  </a:lnTo>
                  <a:lnTo>
                    <a:pt x="1210387" y="11160"/>
                  </a:lnTo>
                  <a:lnTo>
                    <a:pt x="1162406" y="6554"/>
                  </a:lnTo>
                  <a:lnTo>
                    <a:pt x="1114626" y="3151"/>
                  </a:lnTo>
                  <a:lnTo>
                    <a:pt x="1067095" y="963"/>
                  </a:lnTo>
                  <a:lnTo>
                    <a:pt x="1019860" y="0"/>
                  </a:lnTo>
                  <a:lnTo>
                    <a:pt x="972969" y="269"/>
                  </a:lnTo>
                  <a:lnTo>
                    <a:pt x="926469" y="1782"/>
                  </a:lnTo>
                  <a:lnTo>
                    <a:pt x="880407" y="4549"/>
                  </a:lnTo>
                  <a:lnTo>
                    <a:pt x="834831" y="8578"/>
                  </a:lnTo>
                  <a:lnTo>
                    <a:pt x="789787" y="13879"/>
                  </a:lnTo>
                  <a:lnTo>
                    <a:pt x="745323" y="20463"/>
                  </a:lnTo>
                  <a:lnTo>
                    <a:pt x="701487" y="28338"/>
                  </a:lnTo>
                  <a:lnTo>
                    <a:pt x="658326" y="37515"/>
                  </a:lnTo>
                  <a:lnTo>
                    <a:pt x="615887" y="48003"/>
                  </a:lnTo>
                  <a:lnTo>
                    <a:pt x="574217" y="59812"/>
                  </a:lnTo>
                  <a:lnTo>
                    <a:pt x="533364" y="72951"/>
                  </a:lnTo>
                  <a:lnTo>
                    <a:pt x="493375" y="87431"/>
                  </a:lnTo>
                  <a:lnTo>
                    <a:pt x="454297" y="103261"/>
                  </a:lnTo>
                  <a:lnTo>
                    <a:pt x="416178" y="120450"/>
                  </a:lnTo>
                  <a:lnTo>
                    <a:pt x="370065" y="143877"/>
                  </a:lnTo>
                  <a:lnTo>
                    <a:pt x="326252" y="169168"/>
                  </a:lnTo>
                  <a:lnTo>
                    <a:pt x="284803" y="196275"/>
                  </a:lnTo>
                  <a:lnTo>
                    <a:pt x="245781" y="225147"/>
                  </a:lnTo>
                  <a:lnTo>
                    <a:pt x="209246" y="255737"/>
                  </a:lnTo>
                  <a:lnTo>
                    <a:pt x="175262" y="287995"/>
                  </a:lnTo>
                  <a:lnTo>
                    <a:pt x="143891" y="321872"/>
                  </a:lnTo>
                  <a:lnTo>
                    <a:pt x="0" y="285423"/>
                  </a:lnTo>
                  <a:lnTo>
                    <a:pt x="100203" y="673281"/>
                  </a:lnTo>
                  <a:lnTo>
                    <a:pt x="522859" y="418138"/>
                  </a:lnTo>
                  <a:lnTo>
                    <a:pt x="385318" y="383213"/>
                  </a:lnTo>
                  <a:lnTo>
                    <a:pt x="415082" y="361393"/>
                  </a:lnTo>
                  <a:lnTo>
                    <a:pt x="479561" y="322258"/>
                  </a:lnTo>
                  <a:lnTo>
                    <a:pt x="514134" y="304932"/>
                  </a:lnTo>
                  <a:lnTo>
                    <a:pt x="550168" y="289095"/>
                  </a:lnTo>
                  <a:lnTo>
                    <a:pt x="587590" y="274739"/>
                  </a:lnTo>
                  <a:lnTo>
                    <a:pt x="626330" y="261860"/>
                  </a:lnTo>
                  <a:lnTo>
                    <a:pt x="666317" y="250453"/>
                  </a:lnTo>
                  <a:lnTo>
                    <a:pt x="707479" y="240511"/>
                  </a:lnTo>
                  <a:lnTo>
                    <a:pt x="749744" y="232029"/>
                  </a:lnTo>
                  <a:lnTo>
                    <a:pt x="793042" y="225003"/>
                  </a:lnTo>
                  <a:lnTo>
                    <a:pt x="837301" y="219425"/>
                  </a:lnTo>
                  <a:lnTo>
                    <a:pt x="882450" y="215292"/>
                  </a:lnTo>
                  <a:lnTo>
                    <a:pt x="928417" y="212598"/>
                  </a:lnTo>
                  <a:lnTo>
                    <a:pt x="975131" y="211336"/>
                  </a:lnTo>
                  <a:lnTo>
                    <a:pt x="1022522" y="211503"/>
                  </a:lnTo>
                  <a:lnTo>
                    <a:pt x="1070516" y="213091"/>
                  </a:lnTo>
                  <a:lnTo>
                    <a:pt x="1119044" y="216097"/>
                  </a:lnTo>
                  <a:lnTo>
                    <a:pt x="1168034" y="220514"/>
                  </a:lnTo>
                  <a:lnTo>
                    <a:pt x="1217414" y="226337"/>
                  </a:lnTo>
                  <a:lnTo>
                    <a:pt x="1267113" y="233560"/>
                  </a:lnTo>
                  <a:lnTo>
                    <a:pt x="1317061" y="242179"/>
                  </a:lnTo>
                  <a:lnTo>
                    <a:pt x="1367185" y="252187"/>
                  </a:lnTo>
                  <a:lnTo>
                    <a:pt x="1417414" y="263579"/>
                  </a:lnTo>
                  <a:lnTo>
                    <a:pt x="1467677" y="276350"/>
                  </a:lnTo>
                  <a:lnTo>
                    <a:pt x="1517902" y="290495"/>
                  </a:lnTo>
                  <a:lnTo>
                    <a:pt x="1568019" y="306007"/>
                  </a:lnTo>
                  <a:lnTo>
                    <a:pt x="1617956" y="322882"/>
                  </a:lnTo>
                  <a:lnTo>
                    <a:pt x="1667641" y="341114"/>
                  </a:lnTo>
                  <a:lnTo>
                    <a:pt x="1717004" y="360697"/>
                  </a:lnTo>
                  <a:lnTo>
                    <a:pt x="1765972" y="381627"/>
                  </a:lnTo>
                  <a:lnTo>
                    <a:pt x="1814476" y="403897"/>
                  </a:lnTo>
                  <a:lnTo>
                    <a:pt x="1862442" y="427502"/>
                  </a:lnTo>
                  <a:lnTo>
                    <a:pt x="1909801" y="452438"/>
                  </a:lnTo>
                  <a:lnTo>
                    <a:pt x="1956480" y="478697"/>
                  </a:lnTo>
                  <a:lnTo>
                    <a:pt x="2002409" y="506276"/>
                  </a:lnTo>
                  <a:lnTo>
                    <a:pt x="2045194" y="533678"/>
                  </a:lnTo>
                  <a:lnTo>
                    <a:pt x="2086657" y="561950"/>
                  </a:lnTo>
                  <a:lnTo>
                    <a:pt x="2126763" y="591055"/>
                  </a:lnTo>
                  <a:lnTo>
                    <a:pt x="2165477" y="620957"/>
                  </a:lnTo>
                  <a:lnTo>
                    <a:pt x="2373629" y="52202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D1D1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1447990" y="2735770"/>
            <a:ext cx="4996815" cy="2360295"/>
            <a:chOff x="1447990" y="2735770"/>
            <a:chExt cx="4996815" cy="2360295"/>
          </a:xfrm>
        </p:grpSpPr>
        <p:sp>
          <p:nvSpPr>
            <p:cNvPr id="4" name="object 4"/>
            <p:cNvSpPr/>
            <p:nvPr/>
          </p:nvSpPr>
          <p:spPr>
            <a:xfrm>
              <a:off x="1462277" y="2750057"/>
              <a:ext cx="4968240" cy="2331720"/>
            </a:xfrm>
            <a:custGeom>
              <a:avLst/>
              <a:gdLst/>
              <a:ahLst/>
              <a:cxnLst/>
              <a:rect l="l" t="t" r="r" b="b"/>
              <a:pathLst>
                <a:path w="4968240" h="2331720">
                  <a:moveTo>
                    <a:pt x="4579620" y="0"/>
                  </a:moveTo>
                  <a:lnTo>
                    <a:pt x="388620" y="0"/>
                  </a:lnTo>
                  <a:lnTo>
                    <a:pt x="339872" y="3027"/>
                  </a:lnTo>
                  <a:lnTo>
                    <a:pt x="292931" y="11868"/>
                  </a:lnTo>
                  <a:lnTo>
                    <a:pt x="248161" y="26158"/>
                  </a:lnTo>
                  <a:lnTo>
                    <a:pt x="205927" y="45532"/>
                  </a:lnTo>
                  <a:lnTo>
                    <a:pt x="166592" y="69627"/>
                  </a:lnTo>
                  <a:lnTo>
                    <a:pt x="130521" y="98078"/>
                  </a:lnTo>
                  <a:lnTo>
                    <a:pt x="98078" y="130521"/>
                  </a:lnTo>
                  <a:lnTo>
                    <a:pt x="69627" y="166592"/>
                  </a:lnTo>
                  <a:lnTo>
                    <a:pt x="45532" y="205927"/>
                  </a:lnTo>
                  <a:lnTo>
                    <a:pt x="26158" y="248161"/>
                  </a:lnTo>
                  <a:lnTo>
                    <a:pt x="11868" y="292931"/>
                  </a:lnTo>
                  <a:lnTo>
                    <a:pt x="3027" y="339872"/>
                  </a:lnTo>
                  <a:lnTo>
                    <a:pt x="0" y="388619"/>
                  </a:lnTo>
                  <a:lnTo>
                    <a:pt x="0" y="1943099"/>
                  </a:lnTo>
                  <a:lnTo>
                    <a:pt x="3027" y="1991847"/>
                  </a:lnTo>
                  <a:lnTo>
                    <a:pt x="11868" y="2038788"/>
                  </a:lnTo>
                  <a:lnTo>
                    <a:pt x="26158" y="2083558"/>
                  </a:lnTo>
                  <a:lnTo>
                    <a:pt x="45532" y="2125792"/>
                  </a:lnTo>
                  <a:lnTo>
                    <a:pt x="69627" y="2165127"/>
                  </a:lnTo>
                  <a:lnTo>
                    <a:pt x="98078" y="2201198"/>
                  </a:lnTo>
                  <a:lnTo>
                    <a:pt x="130521" y="2233641"/>
                  </a:lnTo>
                  <a:lnTo>
                    <a:pt x="166592" y="2262092"/>
                  </a:lnTo>
                  <a:lnTo>
                    <a:pt x="205927" y="2286187"/>
                  </a:lnTo>
                  <a:lnTo>
                    <a:pt x="248161" y="2305561"/>
                  </a:lnTo>
                  <a:lnTo>
                    <a:pt x="292931" y="2319851"/>
                  </a:lnTo>
                  <a:lnTo>
                    <a:pt x="339872" y="2328692"/>
                  </a:lnTo>
                  <a:lnTo>
                    <a:pt x="388620" y="2331719"/>
                  </a:lnTo>
                  <a:lnTo>
                    <a:pt x="4579620" y="2331719"/>
                  </a:lnTo>
                  <a:lnTo>
                    <a:pt x="4628367" y="2328692"/>
                  </a:lnTo>
                  <a:lnTo>
                    <a:pt x="4675308" y="2319851"/>
                  </a:lnTo>
                  <a:lnTo>
                    <a:pt x="4720078" y="2305561"/>
                  </a:lnTo>
                  <a:lnTo>
                    <a:pt x="4762312" y="2286187"/>
                  </a:lnTo>
                  <a:lnTo>
                    <a:pt x="4801647" y="2262092"/>
                  </a:lnTo>
                  <a:lnTo>
                    <a:pt x="4837718" y="2233641"/>
                  </a:lnTo>
                  <a:lnTo>
                    <a:pt x="4870161" y="2201198"/>
                  </a:lnTo>
                  <a:lnTo>
                    <a:pt x="4898612" y="2165127"/>
                  </a:lnTo>
                  <a:lnTo>
                    <a:pt x="4922707" y="2125792"/>
                  </a:lnTo>
                  <a:lnTo>
                    <a:pt x="4942081" y="2083558"/>
                  </a:lnTo>
                  <a:lnTo>
                    <a:pt x="4956371" y="2038788"/>
                  </a:lnTo>
                  <a:lnTo>
                    <a:pt x="4965212" y="1991847"/>
                  </a:lnTo>
                  <a:lnTo>
                    <a:pt x="4968240" y="1943099"/>
                  </a:lnTo>
                  <a:lnTo>
                    <a:pt x="4968240" y="388619"/>
                  </a:lnTo>
                  <a:lnTo>
                    <a:pt x="4965212" y="339872"/>
                  </a:lnTo>
                  <a:lnTo>
                    <a:pt x="4956371" y="292931"/>
                  </a:lnTo>
                  <a:lnTo>
                    <a:pt x="4942081" y="248161"/>
                  </a:lnTo>
                  <a:lnTo>
                    <a:pt x="4922707" y="205927"/>
                  </a:lnTo>
                  <a:lnTo>
                    <a:pt x="4898612" y="166592"/>
                  </a:lnTo>
                  <a:lnTo>
                    <a:pt x="4870161" y="130521"/>
                  </a:lnTo>
                  <a:lnTo>
                    <a:pt x="4837718" y="98078"/>
                  </a:lnTo>
                  <a:lnTo>
                    <a:pt x="4801647" y="69627"/>
                  </a:lnTo>
                  <a:lnTo>
                    <a:pt x="4762312" y="45532"/>
                  </a:lnTo>
                  <a:lnTo>
                    <a:pt x="4720078" y="26158"/>
                  </a:lnTo>
                  <a:lnTo>
                    <a:pt x="4675308" y="11868"/>
                  </a:lnTo>
                  <a:lnTo>
                    <a:pt x="4628367" y="3027"/>
                  </a:lnTo>
                  <a:lnTo>
                    <a:pt x="45796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62277" y="2750057"/>
              <a:ext cx="4968240" cy="2331720"/>
            </a:xfrm>
            <a:custGeom>
              <a:avLst/>
              <a:gdLst/>
              <a:ahLst/>
              <a:cxnLst/>
              <a:rect l="l" t="t" r="r" b="b"/>
              <a:pathLst>
                <a:path w="4968240" h="2331720">
                  <a:moveTo>
                    <a:pt x="0" y="388619"/>
                  </a:moveTo>
                  <a:lnTo>
                    <a:pt x="3027" y="339872"/>
                  </a:lnTo>
                  <a:lnTo>
                    <a:pt x="11868" y="292931"/>
                  </a:lnTo>
                  <a:lnTo>
                    <a:pt x="26158" y="248161"/>
                  </a:lnTo>
                  <a:lnTo>
                    <a:pt x="45532" y="205927"/>
                  </a:lnTo>
                  <a:lnTo>
                    <a:pt x="69627" y="166592"/>
                  </a:lnTo>
                  <a:lnTo>
                    <a:pt x="98078" y="130521"/>
                  </a:lnTo>
                  <a:lnTo>
                    <a:pt x="130521" y="98078"/>
                  </a:lnTo>
                  <a:lnTo>
                    <a:pt x="166592" y="69627"/>
                  </a:lnTo>
                  <a:lnTo>
                    <a:pt x="205927" y="45532"/>
                  </a:lnTo>
                  <a:lnTo>
                    <a:pt x="248161" y="26158"/>
                  </a:lnTo>
                  <a:lnTo>
                    <a:pt x="292931" y="11868"/>
                  </a:lnTo>
                  <a:lnTo>
                    <a:pt x="339872" y="3027"/>
                  </a:lnTo>
                  <a:lnTo>
                    <a:pt x="388620" y="0"/>
                  </a:lnTo>
                  <a:lnTo>
                    <a:pt x="4579620" y="0"/>
                  </a:lnTo>
                  <a:lnTo>
                    <a:pt x="4628367" y="3027"/>
                  </a:lnTo>
                  <a:lnTo>
                    <a:pt x="4675308" y="11868"/>
                  </a:lnTo>
                  <a:lnTo>
                    <a:pt x="4720078" y="26158"/>
                  </a:lnTo>
                  <a:lnTo>
                    <a:pt x="4762312" y="45532"/>
                  </a:lnTo>
                  <a:lnTo>
                    <a:pt x="4801647" y="69627"/>
                  </a:lnTo>
                  <a:lnTo>
                    <a:pt x="4837718" y="98078"/>
                  </a:lnTo>
                  <a:lnTo>
                    <a:pt x="4870161" y="130521"/>
                  </a:lnTo>
                  <a:lnTo>
                    <a:pt x="4898612" y="166592"/>
                  </a:lnTo>
                  <a:lnTo>
                    <a:pt x="4922707" y="205927"/>
                  </a:lnTo>
                  <a:lnTo>
                    <a:pt x="4942081" y="248161"/>
                  </a:lnTo>
                  <a:lnTo>
                    <a:pt x="4956371" y="292931"/>
                  </a:lnTo>
                  <a:lnTo>
                    <a:pt x="4965212" y="339872"/>
                  </a:lnTo>
                  <a:lnTo>
                    <a:pt x="4968240" y="388619"/>
                  </a:lnTo>
                  <a:lnTo>
                    <a:pt x="4968240" y="1943099"/>
                  </a:lnTo>
                  <a:lnTo>
                    <a:pt x="4965212" y="1991847"/>
                  </a:lnTo>
                  <a:lnTo>
                    <a:pt x="4956371" y="2038788"/>
                  </a:lnTo>
                  <a:lnTo>
                    <a:pt x="4942081" y="2083558"/>
                  </a:lnTo>
                  <a:lnTo>
                    <a:pt x="4922707" y="2125792"/>
                  </a:lnTo>
                  <a:lnTo>
                    <a:pt x="4898612" y="2165127"/>
                  </a:lnTo>
                  <a:lnTo>
                    <a:pt x="4870161" y="2201198"/>
                  </a:lnTo>
                  <a:lnTo>
                    <a:pt x="4837718" y="2233641"/>
                  </a:lnTo>
                  <a:lnTo>
                    <a:pt x="4801647" y="2262092"/>
                  </a:lnTo>
                  <a:lnTo>
                    <a:pt x="4762312" y="2286187"/>
                  </a:lnTo>
                  <a:lnTo>
                    <a:pt x="4720078" y="2305561"/>
                  </a:lnTo>
                  <a:lnTo>
                    <a:pt x="4675308" y="2319851"/>
                  </a:lnTo>
                  <a:lnTo>
                    <a:pt x="4628367" y="2328692"/>
                  </a:lnTo>
                  <a:lnTo>
                    <a:pt x="4579620" y="2331719"/>
                  </a:lnTo>
                  <a:lnTo>
                    <a:pt x="388620" y="2331719"/>
                  </a:lnTo>
                  <a:lnTo>
                    <a:pt x="339872" y="2328692"/>
                  </a:lnTo>
                  <a:lnTo>
                    <a:pt x="292931" y="2319851"/>
                  </a:lnTo>
                  <a:lnTo>
                    <a:pt x="248161" y="2305561"/>
                  </a:lnTo>
                  <a:lnTo>
                    <a:pt x="205927" y="2286187"/>
                  </a:lnTo>
                  <a:lnTo>
                    <a:pt x="166592" y="2262092"/>
                  </a:lnTo>
                  <a:lnTo>
                    <a:pt x="130521" y="2233641"/>
                  </a:lnTo>
                  <a:lnTo>
                    <a:pt x="98078" y="2201198"/>
                  </a:lnTo>
                  <a:lnTo>
                    <a:pt x="69627" y="2165127"/>
                  </a:lnTo>
                  <a:lnTo>
                    <a:pt x="45532" y="2125792"/>
                  </a:lnTo>
                  <a:lnTo>
                    <a:pt x="26158" y="2083558"/>
                  </a:lnTo>
                  <a:lnTo>
                    <a:pt x="11868" y="2038788"/>
                  </a:lnTo>
                  <a:lnTo>
                    <a:pt x="3027" y="1991847"/>
                  </a:lnTo>
                  <a:lnTo>
                    <a:pt x="0" y="1943099"/>
                  </a:lnTo>
                  <a:lnTo>
                    <a:pt x="0" y="388619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8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4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946398" y="3064001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4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8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1120902" y="0"/>
                  </a:moveTo>
                  <a:lnTo>
                    <a:pt x="1068140" y="1013"/>
                  </a:lnTo>
                  <a:lnTo>
                    <a:pt x="1016006" y="4024"/>
                  </a:lnTo>
                  <a:lnTo>
                    <a:pt x="964554" y="8988"/>
                  </a:lnTo>
                  <a:lnTo>
                    <a:pt x="913836" y="15860"/>
                  </a:lnTo>
                  <a:lnTo>
                    <a:pt x="863908" y="24595"/>
                  </a:lnTo>
                  <a:lnTo>
                    <a:pt x="814822" y="35148"/>
                  </a:lnTo>
                  <a:lnTo>
                    <a:pt x="766632" y="47475"/>
                  </a:lnTo>
                  <a:lnTo>
                    <a:pt x="719394" y="61531"/>
                  </a:lnTo>
                  <a:lnTo>
                    <a:pt x="673159" y="77272"/>
                  </a:lnTo>
                  <a:lnTo>
                    <a:pt x="627983" y="94652"/>
                  </a:lnTo>
                  <a:lnTo>
                    <a:pt x="583919" y="113627"/>
                  </a:lnTo>
                  <a:lnTo>
                    <a:pt x="541020" y="134152"/>
                  </a:lnTo>
                  <a:lnTo>
                    <a:pt x="499342" y="156182"/>
                  </a:lnTo>
                  <a:lnTo>
                    <a:pt x="458937" y="179673"/>
                  </a:lnTo>
                  <a:lnTo>
                    <a:pt x="419859" y="204580"/>
                  </a:lnTo>
                  <a:lnTo>
                    <a:pt x="382163" y="230858"/>
                  </a:lnTo>
                  <a:lnTo>
                    <a:pt x="345902" y="258462"/>
                  </a:lnTo>
                  <a:lnTo>
                    <a:pt x="311130" y="287348"/>
                  </a:lnTo>
                  <a:lnTo>
                    <a:pt x="277900" y="317471"/>
                  </a:lnTo>
                  <a:lnTo>
                    <a:pt x="246268" y="348787"/>
                  </a:lnTo>
                  <a:lnTo>
                    <a:pt x="216286" y="381249"/>
                  </a:lnTo>
                  <a:lnTo>
                    <a:pt x="188008" y="414815"/>
                  </a:lnTo>
                  <a:lnTo>
                    <a:pt x="161488" y="449438"/>
                  </a:lnTo>
                  <a:lnTo>
                    <a:pt x="136781" y="485075"/>
                  </a:lnTo>
                  <a:lnTo>
                    <a:pt x="113940" y="521681"/>
                  </a:lnTo>
                  <a:lnTo>
                    <a:pt x="93018" y="559210"/>
                  </a:lnTo>
                  <a:lnTo>
                    <a:pt x="74070" y="597618"/>
                  </a:lnTo>
                  <a:lnTo>
                    <a:pt x="57149" y="636861"/>
                  </a:lnTo>
                  <a:lnTo>
                    <a:pt x="42310" y="676893"/>
                  </a:lnTo>
                  <a:lnTo>
                    <a:pt x="29606" y="717670"/>
                  </a:lnTo>
                  <a:lnTo>
                    <a:pt x="19092" y="759147"/>
                  </a:lnTo>
                  <a:lnTo>
                    <a:pt x="10820" y="801280"/>
                  </a:lnTo>
                  <a:lnTo>
                    <a:pt x="4844" y="844024"/>
                  </a:lnTo>
                  <a:lnTo>
                    <a:pt x="1220" y="887333"/>
                  </a:lnTo>
                  <a:lnTo>
                    <a:pt x="0" y="931164"/>
                  </a:lnTo>
                  <a:lnTo>
                    <a:pt x="1220" y="974994"/>
                  </a:lnTo>
                  <a:lnTo>
                    <a:pt x="4844" y="1018303"/>
                  </a:lnTo>
                  <a:lnTo>
                    <a:pt x="10820" y="1061047"/>
                  </a:lnTo>
                  <a:lnTo>
                    <a:pt x="19092" y="1103180"/>
                  </a:lnTo>
                  <a:lnTo>
                    <a:pt x="29606" y="1144657"/>
                  </a:lnTo>
                  <a:lnTo>
                    <a:pt x="42310" y="1185434"/>
                  </a:lnTo>
                  <a:lnTo>
                    <a:pt x="57149" y="1225466"/>
                  </a:lnTo>
                  <a:lnTo>
                    <a:pt x="74070" y="1264709"/>
                  </a:lnTo>
                  <a:lnTo>
                    <a:pt x="93018" y="1303117"/>
                  </a:lnTo>
                  <a:lnTo>
                    <a:pt x="113940" y="1340646"/>
                  </a:lnTo>
                  <a:lnTo>
                    <a:pt x="136781" y="1377252"/>
                  </a:lnTo>
                  <a:lnTo>
                    <a:pt x="161488" y="1412889"/>
                  </a:lnTo>
                  <a:lnTo>
                    <a:pt x="188008" y="1447512"/>
                  </a:lnTo>
                  <a:lnTo>
                    <a:pt x="216286" y="1481078"/>
                  </a:lnTo>
                  <a:lnTo>
                    <a:pt x="246268" y="1513540"/>
                  </a:lnTo>
                  <a:lnTo>
                    <a:pt x="277900" y="1544856"/>
                  </a:lnTo>
                  <a:lnTo>
                    <a:pt x="311130" y="1574979"/>
                  </a:lnTo>
                  <a:lnTo>
                    <a:pt x="345902" y="1603865"/>
                  </a:lnTo>
                  <a:lnTo>
                    <a:pt x="382163" y="1631469"/>
                  </a:lnTo>
                  <a:lnTo>
                    <a:pt x="419859" y="1657747"/>
                  </a:lnTo>
                  <a:lnTo>
                    <a:pt x="458937" y="1682654"/>
                  </a:lnTo>
                  <a:lnTo>
                    <a:pt x="499342" y="1706145"/>
                  </a:lnTo>
                  <a:lnTo>
                    <a:pt x="541020" y="1728175"/>
                  </a:lnTo>
                  <a:lnTo>
                    <a:pt x="583919" y="1748700"/>
                  </a:lnTo>
                  <a:lnTo>
                    <a:pt x="627983" y="1767675"/>
                  </a:lnTo>
                  <a:lnTo>
                    <a:pt x="673159" y="1785055"/>
                  </a:lnTo>
                  <a:lnTo>
                    <a:pt x="719394" y="1800796"/>
                  </a:lnTo>
                  <a:lnTo>
                    <a:pt x="766632" y="1814852"/>
                  </a:lnTo>
                  <a:lnTo>
                    <a:pt x="814822" y="1827179"/>
                  </a:lnTo>
                  <a:lnTo>
                    <a:pt x="863908" y="1837732"/>
                  </a:lnTo>
                  <a:lnTo>
                    <a:pt x="913836" y="1846467"/>
                  </a:lnTo>
                  <a:lnTo>
                    <a:pt x="964554" y="1853339"/>
                  </a:lnTo>
                  <a:lnTo>
                    <a:pt x="1016006" y="1858303"/>
                  </a:lnTo>
                  <a:lnTo>
                    <a:pt x="1068140" y="1861314"/>
                  </a:lnTo>
                  <a:lnTo>
                    <a:pt x="1120902" y="1862328"/>
                  </a:lnTo>
                  <a:lnTo>
                    <a:pt x="1173663" y="1861314"/>
                  </a:lnTo>
                  <a:lnTo>
                    <a:pt x="1225797" y="1858303"/>
                  </a:lnTo>
                  <a:lnTo>
                    <a:pt x="1277249" y="1853339"/>
                  </a:lnTo>
                  <a:lnTo>
                    <a:pt x="1327967" y="1846467"/>
                  </a:lnTo>
                  <a:lnTo>
                    <a:pt x="1377895" y="1837732"/>
                  </a:lnTo>
                  <a:lnTo>
                    <a:pt x="1426981" y="1827179"/>
                  </a:lnTo>
                  <a:lnTo>
                    <a:pt x="1475171" y="1814852"/>
                  </a:lnTo>
                  <a:lnTo>
                    <a:pt x="1522409" y="1800796"/>
                  </a:lnTo>
                  <a:lnTo>
                    <a:pt x="1568644" y="1785055"/>
                  </a:lnTo>
                  <a:lnTo>
                    <a:pt x="1613820" y="1767675"/>
                  </a:lnTo>
                  <a:lnTo>
                    <a:pt x="1657884" y="1748700"/>
                  </a:lnTo>
                  <a:lnTo>
                    <a:pt x="1700783" y="1728175"/>
                  </a:lnTo>
                  <a:lnTo>
                    <a:pt x="1742461" y="1706145"/>
                  </a:lnTo>
                  <a:lnTo>
                    <a:pt x="1782866" y="1682654"/>
                  </a:lnTo>
                  <a:lnTo>
                    <a:pt x="1821944" y="1657747"/>
                  </a:lnTo>
                  <a:lnTo>
                    <a:pt x="1859640" y="1631469"/>
                  </a:lnTo>
                  <a:lnTo>
                    <a:pt x="1895901" y="1603865"/>
                  </a:lnTo>
                  <a:lnTo>
                    <a:pt x="1930673" y="1574979"/>
                  </a:lnTo>
                  <a:lnTo>
                    <a:pt x="1963903" y="1544856"/>
                  </a:lnTo>
                  <a:lnTo>
                    <a:pt x="1995535" y="1513540"/>
                  </a:lnTo>
                  <a:lnTo>
                    <a:pt x="2025517" y="1481078"/>
                  </a:lnTo>
                  <a:lnTo>
                    <a:pt x="2053795" y="1447512"/>
                  </a:lnTo>
                  <a:lnTo>
                    <a:pt x="2080315" y="1412889"/>
                  </a:lnTo>
                  <a:lnTo>
                    <a:pt x="2105022" y="1377252"/>
                  </a:lnTo>
                  <a:lnTo>
                    <a:pt x="2127863" y="1340646"/>
                  </a:lnTo>
                  <a:lnTo>
                    <a:pt x="2148785" y="1303117"/>
                  </a:lnTo>
                  <a:lnTo>
                    <a:pt x="2167733" y="1264709"/>
                  </a:lnTo>
                  <a:lnTo>
                    <a:pt x="2184654" y="1225466"/>
                  </a:lnTo>
                  <a:lnTo>
                    <a:pt x="2199493" y="1185434"/>
                  </a:lnTo>
                  <a:lnTo>
                    <a:pt x="2212197" y="1144657"/>
                  </a:lnTo>
                  <a:lnTo>
                    <a:pt x="2222711" y="1103180"/>
                  </a:lnTo>
                  <a:lnTo>
                    <a:pt x="2230983" y="1061047"/>
                  </a:lnTo>
                  <a:lnTo>
                    <a:pt x="2236959" y="1018303"/>
                  </a:lnTo>
                  <a:lnTo>
                    <a:pt x="2240583" y="974994"/>
                  </a:lnTo>
                  <a:lnTo>
                    <a:pt x="2241804" y="931164"/>
                  </a:lnTo>
                  <a:lnTo>
                    <a:pt x="2240583" y="887333"/>
                  </a:lnTo>
                  <a:lnTo>
                    <a:pt x="2236959" y="844024"/>
                  </a:lnTo>
                  <a:lnTo>
                    <a:pt x="2230983" y="801280"/>
                  </a:lnTo>
                  <a:lnTo>
                    <a:pt x="2222711" y="759147"/>
                  </a:lnTo>
                  <a:lnTo>
                    <a:pt x="2212197" y="717670"/>
                  </a:lnTo>
                  <a:lnTo>
                    <a:pt x="2199493" y="676893"/>
                  </a:lnTo>
                  <a:lnTo>
                    <a:pt x="2184654" y="636861"/>
                  </a:lnTo>
                  <a:lnTo>
                    <a:pt x="2167733" y="597618"/>
                  </a:lnTo>
                  <a:lnTo>
                    <a:pt x="2148785" y="559210"/>
                  </a:lnTo>
                  <a:lnTo>
                    <a:pt x="2127863" y="521681"/>
                  </a:lnTo>
                  <a:lnTo>
                    <a:pt x="2105022" y="485075"/>
                  </a:lnTo>
                  <a:lnTo>
                    <a:pt x="2080315" y="449438"/>
                  </a:lnTo>
                  <a:lnTo>
                    <a:pt x="2053795" y="414815"/>
                  </a:lnTo>
                  <a:lnTo>
                    <a:pt x="2025517" y="381249"/>
                  </a:lnTo>
                  <a:lnTo>
                    <a:pt x="1995535" y="348787"/>
                  </a:lnTo>
                  <a:lnTo>
                    <a:pt x="1963903" y="317471"/>
                  </a:lnTo>
                  <a:lnTo>
                    <a:pt x="1930673" y="287348"/>
                  </a:lnTo>
                  <a:lnTo>
                    <a:pt x="1895901" y="258462"/>
                  </a:lnTo>
                  <a:lnTo>
                    <a:pt x="1859640" y="230858"/>
                  </a:lnTo>
                  <a:lnTo>
                    <a:pt x="1821944" y="204580"/>
                  </a:lnTo>
                  <a:lnTo>
                    <a:pt x="1782866" y="179673"/>
                  </a:lnTo>
                  <a:lnTo>
                    <a:pt x="1742461" y="156182"/>
                  </a:lnTo>
                  <a:lnTo>
                    <a:pt x="1700783" y="134152"/>
                  </a:lnTo>
                  <a:lnTo>
                    <a:pt x="1657884" y="113627"/>
                  </a:lnTo>
                  <a:lnTo>
                    <a:pt x="1613820" y="94652"/>
                  </a:lnTo>
                  <a:lnTo>
                    <a:pt x="1568644" y="77272"/>
                  </a:lnTo>
                  <a:lnTo>
                    <a:pt x="1522409" y="61531"/>
                  </a:lnTo>
                  <a:lnTo>
                    <a:pt x="1475171" y="47475"/>
                  </a:lnTo>
                  <a:lnTo>
                    <a:pt x="1426981" y="35148"/>
                  </a:lnTo>
                  <a:lnTo>
                    <a:pt x="1377895" y="24595"/>
                  </a:lnTo>
                  <a:lnTo>
                    <a:pt x="1327967" y="15860"/>
                  </a:lnTo>
                  <a:lnTo>
                    <a:pt x="1277249" y="8988"/>
                  </a:lnTo>
                  <a:lnTo>
                    <a:pt x="1225797" y="4024"/>
                  </a:lnTo>
                  <a:lnTo>
                    <a:pt x="1173663" y="1013"/>
                  </a:lnTo>
                  <a:lnTo>
                    <a:pt x="1120902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590293" y="3064001"/>
              <a:ext cx="2242185" cy="1862455"/>
            </a:xfrm>
            <a:custGeom>
              <a:avLst/>
              <a:gdLst/>
              <a:ahLst/>
              <a:cxnLst/>
              <a:rect l="l" t="t" r="r" b="b"/>
              <a:pathLst>
                <a:path w="2242185" h="1862454">
                  <a:moveTo>
                    <a:pt x="0" y="931164"/>
                  </a:moveTo>
                  <a:lnTo>
                    <a:pt x="1220" y="887333"/>
                  </a:lnTo>
                  <a:lnTo>
                    <a:pt x="4844" y="844024"/>
                  </a:lnTo>
                  <a:lnTo>
                    <a:pt x="10820" y="801280"/>
                  </a:lnTo>
                  <a:lnTo>
                    <a:pt x="19092" y="759147"/>
                  </a:lnTo>
                  <a:lnTo>
                    <a:pt x="29606" y="717670"/>
                  </a:lnTo>
                  <a:lnTo>
                    <a:pt x="42310" y="676893"/>
                  </a:lnTo>
                  <a:lnTo>
                    <a:pt x="57149" y="636861"/>
                  </a:lnTo>
                  <a:lnTo>
                    <a:pt x="74070" y="597618"/>
                  </a:lnTo>
                  <a:lnTo>
                    <a:pt x="93018" y="559210"/>
                  </a:lnTo>
                  <a:lnTo>
                    <a:pt x="113940" y="521681"/>
                  </a:lnTo>
                  <a:lnTo>
                    <a:pt x="136781" y="485075"/>
                  </a:lnTo>
                  <a:lnTo>
                    <a:pt x="161488" y="449438"/>
                  </a:lnTo>
                  <a:lnTo>
                    <a:pt x="188008" y="414815"/>
                  </a:lnTo>
                  <a:lnTo>
                    <a:pt x="216286" y="381249"/>
                  </a:lnTo>
                  <a:lnTo>
                    <a:pt x="246268" y="348787"/>
                  </a:lnTo>
                  <a:lnTo>
                    <a:pt x="277900" y="317471"/>
                  </a:lnTo>
                  <a:lnTo>
                    <a:pt x="311130" y="287348"/>
                  </a:lnTo>
                  <a:lnTo>
                    <a:pt x="345902" y="258462"/>
                  </a:lnTo>
                  <a:lnTo>
                    <a:pt x="382163" y="230858"/>
                  </a:lnTo>
                  <a:lnTo>
                    <a:pt x="419859" y="204580"/>
                  </a:lnTo>
                  <a:lnTo>
                    <a:pt x="458937" y="179673"/>
                  </a:lnTo>
                  <a:lnTo>
                    <a:pt x="499342" y="156182"/>
                  </a:lnTo>
                  <a:lnTo>
                    <a:pt x="541020" y="134152"/>
                  </a:lnTo>
                  <a:lnTo>
                    <a:pt x="583919" y="113627"/>
                  </a:lnTo>
                  <a:lnTo>
                    <a:pt x="627983" y="94652"/>
                  </a:lnTo>
                  <a:lnTo>
                    <a:pt x="673159" y="77272"/>
                  </a:lnTo>
                  <a:lnTo>
                    <a:pt x="719394" y="61531"/>
                  </a:lnTo>
                  <a:lnTo>
                    <a:pt x="766632" y="47475"/>
                  </a:lnTo>
                  <a:lnTo>
                    <a:pt x="814822" y="35148"/>
                  </a:lnTo>
                  <a:lnTo>
                    <a:pt x="863908" y="24595"/>
                  </a:lnTo>
                  <a:lnTo>
                    <a:pt x="913836" y="15860"/>
                  </a:lnTo>
                  <a:lnTo>
                    <a:pt x="964554" y="8988"/>
                  </a:lnTo>
                  <a:lnTo>
                    <a:pt x="1016006" y="4024"/>
                  </a:lnTo>
                  <a:lnTo>
                    <a:pt x="1068140" y="1013"/>
                  </a:lnTo>
                  <a:lnTo>
                    <a:pt x="1120902" y="0"/>
                  </a:lnTo>
                  <a:lnTo>
                    <a:pt x="1173663" y="1013"/>
                  </a:lnTo>
                  <a:lnTo>
                    <a:pt x="1225797" y="4024"/>
                  </a:lnTo>
                  <a:lnTo>
                    <a:pt x="1277249" y="8988"/>
                  </a:lnTo>
                  <a:lnTo>
                    <a:pt x="1327967" y="15860"/>
                  </a:lnTo>
                  <a:lnTo>
                    <a:pt x="1377895" y="24595"/>
                  </a:lnTo>
                  <a:lnTo>
                    <a:pt x="1426981" y="35148"/>
                  </a:lnTo>
                  <a:lnTo>
                    <a:pt x="1475171" y="47475"/>
                  </a:lnTo>
                  <a:lnTo>
                    <a:pt x="1522409" y="61531"/>
                  </a:lnTo>
                  <a:lnTo>
                    <a:pt x="1568644" y="77272"/>
                  </a:lnTo>
                  <a:lnTo>
                    <a:pt x="1613820" y="94652"/>
                  </a:lnTo>
                  <a:lnTo>
                    <a:pt x="1657884" y="113627"/>
                  </a:lnTo>
                  <a:lnTo>
                    <a:pt x="1700783" y="134152"/>
                  </a:lnTo>
                  <a:lnTo>
                    <a:pt x="1742461" y="156182"/>
                  </a:lnTo>
                  <a:lnTo>
                    <a:pt x="1782866" y="179673"/>
                  </a:lnTo>
                  <a:lnTo>
                    <a:pt x="1821944" y="204580"/>
                  </a:lnTo>
                  <a:lnTo>
                    <a:pt x="1859640" y="230858"/>
                  </a:lnTo>
                  <a:lnTo>
                    <a:pt x="1895901" y="258462"/>
                  </a:lnTo>
                  <a:lnTo>
                    <a:pt x="1930673" y="287348"/>
                  </a:lnTo>
                  <a:lnTo>
                    <a:pt x="1963903" y="317471"/>
                  </a:lnTo>
                  <a:lnTo>
                    <a:pt x="1995535" y="348787"/>
                  </a:lnTo>
                  <a:lnTo>
                    <a:pt x="2025517" y="381249"/>
                  </a:lnTo>
                  <a:lnTo>
                    <a:pt x="2053795" y="414815"/>
                  </a:lnTo>
                  <a:lnTo>
                    <a:pt x="2080315" y="449438"/>
                  </a:lnTo>
                  <a:lnTo>
                    <a:pt x="2105022" y="485075"/>
                  </a:lnTo>
                  <a:lnTo>
                    <a:pt x="2127863" y="521681"/>
                  </a:lnTo>
                  <a:lnTo>
                    <a:pt x="2148785" y="559210"/>
                  </a:lnTo>
                  <a:lnTo>
                    <a:pt x="2167733" y="597618"/>
                  </a:lnTo>
                  <a:lnTo>
                    <a:pt x="2184654" y="636861"/>
                  </a:lnTo>
                  <a:lnTo>
                    <a:pt x="2199493" y="676893"/>
                  </a:lnTo>
                  <a:lnTo>
                    <a:pt x="2212197" y="717670"/>
                  </a:lnTo>
                  <a:lnTo>
                    <a:pt x="2222711" y="759147"/>
                  </a:lnTo>
                  <a:lnTo>
                    <a:pt x="2230983" y="801280"/>
                  </a:lnTo>
                  <a:lnTo>
                    <a:pt x="2236959" y="844024"/>
                  </a:lnTo>
                  <a:lnTo>
                    <a:pt x="2240583" y="887333"/>
                  </a:lnTo>
                  <a:lnTo>
                    <a:pt x="2241804" y="931164"/>
                  </a:lnTo>
                  <a:lnTo>
                    <a:pt x="2240583" y="974994"/>
                  </a:lnTo>
                  <a:lnTo>
                    <a:pt x="2236959" y="1018303"/>
                  </a:lnTo>
                  <a:lnTo>
                    <a:pt x="2230983" y="1061047"/>
                  </a:lnTo>
                  <a:lnTo>
                    <a:pt x="2222711" y="1103180"/>
                  </a:lnTo>
                  <a:lnTo>
                    <a:pt x="2212197" y="1144657"/>
                  </a:lnTo>
                  <a:lnTo>
                    <a:pt x="2199493" y="1185434"/>
                  </a:lnTo>
                  <a:lnTo>
                    <a:pt x="2184654" y="1225466"/>
                  </a:lnTo>
                  <a:lnTo>
                    <a:pt x="2167733" y="1264709"/>
                  </a:lnTo>
                  <a:lnTo>
                    <a:pt x="2148785" y="1303117"/>
                  </a:lnTo>
                  <a:lnTo>
                    <a:pt x="2127863" y="1340646"/>
                  </a:lnTo>
                  <a:lnTo>
                    <a:pt x="2105022" y="1377252"/>
                  </a:lnTo>
                  <a:lnTo>
                    <a:pt x="2080315" y="1412889"/>
                  </a:lnTo>
                  <a:lnTo>
                    <a:pt x="2053795" y="1447512"/>
                  </a:lnTo>
                  <a:lnTo>
                    <a:pt x="2025517" y="1481078"/>
                  </a:lnTo>
                  <a:lnTo>
                    <a:pt x="1995535" y="1513540"/>
                  </a:lnTo>
                  <a:lnTo>
                    <a:pt x="1963903" y="1544856"/>
                  </a:lnTo>
                  <a:lnTo>
                    <a:pt x="1930673" y="1574979"/>
                  </a:lnTo>
                  <a:lnTo>
                    <a:pt x="1895901" y="1603865"/>
                  </a:lnTo>
                  <a:lnTo>
                    <a:pt x="1859640" y="1631469"/>
                  </a:lnTo>
                  <a:lnTo>
                    <a:pt x="1821944" y="1657747"/>
                  </a:lnTo>
                  <a:lnTo>
                    <a:pt x="1782866" y="1682654"/>
                  </a:lnTo>
                  <a:lnTo>
                    <a:pt x="1742461" y="1706145"/>
                  </a:lnTo>
                  <a:lnTo>
                    <a:pt x="1700783" y="1728175"/>
                  </a:lnTo>
                  <a:lnTo>
                    <a:pt x="1657884" y="1748700"/>
                  </a:lnTo>
                  <a:lnTo>
                    <a:pt x="1613820" y="1767675"/>
                  </a:lnTo>
                  <a:lnTo>
                    <a:pt x="1568644" y="1785055"/>
                  </a:lnTo>
                  <a:lnTo>
                    <a:pt x="1522409" y="1800796"/>
                  </a:lnTo>
                  <a:lnTo>
                    <a:pt x="1475171" y="1814852"/>
                  </a:lnTo>
                  <a:lnTo>
                    <a:pt x="1426981" y="1827179"/>
                  </a:lnTo>
                  <a:lnTo>
                    <a:pt x="1377895" y="1837732"/>
                  </a:lnTo>
                  <a:lnTo>
                    <a:pt x="1327967" y="1846467"/>
                  </a:lnTo>
                  <a:lnTo>
                    <a:pt x="1277249" y="1853339"/>
                  </a:lnTo>
                  <a:lnTo>
                    <a:pt x="1225797" y="1858303"/>
                  </a:lnTo>
                  <a:lnTo>
                    <a:pt x="1173663" y="1861314"/>
                  </a:lnTo>
                  <a:lnTo>
                    <a:pt x="1120902" y="1862328"/>
                  </a:lnTo>
                  <a:lnTo>
                    <a:pt x="1068140" y="1861314"/>
                  </a:lnTo>
                  <a:lnTo>
                    <a:pt x="1016006" y="1858303"/>
                  </a:lnTo>
                  <a:lnTo>
                    <a:pt x="964554" y="1853339"/>
                  </a:lnTo>
                  <a:lnTo>
                    <a:pt x="913836" y="1846467"/>
                  </a:lnTo>
                  <a:lnTo>
                    <a:pt x="863908" y="1837732"/>
                  </a:lnTo>
                  <a:lnTo>
                    <a:pt x="814822" y="1827179"/>
                  </a:lnTo>
                  <a:lnTo>
                    <a:pt x="766632" y="1814852"/>
                  </a:lnTo>
                  <a:lnTo>
                    <a:pt x="719394" y="1800796"/>
                  </a:lnTo>
                  <a:lnTo>
                    <a:pt x="673159" y="1785055"/>
                  </a:lnTo>
                  <a:lnTo>
                    <a:pt x="627983" y="1767675"/>
                  </a:lnTo>
                  <a:lnTo>
                    <a:pt x="583919" y="1748700"/>
                  </a:lnTo>
                  <a:lnTo>
                    <a:pt x="541020" y="1728175"/>
                  </a:lnTo>
                  <a:lnTo>
                    <a:pt x="499342" y="1706145"/>
                  </a:lnTo>
                  <a:lnTo>
                    <a:pt x="458937" y="1682654"/>
                  </a:lnTo>
                  <a:lnTo>
                    <a:pt x="419859" y="1657747"/>
                  </a:lnTo>
                  <a:lnTo>
                    <a:pt x="382163" y="1631469"/>
                  </a:lnTo>
                  <a:lnTo>
                    <a:pt x="345902" y="1603865"/>
                  </a:lnTo>
                  <a:lnTo>
                    <a:pt x="311130" y="1574979"/>
                  </a:lnTo>
                  <a:lnTo>
                    <a:pt x="277900" y="1544856"/>
                  </a:lnTo>
                  <a:lnTo>
                    <a:pt x="246268" y="1513540"/>
                  </a:lnTo>
                  <a:lnTo>
                    <a:pt x="216286" y="1481078"/>
                  </a:lnTo>
                  <a:lnTo>
                    <a:pt x="188008" y="1447512"/>
                  </a:lnTo>
                  <a:lnTo>
                    <a:pt x="161488" y="1412889"/>
                  </a:lnTo>
                  <a:lnTo>
                    <a:pt x="136781" y="1377252"/>
                  </a:lnTo>
                  <a:lnTo>
                    <a:pt x="113940" y="1340646"/>
                  </a:lnTo>
                  <a:lnTo>
                    <a:pt x="93018" y="1303117"/>
                  </a:lnTo>
                  <a:lnTo>
                    <a:pt x="74070" y="1264709"/>
                  </a:lnTo>
                  <a:lnTo>
                    <a:pt x="57149" y="1225466"/>
                  </a:lnTo>
                  <a:lnTo>
                    <a:pt x="42310" y="1185434"/>
                  </a:lnTo>
                  <a:lnTo>
                    <a:pt x="29606" y="1144657"/>
                  </a:lnTo>
                  <a:lnTo>
                    <a:pt x="19092" y="1103180"/>
                  </a:lnTo>
                  <a:lnTo>
                    <a:pt x="10820" y="1061047"/>
                  </a:lnTo>
                  <a:lnTo>
                    <a:pt x="4844" y="1018303"/>
                  </a:lnTo>
                  <a:lnTo>
                    <a:pt x="1220" y="974994"/>
                  </a:lnTo>
                  <a:lnTo>
                    <a:pt x="0" y="93116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387345" y="276860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11" name="object 11"/>
          <p:cNvSpPr txBox="1"/>
          <p:nvPr/>
        </p:nvSpPr>
        <p:spPr>
          <a:xfrm>
            <a:off x="4499228" y="2768600"/>
            <a:ext cx="11537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1">
                <a:latin typeface="Consolas"/>
                <a:cs typeface="Consolas"/>
              </a:rPr>
              <a:t>Non-Crash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5160" y="3693032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559557" y="3615308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8280" y="408597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068573" y="3957904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60696" y="399542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18203" y="3659885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7472171" y="2603997"/>
          <a:ext cx="3242945" cy="265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426210"/>
                <a:gridCol w="799465"/>
              </a:tblGrid>
              <a:tr h="500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9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D1D1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606" y="2685478"/>
            <a:ext cx="6903338" cy="241058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915160" y="3693032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5" name="object 5"/>
          <p:cNvSpPr txBox="1"/>
          <p:nvPr/>
        </p:nvSpPr>
        <p:spPr>
          <a:xfrm>
            <a:off x="2559557" y="3615308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48280" y="408597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68573" y="3957904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60696" y="399542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18203" y="3659885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2162" y="2892044"/>
            <a:ext cx="2221230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150"/>
              </a:lnSpc>
              <a:spcBef>
                <a:spcPts val="100"/>
              </a:spcBef>
            </a:pP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Maximum</a:t>
            </a:r>
            <a:r>
              <a:rPr dirty="0" sz="1600" spc="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C00000"/>
                </a:solidFill>
                <a:latin typeface="Arial"/>
                <a:cs typeface="Arial"/>
              </a:rPr>
              <a:t>value</a:t>
            </a:r>
            <a:r>
              <a:rPr dirty="0" sz="1600" spc="-25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29320" sz="2700" spc="-1019" b="1">
                <a:latin typeface="Consolas"/>
                <a:cs typeface="Consolas"/>
              </a:rPr>
              <a:t>C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dirty="0" sz="1600" spc="-900" b="1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baseline="29320" sz="2700" spc="-172" b="1">
                <a:latin typeface="Consolas"/>
                <a:cs typeface="Consolas"/>
              </a:rPr>
              <a:t>r</a:t>
            </a:r>
            <a:r>
              <a:rPr dirty="0" sz="1600" spc="-530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baseline="29320" sz="2700" spc="-22" b="1">
                <a:latin typeface="Consolas"/>
                <a:cs typeface="Consolas"/>
              </a:rPr>
              <a:t>ash</a:t>
            </a:r>
            <a:endParaRPr baseline="29320" sz="2700">
              <a:latin typeface="Consolas"/>
              <a:cs typeface="Consolas"/>
            </a:endParaRPr>
          </a:p>
          <a:p>
            <a:pPr marL="708025">
              <a:lnSpc>
                <a:spcPts val="1910"/>
              </a:lnSpc>
            </a:pP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crash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4473828" y="2723769"/>
            <a:ext cx="2889250" cy="5422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155"/>
              </a:lnSpc>
              <a:spcBef>
                <a:spcPts val="100"/>
              </a:spcBef>
            </a:pPr>
            <a:r>
              <a:rPr dirty="0" baseline="-10802" sz="2700" spc="-15" b="1">
                <a:latin typeface="Consolas"/>
                <a:cs typeface="Consolas"/>
              </a:rPr>
              <a:t>Non-</a:t>
            </a:r>
            <a:r>
              <a:rPr dirty="0" baseline="-10802" sz="2700" spc="15" b="1">
                <a:latin typeface="Consolas"/>
                <a:cs typeface="Consolas"/>
              </a:rPr>
              <a:t>C</a:t>
            </a:r>
            <a:r>
              <a:rPr dirty="0" baseline="-10802" sz="2700" spc="7" b="1">
                <a:latin typeface="Consolas"/>
                <a:cs typeface="Consolas"/>
              </a:rPr>
              <a:t>ra</a:t>
            </a:r>
            <a:r>
              <a:rPr dirty="0" baseline="-10802" sz="2700" spc="15" b="1">
                <a:latin typeface="Consolas"/>
                <a:cs typeface="Consolas"/>
              </a:rPr>
              <a:t>s</a:t>
            </a:r>
            <a:r>
              <a:rPr dirty="0" baseline="-10802" sz="2700" spc="-1222" b="1">
                <a:latin typeface="Consolas"/>
                <a:cs typeface="Consolas"/>
              </a:rPr>
              <a:t>h</a:t>
            </a:r>
            <a:r>
              <a:rPr dirty="0" sz="1600" spc="10" b="1">
                <a:solidFill>
                  <a:srgbClr val="0017C0"/>
                </a:solidFill>
                <a:latin typeface="Arial"/>
                <a:cs typeface="Arial"/>
              </a:rPr>
              <a:t>Minimum</a:t>
            </a:r>
            <a:r>
              <a:rPr dirty="0" sz="1600" spc="-55" b="1">
                <a:solidFill>
                  <a:srgbClr val="0017C0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0017C0"/>
                </a:solidFill>
                <a:latin typeface="Arial"/>
                <a:cs typeface="Arial"/>
              </a:rPr>
              <a:t>value</a:t>
            </a:r>
            <a:r>
              <a:rPr dirty="0" sz="1600" spc="-55" b="1">
                <a:solidFill>
                  <a:srgbClr val="0017C0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0017C0"/>
                </a:solidFill>
                <a:latin typeface="Arial"/>
                <a:cs typeface="Arial"/>
              </a:rPr>
              <a:t>for</a:t>
            </a:r>
            <a:endParaRPr sz="1600">
              <a:latin typeface="Arial"/>
              <a:cs typeface="Arial"/>
            </a:endParaRPr>
          </a:p>
          <a:p>
            <a:pPr marL="1489710">
              <a:lnSpc>
                <a:spcPts val="1914"/>
              </a:lnSpc>
            </a:pPr>
            <a:r>
              <a:rPr dirty="0" sz="1600" b="1">
                <a:solidFill>
                  <a:srgbClr val="0017C0"/>
                </a:solidFill>
                <a:latin typeface="Arial"/>
                <a:cs typeface="Arial"/>
              </a:rPr>
              <a:t>non-</a:t>
            </a:r>
            <a:r>
              <a:rPr dirty="0" sz="1600" spc="-10" b="1">
                <a:solidFill>
                  <a:srgbClr val="0017C0"/>
                </a:solidFill>
                <a:latin typeface="Arial"/>
                <a:cs typeface="Arial"/>
              </a:rPr>
              <a:t>crash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472171" y="2603997"/>
          <a:ext cx="3242945" cy="265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426210"/>
                <a:gridCol w="799465"/>
              </a:tblGrid>
              <a:tr h="500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9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77418" y="1451038"/>
            <a:ext cx="5255895" cy="1603375"/>
            <a:chOff x="6777418" y="1451038"/>
            <a:chExt cx="5255895" cy="1603375"/>
          </a:xfrm>
        </p:grpSpPr>
        <p:sp>
          <p:nvSpPr>
            <p:cNvPr id="3" name="object 3"/>
            <p:cNvSpPr/>
            <p:nvPr/>
          </p:nvSpPr>
          <p:spPr>
            <a:xfrm>
              <a:off x="6791706" y="1465325"/>
              <a:ext cx="5227320" cy="1574800"/>
            </a:xfrm>
            <a:custGeom>
              <a:avLst/>
              <a:gdLst/>
              <a:ahLst/>
              <a:cxnLst/>
              <a:rect l="l" t="t" r="r" b="b"/>
              <a:pathLst>
                <a:path w="5227320" h="1574800">
                  <a:moveTo>
                    <a:pt x="4356100" y="819912"/>
                  </a:moveTo>
                  <a:lnTo>
                    <a:pt x="3049270" y="819912"/>
                  </a:lnTo>
                  <a:lnTo>
                    <a:pt x="2708402" y="1574291"/>
                  </a:lnTo>
                  <a:lnTo>
                    <a:pt x="4356100" y="819912"/>
                  </a:lnTo>
                  <a:close/>
                </a:path>
                <a:path w="5227320" h="1574800">
                  <a:moveTo>
                    <a:pt x="5090668" y="0"/>
                  </a:moveTo>
                  <a:lnTo>
                    <a:pt x="136651" y="0"/>
                  </a:lnTo>
                  <a:lnTo>
                    <a:pt x="93472" y="6969"/>
                  </a:lnTo>
                  <a:lnTo>
                    <a:pt x="55961" y="26375"/>
                  </a:lnTo>
                  <a:lnTo>
                    <a:pt x="26375" y="55961"/>
                  </a:lnTo>
                  <a:lnTo>
                    <a:pt x="6969" y="93472"/>
                  </a:lnTo>
                  <a:lnTo>
                    <a:pt x="0" y="136651"/>
                  </a:lnTo>
                  <a:lnTo>
                    <a:pt x="0" y="683260"/>
                  </a:lnTo>
                  <a:lnTo>
                    <a:pt x="6969" y="726440"/>
                  </a:lnTo>
                  <a:lnTo>
                    <a:pt x="26375" y="763950"/>
                  </a:lnTo>
                  <a:lnTo>
                    <a:pt x="55961" y="793536"/>
                  </a:lnTo>
                  <a:lnTo>
                    <a:pt x="93472" y="812942"/>
                  </a:lnTo>
                  <a:lnTo>
                    <a:pt x="136651" y="819912"/>
                  </a:lnTo>
                  <a:lnTo>
                    <a:pt x="5090668" y="819912"/>
                  </a:lnTo>
                  <a:lnTo>
                    <a:pt x="5133847" y="812942"/>
                  </a:lnTo>
                  <a:lnTo>
                    <a:pt x="5171358" y="793536"/>
                  </a:lnTo>
                  <a:lnTo>
                    <a:pt x="5200944" y="763950"/>
                  </a:lnTo>
                  <a:lnTo>
                    <a:pt x="5220350" y="726440"/>
                  </a:lnTo>
                  <a:lnTo>
                    <a:pt x="5227320" y="683260"/>
                  </a:lnTo>
                  <a:lnTo>
                    <a:pt x="5227320" y="136651"/>
                  </a:lnTo>
                  <a:lnTo>
                    <a:pt x="5220350" y="93472"/>
                  </a:lnTo>
                  <a:lnTo>
                    <a:pt x="5200944" y="55961"/>
                  </a:lnTo>
                  <a:lnTo>
                    <a:pt x="5171358" y="26375"/>
                  </a:lnTo>
                  <a:lnTo>
                    <a:pt x="5133848" y="6969"/>
                  </a:lnTo>
                  <a:lnTo>
                    <a:pt x="50906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791706" y="1465325"/>
              <a:ext cx="5227320" cy="1574800"/>
            </a:xfrm>
            <a:custGeom>
              <a:avLst/>
              <a:gdLst/>
              <a:ahLst/>
              <a:cxnLst/>
              <a:rect l="l" t="t" r="r" b="b"/>
              <a:pathLst>
                <a:path w="5227320" h="1574800">
                  <a:moveTo>
                    <a:pt x="0" y="136651"/>
                  </a:moveTo>
                  <a:lnTo>
                    <a:pt x="6969" y="93472"/>
                  </a:lnTo>
                  <a:lnTo>
                    <a:pt x="26375" y="55961"/>
                  </a:lnTo>
                  <a:lnTo>
                    <a:pt x="55961" y="26375"/>
                  </a:lnTo>
                  <a:lnTo>
                    <a:pt x="93472" y="6969"/>
                  </a:lnTo>
                  <a:lnTo>
                    <a:pt x="136651" y="0"/>
                  </a:lnTo>
                  <a:lnTo>
                    <a:pt x="3049270" y="0"/>
                  </a:lnTo>
                  <a:lnTo>
                    <a:pt x="4356100" y="0"/>
                  </a:lnTo>
                  <a:lnTo>
                    <a:pt x="5090668" y="0"/>
                  </a:lnTo>
                  <a:lnTo>
                    <a:pt x="5133848" y="6969"/>
                  </a:lnTo>
                  <a:lnTo>
                    <a:pt x="5171358" y="26375"/>
                  </a:lnTo>
                  <a:lnTo>
                    <a:pt x="5200944" y="55961"/>
                  </a:lnTo>
                  <a:lnTo>
                    <a:pt x="5220350" y="93471"/>
                  </a:lnTo>
                  <a:lnTo>
                    <a:pt x="5227320" y="136651"/>
                  </a:lnTo>
                  <a:lnTo>
                    <a:pt x="5227320" y="478282"/>
                  </a:lnTo>
                  <a:lnTo>
                    <a:pt x="5227320" y="683260"/>
                  </a:lnTo>
                  <a:lnTo>
                    <a:pt x="5220350" y="726439"/>
                  </a:lnTo>
                  <a:lnTo>
                    <a:pt x="5200944" y="763950"/>
                  </a:lnTo>
                  <a:lnTo>
                    <a:pt x="5171358" y="793536"/>
                  </a:lnTo>
                  <a:lnTo>
                    <a:pt x="5133847" y="812942"/>
                  </a:lnTo>
                  <a:lnTo>
                    <a:pt x="5090668" y="819912"/>
                  </a:lnTo>
                  <a:lnTo>
                    <a:pt x="4356100" y="819912"/>
                  </a:lnTo>
                  <a:lnTo>
                    <a:pt x="2708402" y="1574291"/>
                  </a:lnTo>
                  <a:lnTo>
                    <a:pt x="3049270" y="819912"/>
                  </a:lnTo>
                  <a:lnTo>
                    <a:pt x="136651" y="819912"/>
                  </a:lnTo>
                  <a:lnTo>
                    <a:pt x="93472" y="812942"/>
                  </a:lnTo>
                  <a:lnTo>
                    <a:pt x="55961" y="793536"/>
                  </a:lnTo>
                  <a:lnTo>
                    <a:pt x="26375" y="763950"/>
                  </a:lnTo>
                  <a:lnTo>
                    <a:pt x="6969" y="726440"/>
                  </a:lnTo>
                  <a:lnTo>
                    <a:pt x="0" y="683260"/>
                  </a:lnTo>
                  <a:lnTo>
                    <a:pt x="0" y="478282"/>
                  </a:lnTo>
                  <a:lnTo>
                    <a:pt x="0" y="136651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727950" y="1582877"/>
            <a:ext cx="3355340" cy="5721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50"/>
              </a:lnSpc>
              <a:spcBef>
                <a:spcPts val="100"/>
              </a:spcBef>
            </a:pPr>
            <a:r>
              <a:rPr dirty="0" sz="1800" spc="-45" b="1">
                <a:latin typeface="Arial"/>
                <a:cs typeface="Arial"/>
              </a:rPr>
              <a:t>So, </a:t>
            </a:r>
            <a:r>
              <a:rPr dirty="0" sz="1800" b="1">
                <a:latin typeface="Arial"/>
                <a:cs typeface="Arial"/>
              </a:rPr>
              <a:t>the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spc="-100" b="1">
                <a:latin typeface="Arial"/>
                <a:cs typeface="Arial"/>
              </a:rPr>
              <a:t>crash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spc="-150" b="1">
                <a:latin typeface="Arial"/>
                <a:cs typeface="Arial"/>
              </a:rPr>
              <a:t>is</a:t>
            </a:r>
            <a:r>
              <a:rPr dirty="0" sz="1800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triggered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when: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2150"/>
              </a:lnSpc>
            </a:pP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[colorsTotal</a:t>
            </a:r>
            <a:r>
              <a:rPr dirty="0" sz="1800" spc="-3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&lt;</a:t>
            </a:r>
            <a:r>
              <a:rPr dirty="0" sz="1800" spc="-3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0x80]</a:t>
            </a:r>
            <a:endParaRPr sz="1800">
              <a:latin typeface="Consolas"/>
              <a:cs typeface="Consolas"/>
            </a:endParaRPr>
          </a:p>
        </p:txBody>
      </p:sp>
      <p:pic>
        <p:nvPicPr>
          <p:cNvPr id="6" name="object 6" descr="🤔 Thinking Face emoji Meaning | Dictionary.co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78952" y="3186683"/>
            <a:ext cx="1071372" cy="107137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1606" y="2685478"/>
            <a:ext cx="6903338" cy="24105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915160" y="3693032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9" name="object 9"/>
          <p:cNvSpPr txBox="1"/>
          <p:nvPr/>
        </p:nvSpPr>
        <p:spPr>
          <a:xfrm>
            <a:off x="2559557" y="3615308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8280" y="408597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68573" y="3957904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60696" y="3995420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18203" y="3659885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2162" y="2892044"/>
            <a:ext cx="2221230" cy="541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150"/>
              </a:lnSpc>
              <a:spcBef>
                <a:spcPts val="100"/>
              </a:spcBef>
            </a:pP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Maximum</a:t>
            </a:r>
            <a:r>
              <a:rPr dirty="0" sz="1600" spc="9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C00000"/>
                </a:solidFill>
                <a:latin typeface="Arial"/>
                <a:cs typeface="Arial"/>
              </a:rPr>
              <a:t>value</a:t>
            </a:r>
            <a:r>
              <a:rPr dirty="0" sz="1600" spc="-254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aseline="29320" sz="2700" spc="-1019" b="1">
                <a:latin typeface="Consolas"/>
                <a:cs typeface="Consolas"/>
              </a:rPr>
              <a:t>C</a:t>
            </a:r>
            <a:r>
              <a:rPr dirty="0" sz="1600" spc="-5" b="1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dirty="0" sz="1600" spc="-900" b="1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dirty="0" baseline="29320" sz="2700" spc="-172" b="1">
                <a:latin typeface="Consolas"/>
                <a:cs typeface="Consolas"/>
              </a:rPr>
              <a:t>r</a:t>
            </a:r>
            <a:r>
              <a:rPr dirty="0" sz="1600" spc="-530" b="1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dirty="0" baseline="29320" sz="2700" spc="-22" b="1">
                <a:latin typeface="Consolas"/>
                <a:cs typeface="Consolas"/>
              </a:rPr>
              <a:t>ash</a:t>
            </a:r>
            <a:endParaRPr baseline="29320" sz="2700">
              <a:latin typeface="Consolas"/>
              <a:cs typeface="Consolas"/>
            </a:endParaRPr>
          </a:p>
          <a:p>
            <a:pPr marL="708025">
              <a:lnSpc>
                <a:spcPts val="1910"/>
              </a:lnSpc>
            </a:pP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crash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73828" y="2723769"/>
            <a:ext cx="2889250" cy="542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2155"/>
              </a:lnSpc>
              <a:spcBef>
                <a:spcPts val="100"/>
              </a:spcBef>
            </a:pPr>
            <a:r>
              <a:rPr dirty="0" baseline="-10802" sz="2700" spc="-15" b="1">
                <a:latin typeface="Consolas"/>
                <a:cs typeface="Consolas"/>
              </a:rPr>
              <a:t>Non-</a:t>
            </a:r>
            <a:r>
              <a:rPr dirty="0" baseline="-10802" sz="2700" spc="15" b="1">
                <a:latin typeface="Consolas"/>
                <a:cs typeface="Consolas"/>
              </a:rPr>
              <a:t>C</a:t>
            </a:r>
            <a:r>
              <a:rPr dirty="0" baseline="-10802" sz="2700" spc="7" b="1">
                <a:latin typeface="Consolas"/>
                <a:cs typeface="Consolas"/>
              </a:rPr>
              <a:t>ra</a:t>
            </a:r>
            <a:r>
              <a:rPr dirty="0" baseline="-10802" sz="2700" spc="15" b="1">
                <a:latin typeface="Consolas"/>
                <a:cs typeface="Consolas"/>
              </a:rPr>
              <a:t>s</a:t>
            </a:r>
            <a:r>
              <a:rPr dirty="0" baseline="-10802" sz="2700" spc="-1222" b="1">
                <a:latin typeface="Consolas"/>
                <a:cs typeface="Consolas"/>
              </a:rPr>
              <a:t>h</a:t>
            </a:r>
            <a:r>
              <a:rPr dirty="0" sz="1600" spc="10" b="1">
                <a:solidFill>
                  <a:srgbClr val="0017C0"/>
                </a:solidFill>
                <a:latin typeface="Arial"/>
                <a:cs typeface="Arial"/>
              </a:rPr>
              <a:t>Minimum</a:t>
            </a:r>
            <a:r>
              <a:rPr dirty="0" sz="1600" spc="-55" b="1">
                <a:solidFill>
                  <a:srgbClr val="0017C0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0017C0"/>
                </a:solidFill>
                <a:latin typeface="Arial"/>
                <a:cs typeface="Arial"/>
              </a:rPr>
              <a:t>value</a:t>
            </a:r>
            <a:r>
              <a:rPr dirty="0" sz="1600" spc="-55" b="1">
                <a:solidFill>
                  <a:srgbClr val="0017C0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0017C0"/>
                </a:solidFill>
                <a:latin typeface="Arial"/>
                <a:cs typeface="Arial"/>
              </a:rPr>
              <a:t>for</a:t>
            </a:r>
            <a:endParaRPr sz="1600">
              <a:latin typeface="Arial"/>
              <a:cs typeface="Arial"/>
            </a:endParaRPr>
          </a:p>
          <a:p>
            <a:pPr marL="1489710">
              <a:lnSpc>
                <a:spcPts val="1914"/>
              </a:lnSpc>
            </a:pPr>
            <a:r>
              <a:rPr dirty="0" sz="1600" b="1">
                <a:solidFill>
                  <a:srgbClr val="0017C0"/>
                </a:solidFill>
                <a:latin typeface="Arial"/>
                <a:cs typeface="Arial"/>
              </a:rPr>
              <a:t>non-</a:t>
            </a:r>
            <a:r>
              <a:rPr dirty="0" sz="1600" spc="-10" b="1">
                <a:solidFill>
                  <a:srgbClr val="0017C0"/>
                </a:solidFill>
                <a:latin typeface="Arial"/>
                <a:cs typeface="Arial"/>
              </a:rPr>
              <a:t>crash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7472171" y="2603997"/>
          <a:ext cx="3242945" cy="26511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40435"/>
                <a:gridCol w="1426210"/>
                <a:gridCol w="799465"/>
              </a:tblGrid>
              <a:tr h="5003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594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092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7496" y="2290572"/>
            <a:ext cx="5638800" cy="2494915"/>
          </a:xfrm>
          <a:custGeom>
            <a:avLst/>
            <a:gdLst/>
            <a:ahLst/>
            <a:cxnLst/>
            <a:rect l="l" t="t" r="r" b="b"/>
            <a:pathLst>
              <a:path w="5638800" h="2494915">
                <a:moveTo>
                  <a:pt x="0" y="2494788"/>
                </a:moveTo>
                <a:lnTo>
                  <a:pt x="5638800" y="2494788"/>
                </a:lnTo>
                <a:lnTo>
                  <a:pt x="5638800" y="0"/>
                </a:lnTo>
                <a:lnTo>
                  <a:pt x="0" y="0"/>
                </a:lnTo>
                <a:lnTo>
                  <a:pt x="0" y="24947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79571" y="2346198"/>
            <a:ext cx="27686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400" spc="-7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4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400">
                <a:latin typeface="Consolas"/>
                <a:cs typeface="Consolas"/>
              </a:rPr>
              <a:t>(...)</a:t>
            </a:r>
            <a:r>
              <a:rPr dirty="0" sz="1400" spc="-5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62804" y="2612898"/>
            <a:ext cx="3098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25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76166" y="2826613"/>
            <a:ext cx="3260725" cy="135953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20"/>
              </a:spcBef>
            </a:pP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malloc(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4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latin typeface="Consolas"/>
                <a:cs typeface="Consolas"/>
              </a:rPr>
              <a:t>colorsTotal);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400">
                <a:latin typeface="Consolas"/>
                <a:cs typeface="Consolas"/>
              </a:rPr>
              <a:t>;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sx;</a:t>
            </a:r>
            <a:r>
              <a:rPr dirty="0" sz="1400" spc="-2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x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</a:t>
            </a:r>
            <a:endParaRPr sz="1400">
              <a:latin typeface="Consolas"/>
              <a:cs typeface="Consolas"/>
            </a:endParaRPr>
          </a:p>
          <a:p>
            <a:pPr marL="393065" marR="496570" indent="-196850">
              <a:lnSpc>
                <a:spcPct val="125000"/>
              </a:lnSpc>
            </a:pPr>
            <a:r>
              <a:rPr dirty="0" sz="14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400" spc="-1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y=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400">
                <a:latin typeface="Consolas"/>
                <a:cs typeface="Consolas"/>
              </a:rPr>
              <a:t>; y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sy;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y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++ </a:t>
            </a:r>
            <a:r>
              <a:rPr dirty="0" sz="1400">
                <a:latin typeface="Consolas"/>
                <a:cs typeface="Consolas"/>
              </a:rPr>
              <a:t>)</a:t>
            </a:r>
            <a:r>
              <a:rPr dirty="0" sz="1400" spc="-15">
                <a:latin typeface="Consolas"/>
                <a:cs typeface="Consolas"/>
              </a:rPr>
              <a:t> </a:t>
            </a:r>
            <a:r>
              <a:rPr dirty="0" sz="1400" spc="-50">
                <a:latin typeface="Consolas"/>
                <a:cs typeface="Consolas"/>
              </a:rPr>
              <a:t>{ </a:t>
            </a:r>
            <a:r>
              <a:rPr dirty="0" sz="1400">
                <a:latin typeface="Consolas"/>
                <a:cs typeface="Consolas"/>
              </a:rPr>
              <a:t>bp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buf</a:t>
            </a:r>
            <a:r>
              <a:rPr dirty="0" sz="1400" spc="-5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4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>
                <a:latin typeface="Consolas"/>
                <a:cs typeface="Consolas"/>
              </a:rPr>
              <a:t>(color</a:t>
            </a:r>
            <a:r>
              <a:rPr dirty="0" sz="1400" spc="-10"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400" spc="-25">
                <a:latin typeface="Consolas"/>
                <a:cs typeface="Consolas"/>
              </a:rPr>
              <a:t>); </a:t>
            </a:r>
            <a:r>
              <a:rPr dirty="0" sz="1400" spc="-10" b="1">
                <a:latin typeface="Consolas"/>
                <a:cs typeface="Consolas"/>
              </a:rPr>
              <a:t>(</a:t>
            </a:r>
            <a:r>
              <a:rPr dirty="0" sz="1400" spc="-10" b="1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400" spc="-10" b="1">
                <a:latin typeface="Consolas"/>
                <a:cs typeface="Consolas"/>
              </a:rPr>
              <a:t>(bp</a:t>
            </a:r>
            <a:r>
              <a:rPr dirty="0" sz="1400" spc="-10" b="1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 b="1">
                <a:latin typeface="Consolas"/>
                <a:cs typeface="Consolas"/>
              </a:rPr>
              <a:t>))</a:t>
            </a:r>
            <a:r>
              <a:rPr dirty="0" sz="1400" spc="-10" b="1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400" spc="-10" b="1">
                <a:latin typeface="Consolas"/>
                <a:cs typeface="Consolas"/>
              </a:rPr>
              <a:t>;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62804" y="4213047"/>
            <a:ext cx="309880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400" spc="-25" b="1">
                <a:latin typeface="Consolas"/>
                <a:cs typeface="Consolas"/>
              </a:rPr>
              <a:t>...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5"/>
              <a:t>Extracting</a:t>
            </a:r>
            <a:r>
              <a:rPr dirty="0" spc="-80"/>
              <a:t> </a:t>
            </a:r>
            <a:r>
              <a:rPr dirty="0" spc="90"/>
              <a:t>Crashing</a:t>
            </a:r>
            <a:r>
              <a:rPr dirty="0" spc="-70"/>
              <a:t> </a:t>
            </a:r>
            <a:r>
              <a:rPr dirty="0" spc="145"/>
              <a:t>Condition</a:t>
            </a:r>
          </a:p>
        </p:txBody>
      </p:sp>
      <p:sp>
        <p:nvSpPr>
          <p:cNvPr id="8" name="object 8"/>
          <p:cNvSpPr/>
          <p:nvPr/>
        </p:nvSpPr>
        <p:spPr>
          <a:xfrm>
            <a:off x="5223509" y="3129533"/>
            <a:ext cx="276225" cy="302260"/>
          </a:xfrm>
          <a:custGeom>
            <a:avLst/>
            <a:gdLst/>
            <a:ahLst/>
            <a:cxnLst/>
            <a:rect l="l" t="t" r="r" b="b"/>
            <a:pathLst>
              <a:path w="276225" h="302260">
                <a:moveTo>
                  <a:pt x="0" y="9143"/>
                </a:moveTo>
                <a:lnTo>
                  <a:pt x="0" y="4063"/>
                </a:lnTo>
                <a:lnTo>
                  <a:pt x="4063" y="0"/>
                </a:lnTo>
                <a:lnTo>
                  <a:pt x="9143" y="0"/>
                </a:lnTo>
                <a:lnTo>
                  <a:pt x="266700" y="0"/>
                </a:lnTo>
                <a:lnTo>
                  <a:pt x="271779" y="0"/>
                </a:lnTo>
                <a:lnTo>
                  <a:pt x="275843" y="4063"/>
                </a:lnTo>
                <a:lnTo>
                  <a:pt x="275843" y="9143"/>
                </a:lnTo>
                <a:lnTo>
                  <a:pt x="275843" y="292607"/>
                </a:lnTo>
                <a:lnTo>
                  <a:pt x="275843" y="297688"/>
                </a:lnTo>
                <a:lnTo>
                  <a:pt x="271779" y="301751"/>
                </a:lnTo>
                <a:lnTo>
                  <a:pt x="266700" y="301751"/>
                </a:lnTo>
                <a:lnTo>
                  <a:pt x="9143" y="301751"/>
                </a:lnTo>
                <a:lnTo>
                  <a:pt x="4063" y="301751"/>
                </a:lnTo>
                <a:lnTo>
                  <a:pt x="0" y="297688"/>
                </a:lnTo>
                <a:lnTo>
                  <a:pt x="0" y="292607"/>
                </a:lnTo>
                <a:lnTo>
                  <a:pt x="0" y="9143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83255" y="4360919"/>
            <a:ext cx="2519680" cy="1061085"/>
          </a:xfrm>
          <a:prstGeom prst="rect">
            <a:avLst/>
          </a:prstGeom>
        </p:spPr>
        <p:txBody>
          <a:bodyPr wrap="square" lIns="0" tIns="132715" rIns="0" bIns="0" rtlCol="0" vert="horz">
            <a:spAutoFit/>
          </a:bodyPr>
          <a:lstStyle/>
          <a:p>
            <a:pPr algn="ctr" marR="421005">
              <a:lnSpc>
                <a:spcPct val="100000"/>
              </a:lnSpc>
              <a:spcBef>
                <a:spcPts val="1045"/>
              </a:spcBef>
            </a:pPr>
            <a:r>
              <a:rPr dirty="0" sz="1400" spc="-50" b="1">
                <a:latin typeface="Consolas"/>
                <a:cs typeface="Consolas"/>
              </a:rPr>
              <a:t>}</a:t>
            </a:r>
            <a:endParaRPr sz="1400">
              <a:latin typeface="Consolas"/>
              <a:cs typeface="Consolas"/>
            </a:endParaRPr>
          </a:p>
          <a:p>
            <a:pPr marL="332105" marR="5080" indent="-320040">
              <a:lnSpc>
                <a:spcPct val="100000"/>
              </a:lnSpc>
              <a:spcBef>
                <a:spcPts val="1205"/>
              </a:spcBef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extract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0" b="1">
                <a:solidFill>
                  <a:srgbClr val="C00000"/>
                </a:solidFill>
                <a:latin typeface="Arial"/>
                <a:cs typeface="Arial"/>
              </a:rPr>
              <a:t>predicates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C00000"/>
                </a:solidFill>
                <a:latin typeface="Arial"/>
                <a:cs typeface="Arial"/>
              </a:rPr>
              <a:t>using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8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55" b="1">
                <a:solidFill>
                  <a:srgbClr val="C00000"/>
                </a:solidFill>
                <a:latin typeface="Arial"/>
                <a:cs typeface="Arial"/>
              </a:rPr>
              <a:t>same</a:t>
            </a:r>
            <a:r>
              <a:rPr dirty="0" sz="18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method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35296" y="2328862"/>
            <a:ext cx="2870200" cy="2412365"/>
            <a:chOff x="4535296" y="2328862"/>
            <a:chExt cx="2870200" cy="2412365"/>
          </a:xfrm>
        </p:grpSpPr>
        <p:sp>
          <p:nvSpPr>
            <p:cNvPr id="11" name="object 11"/>
            <p:cNvSpPr/>
            <p:nvPr/>
          </p:nvSpPr>
          <p:spPr>
            <a:xfrm>
              <a:off x="4544821" y="3776217"/>
              <a:ext cx="749300" cy="955675"/>
            </a:xfrm>
            <a:custGeom>
              <a:avLst/>
              <a:gdLst/>
              <a:ahLst/>
              <a:cxnLst/>
              <a:rect l="l" t="t" r="r" b="b"/>
              <a:pathLst>
                <a:path w="749300" h="955675">
                  <a:moveTo>
                    <a:pt x="699897" y="0"/>
                  </a:moveTo>
                  <a:lnTo>
                    <a:pt x="433069" y="49021"/>
                  </a:lnTo>
                  <a:lnTo>
                    <a:pt x="512063" y="103504"/>
                  </a:lnTo>
                  <a:lnTo>
                    <a:pt x="0" y="846581"/>
                  </a:lnTo>
                  <a:lnTo>
                    <a:pt x="157987" y="955420"/>
                  </a:lnTo>
                  <a:lnTo>
                    <a:pt x="670051" y="212343"/>
                  </a:lnTo>
                  <a:lnTo>
                    <a:pt x="749045" y="266826"/>
                  </a:lnTo>
                  <a:lnTo>
                    <a:pt x="699897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44821" y="3776217"/>
              <a:ext cx="749300" cy="955675"/>
            </a:xfrm>
            <a:custGeom>
              <a:avLst/>
              <a:gdLst/>
              <a:ahLst/>
              <a:cxnLst/>
              <a:rect l="l" t="t" r="r" b="b"/>
              <a:pathLst>
                <a:path w="749300" h="955675">
                  <a:moveTo>
                    <a:pt x="0" y="846581"/>
                  </a:moveTo>
                  <a:lnTo>
                    <a:pt x="512063" y="103504"/>
                  </a:lnTo>
                  <a:lnTo>
                    <a:pt x="433069" y="49021"/>
                  </a:lnTo>
                  <a:lnTo>
                    <a:pt x="699897" y="0"/>
                  </a:lnTo>
                  <a:lnTo>
                    <a:pt x="749045" y="266826"/>
                  </a:lnTo>
                  <a:lnTo>
                    <a:pt x="670051" y="212343"/>
                  </a:lnTo>
                  <a:lnTo>
                    <a:pt x="157987" y="955420"/>
                  </a:lnTo>
                  <a:lnTo>
                    <a:pt x="0" y="846581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499353" y="3414522"/>
              <a:ext cx="276225" cy="302260"/>
            </a:xfrm>
            <a:custGeom>
              <a:avLst/>
              <a:gdLst/>
              <a:ahLst/>
              <a:cxnLst/>
              <a:rect l="l" t="t" r="r" b="b"/>
              <a:pathLst>
                <a:path w="276225" h="302260">
                  <a:moveTo>
                    <a:pt x="0" y="9143"/>
                  </a:moveTo>
                  <a:lnTo>
                    <a:pt x="0" y="4063"/>
                  </a:lnTo>
                  <a:lnTo>
                    <a:pt x="4063" y="0"/>
                  </a:lnTo>
                  <a:lnTo>
                    <a:pt x="9144" y="0"/>
                  </a:lnTo>
                  <a:lnTo>
                    <a:pt x="266700" y="0"/>
                  </a:lnTo>
                  <a:lnTo>
                    <a:pt x="271780" y="0"/>
                  </a:lnTo>
                  <a:lnTo>
                    <a:pt x="275844" y="4063"/>
                  </a:lnTo>
                  <a:lnTo>
                    <a:pt x="275844" y="9143"/>
                  </a:lnTo>
                  <a:lnTo>
                    <a:pt x="275844" y="292607"/>
                  </a:lnTo>
                  <a:lnTo>
                    <a:pt x="275844" y="297688"/>
                  </a:lnTo>
                  <a:lnTo>
                    <a:pt x="271780" y="301751"/>
                  </a:lnTo>
                  <a:lnTo>
                    <a:pt x="266700" y="301751"/>
                  </a:lnTo>
                  <a:lnTo>
                    <a:pt x="9144" y="301751"/>
                  </a:lnTo>
                  <a:lnTo>
                    <a:pt x="4063" y="301751"/>
                  </a:lnTo>
                  <a:lnTo>
                    <a:pt x="0" y="297688"/>
                  </a:lnTo>
                  <a:lnTo>
                    <a:pt x="0" y="292607"/>
                  </a:lnTo>
                  <a:lnTo>
                    <a:pt x="0" y="9143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423153" y="2343150"/>
              <a:ext cx="1967864" cy="732790"/>
            </a:xfrm>
            <a:custGeom>
              <a:avLst/>
              <a:gdLst/>
              <a:ahLst/>
              <a:cxnLst/>
              <a:rect l="l" t="t" r="r" b="b"/>
              <a:pathLst>
                <a:path w="1967865" h="732789">
                  <a:moveTo>
                    <a:pt x="819785" y="510539"/>
                  </a:moveTo>
                  <a:lnTo>
                    <a:pt x="327913" y="510539"/>
                  </a:lnTo>
                  <a:lnTo>
                    <a:pt x="151511" y="732536"/>
                  </a:lnTo>
                  <a:lnTo>
                    <a:pt x="819785" y="510539"/>
                  </a:lnTo>
                  <a:close/>
                </a:path>
                <a:path w="1967865" h="732789">
                  <a:moveTo>
                    <a:pt x="1882394" y="0"/>
                  </a:moveTo>
                  <a:lnTo>
                    <a:pt x="85090" y="0"/>
                  </a:lnTo>
                  <a:lnTo>
                    <a:pt x="51970" y="6687"/>
                  </a:lnTo>
                  <a:lnTo>
                    <a:pt x="24923" y="24923"/>
                  </a:lnTo>
                  <a:lnTo>
                    <a:pt x="6687" y="51970"/>
                  </a:lnTo>
                  <a:lnTo>
                    <a:pt x="0" y="85089"/>
                  </a:lnTo>
                  <a:lnTo>
                    <a:pt x="0" y="425450"/>
                  </a:lnTo>
                  <a:lnTo>
                    <a:pt x="6687" y="458569"/>
                  </a:lnTo>
                  <a:lnTo>
                    <a:pt x="24923" y="485616"/>
                  </a:lnTo>
                  <a:lnTo>
                    <a:pt x="51970" y="503852"/>
                  </a:lnTo>
                  <a:lnTo>
                    <a:pt x="85090" y="510539"/>
                  </a:lnTo>
                  <a:lnTo>
                    <a:pt x="1882394" y="510539"/>
                  </a:lnTo>
                  <a:lnTo>
                    <a:pt x="1915513" y="503852"/>
                  </a:lnTo>
                  <a:lnTo>
                    <a:pt x="1942560" y="485616"/>
                  </a:lnTo>
                  <a:lnTo>
                    <a:pt x="1960796" y="458569"/>
                  </a:lnTo>
                  <a:lnTo>
                    <a:pt x="1967484" y="425450"/>
                  </a:lnTo>
                  <a:lnTo>
                    <a:pt x="1967484" y="85089"/>
                  </a:lnTo>
                  <a:lnTo>
                    <a:pt x="1960796" y="51970"/>
                  </a:lnTo>
                  <a:lnTo>
                    <a:pt x="1942560" y="24923"/>
                  </a:lnTo>
                  <a:lnTo>
                    <a:pt x="1915513" y="6687"/>
                  </a:lnTo>
                  <a:lnTo>
                    <a:pt x="18823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23153" y="2343150"/>
              <a:ext cx="1967864" cy="732790"/>
            </a:xfrm>
            <a:custGeom>
              <a:avLst/>
              <a:gdLst/>
              <a:ahLst/>
              <a:cxnLst/>
              <a:rect l="l" t="t" r="r" b="b"/>
              <a:pathLst>
                <a:path w="1967865" h="732789">
                  <a:moveTo>
                    <a:pt x="0" y="85089"/>
                  </a:moveTo>
                  <a:lnTo>
                    <a:pt x="6687" y="51970"/>
                  </a:lnTo>
                  <a:lnTo>
                    <a:pt x="24923" y="24923"/>
                  </a:lnTo>
                  <a:lnTo>
                    <a:pt x="51970" y="6687"/>
                  </a:lnTo>
                  <a:lnTo>
                    <a:pt x="85090" y="0"/>
                  </a:lnTo>
                  <a:lnTo>
                    <a:pt x="327913" y="0"/>
                  </a:lnTo>
                  <a:lnTo>
                    <a:pt x="819785" y="0"/>
                  </a:lnTo>
                  <a:lnTo>
                    <a:pt x="1882394" y="0"/>
                  </a:lnTo>
                  <a:lnTo>
                    <a:pt x="1915513" y="6687"/>
                  </a:lnTo>
                  <a:lnTo>
                    <a:pt x="1942560" y="24923"/>
                  </a:lnTo>
                  <a:lnTo>
                    <a:pt x="1960796" y="51970"/>
                  </a:lnTo>
                  <a:lnTo>
                    <a:pt x="1967484" y="85089"/>
                  </a:lnTo>
                  <a:lnTo>
                    <a:pt x="1967484" y="297814"/>
                  </a:lnTo>
                  <a:lnTo>
                    <a:pt x="1967484" y="425450"/>
                  </a:lnTo>
                  <a:lnTo>
                    <a:pt x="1960796" y="458569"/>
                  </a:lnTo>
                  <a:lnTo>
                    <a:pt x="1942560" y="485616"/>
                  </a:lnTo>
                  <a:lnTo>
                    <a:pt x="1915513" y="503852"/>
                  </a:lnTo>
                  <a:lnTo>
                    <a:pt x="1882394" y="510539"/>
                  </a:lnTo>
                  <a:lnTo>
                    <a:pt x="819785" y="510539"/>
                  </a:lnTo>
                  <a:lnTo>
                    <a:pt x="151511" y="732536"/>
                  </a:lnTo>
                  <a:lnTo>
                    <a:pt x="327913" y="510539"/>
                  </a:lnTo>
                  <a:lnTo>
                    <a:pt x="85090" y="510539"/>
                  </a:lnTo>
                  <a:lnTo>
                    <a:pt x="51970" y="503852"/>
                  </a:lnTo>
                  <a:lnTo>
                    <a:pt x="24923" y="485616"/>
                  </a:lnTo>
                  <a:lnTo>
                    <a:pt x="6687" y="458569"/>
                  </a:lnTo>
                  <a:lnTo>
                    <a:pt x="0" y="425450"/>
                  </a:lnTo>
                  <a:lnTo>
                    <a:pt x="0" y="297814"/>
                  </a:lnTo>
                  <a:lnTo>
                    <a:pt x="0" y="85089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779896" y="2440685"/>
            <a:ext cx="1269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[sx</a:t>
            </a:r>
            <a:r>
              <a:rPr dirty="0" sz="1800" spc="-2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&gt; 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0x0]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942520" y="3689667"/>
            <a:ext cx="2136140" cy="841375"/>
            <a:chOff x="5942520" y="3689667"/>
            <a:chExt cx="2136140" cy="841375"/>
          </a:xfrm>
        </p:grpSpPr>
        <p:sp>
          <p:nvSpPr>
            <p:cNvPr id="18" name="object 18"/>
            <p:cNvSpPr/>
            <p:nvPr/>
          </p:nvSpPr>
          <p:spPr>
            <a:xfrm>
              <a:off x="5956808" y="3703954"/>
              <a:ext cx="2107565" cy="812800"/>
            </a:xfrm>
            <a:custGeom>
              <a:avLst/>
              <a:gdLst/>
              <a:ahLst/>
              <a:cxnLst/>
              <a:rect l="l" t="t" r="r" b="b"/>
              <a:pathLst>
                <a:path w="2107565" h="812800">
                  <a:moveTo>
                    <a:pt x="2022347" y="301879"/>
                  </a:moveTo>
                  <a:lnTo>
                    <a:pt x="225043" y="301879"/>
                  </a:lnTo>
                  <a:lnTo>
                    <a:pt x="191924" y="308566"/>
                  </a:lnTo>
                  <a:lnTo>
                    <a:pt x="164877" y="326802"/>
                  </a:lnTo>
                  <a:lnTo>
                    <a:pt x="146641" y="353849"/>
                  </a:lnTo>
                  <a:lnTo>
                    <a:pt x="139953" y="386969"/>
                  </a:lnTo>
                  <a:lnTo>
                    <a:pt x="139953" y="727329"/>
                  </a:lnTo>
                  <a:lnTo>
                    <a:pt x="146641" y="760448"/>
                  </a:lnTo>
                  <a:lnTo>
                    <a:pt x="164877" y="787495"/>
                  </a:lnTo>
                  <a:lnTo>
                    <a:pt x="191924" y="805731"/>
                  </a:lnTo>
                  <a:lnTo>
                    <a:pt x="225043" y="812419"/>
                  </a:lnTo>
                  <a:lnTo>
                    <a:pt x="2022347" y="812419"/>
                  </a:lnTo>
                  <a:lnTo>
                    <a:pt x="2055467" y="805731"/>
                  </a:lnTo>
                  <a:lnTo>
                    <a:pt x="2082514" y="787495"/>
                  </a:lnTo>
                  <a:lnTo>
                    <a:pt x="2100750" y="760448"/>
                  </a:lnTo>
                  <a:lnTo>
                    <a:pt x="2107438" y="727329"/>
                  </a:lnTo>
                  <a:lnTo>
                    <a:pt x="2107438" y="386969"/>
                  </a:lnTo>
                  <a:lnTo>
                    <a:pt x="2100750" y="353849"/>
                  </a:lnTo>
                  <a:lnTo>
                    <a:pt x="2082514" y="326802"/>
                  </a:lnTo>
                  <a:lnTo>
                    <a:pt x="2055467" y="308566"/>
                  </a:lnTo>
                  <a:lnTo>
                    <a:pt x="2022347" y="301879"/>
                  </a:lnTo>
                  <a:close/>
                </a:path>
                <a:path w="2107565" h="812800">
                  <a:moveTo>
                    <a:pt x="0" y="0"/>
                  </a:moveTo>
                  <a:lnTo>
                    <a:pt x="467867" y="301879"/>
                  </a:lnTo>
                  <a:lnTo>
                    <a:pt x="959738" y="3018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956808" y="3703954"/>
              <a:ext cx="2107565" cy="812800"/>
            </a:xfrm>
            <a:custGeom>
              <a:avLst/>
              <a:gdLst/>
              <a:ahLst/>
              <a:cxnLst/>
              <a:rect l="l" t="t" r="r" b="b"/>
              <a:pathLst>
                <a:path w="2107565" h="812800">
                  <a:moveTo>
                    <a:pt x="139953" y="386969"/>
                  </a:moveTo>
                  <a:lnTo>
                    <a:pt x="146641" y="353849"/>
                  </a:lnTo>
                  <a:lnTo>
                    <a:pt x="164877" y="326802"/>
                  </a:lnTo>
                  <a:lnTo>
                    <a:pt x="191924" y="308566"/>
                  </a:lnTo>
                  <a:lnTo>
                    <a:pt x="225043" y="301879"/>
                  </a:lnTo>
                  <a:lnTo>
                    <a:pt x="467867" y="301879"/>
                  </a:lnTo>
                  <a:lnTo>
                    <a:pt x="0" y="0"/>
                  </a:lnTo>
                  <a:lnTo>
                    <a:pt x="959738" y="301879"/>
                  </a:lnTo>
                  <a:lnTo>
                    <a:pt x="2022347" y="301879"/>
                  </a:lnTo>
                  <a:lnTo>
                    <a:pt x="2055467" y="308566"/>
                  </a:lnTo>
                  <a:lnTo>
                    <a:pt x="2082514" y="326802"/>
                  </a:lnTo>
                  <a:lnTo>
                    <a:pt x="2100750" y="353849"/>
                  </a:lnTo>
                  <a:lnTo>
                    <a:pt x="2107438" y="386969"/>
                  </a:lnTo>
                  <a:lnTo>
                    <a:pt x="2107438" y="514604"/>
                  </a:lnTo>
                  <a:lnTo>
                    <a:pt x="2107438" y="727329"/>
                  </a:lnTo>
                  <a:lnTo>
                    <a:pt x="2100750" y="760448"/>
                  </a:lnTo>
                  <a:lnTo>
                    <a:pt x="2082514" y="787495"/>
                  </a:lnTo>
                  <a:lnTo>
                    <a:pt x="2055467" y="805731"/>
                  </a:lnTo>
                  <a:lnTo>
                    <a:pt x="2022347" y="812419"/>
                  </a:lnTo>
                  <a:lnTo>
                    <a:pt x="959738" y="812419"/>
                  </a:lnTo>
                  <a:lnTo>
                    <a:pt x="467867" y="812419"/>
                  </a:lnTo>
                  <a:lnTo>
                    <a:pt x="225043" y="812419"/>
                  </a:lnTo>
                  <a:lnTo>
                    <a:pt x="191924" y="805731"/>
                  </a:lnTo>
                  <a:lnTo>
                    <a:pt x="164877" y="787495"/>
                  </a:lnTo>
                  <a:lnTo>
                    <a:pt x="146641" y="760448"/>
                  </a:lnTo>
                  <a:lnTo>
                    <a:pt x="139953" y="727329"/>
                  </a:lnTo>
                  <a:lnTo>
                    <a:pt x="139953" y="514604"/>
                  </a:lnTo>
                  <a:lnTo>
                    <a:pt x="139953" y="386969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6452870" y="4104258"/>
            <a:ext cx="1269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[sy</a:t>
            </a:r>
            <a:r>
              <a:rPr dirty="0" sz="1800" spc="-25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800" b="1">
                <a:solidFill>
                  <a:srgbClr val="C00000"/>
                </a:solidFill>
                <a:latin typeface="Consolas"/>
                <a:cs typeface="Consolas"/>
              </a:rPr>
              <a:t>&gt; </a:t>
            </a:r>
            <a:r>
              <a:rPr dirty="0" sz="1800" spc="-20" b="1">
                <a:solidFill>
                  <a:srgbClr val="C00000"/>
                </a:solidFill>
                <a:latin typeface="Consolas"/>
                <a:cs typeface="Consolas"/>
              </a:rPr>
              <a:t>0x0]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29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916939" y="1196086"/>
            <a:ext cx="88582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Extract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predicates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for</a:t>
            </a:r>
            <a:r>
              <a:rPr dirty="0" sz="200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rest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100">
                <a:latin typeface="Tahoma"/>
                <a:cs typeface="Tahoma"/>
              </a:rPr>
              <a:t>of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variables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using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same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method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D1D1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416933" y="3249548"/>
            <a:ext cx="3526154" cy="1614805"/>
            <a:chOff x="4416933" y="3249548"/>
            <a:chExt cx="3526154" cy="1614805"/>
          </a:xfrm>
        </p:grpSpPr>
        <p:sp>
          <p:nvSpPr>
            <p:cNvPr id="4" name="object 4"/>
            <p:cNvSpPr/>
            <p:nvPr/>
          </p:nvSpPr>
          <p:spPr>
            <a:xfrm>
              <a:off x="4426458" y="3259073"/>
              <a:ext cx="3507104" cy="1595755"/>
            </a:xfrm>
            <a:custGeom>
              <a:avLst/>
              <a:gdLst/>
              <a:ahLst/>
              <a:cxnLst/>
              <a:rect l="l" t="t" r="r" b="b"/>
              <a:pathLst>
                <a:path w="3507104" h="1595754">
                  <a:moveTo>
                    <a:pt x="3506723" y="0"/>
                  </a:moveTo>
                  <a:lnTo>
                    <a:pt x="0" y="0"/>
                  </a:lnTo>
                  <a:lnTo>
                    <a:pt x="0" y="1595627"/>
                  </a:lnTo>
                  <a:lnTo>
                    <a:pt x="3213481" y="1595627"/>
                  </a:lnTo>
                  <a:lnTo>
                    <a:pt x="3506723" y="1302384"/>
                  </a:lnTo>
                  <a:lnTo>
                    <a:pt x="350672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39939" y="4561458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293242" y="0"/>
                  </a:moveTo>
                  <a:lnTo>
                    <a:pt x="58674" y="58674"/>
                  </a:lnTo>
                  <a:lnTo>
                    <a:pt x="0" y="293243"/>
                  </a:lnTo>
                  <a:lnTo>
                    <a:pt x="293242" y="0"/>
                  </a:lnTo>
                  <a:close/>
                </a:path>
              </a:pathLst>
            </a:custGeom>
            <a:solidFill>
              <a:srgbClr val="CDCD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26458" y="3259073"/>
              <a:ext cx="3507104" cy="1595755"/>
            </a:xfrm>
            <a:custGeom>
              <a:avLst/>
              <a:gdLst/>
              <a:ahLst/>
              <a:cxnLst/>
              <a:rect l="l" t="t" r="r" b="b"/>
              <a:pathLst>
                <a:path w="3507104" h="1595754">
                  <a:moveTo>
                    <a:pt x="3213481" y="1595627"/>
                  </a:moveTo>
                  <a:lnTo>
                    <a:pt x="3272155" y="1361058"/>
                  </a:lnTo>
                  <a:lnTo>
                    <a:pt x="3506723" y="1302384"/>
                  </a:lnTo>
                  <a:lnTo>
                    <a:pt x="3213481" y="1595627"/>
                  </a:lnTo>
                  <a:lnTo>
                    <a:pt x="0" y="1595627"/>
                  </a:lnTo>
                  <a:lnTo>
                    <a:pt x="0" y="0"/>
                  </a:lnTo>
                  <a:lnTo>
                    <a:pt x="3506723" y="0"/>
                  </a:lnTo>
                  <a:lnTo>
                    <a:pt x="3506723" y="1302384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454271" y="3175757"/>
            <a:ext cx="3093720" cy="1421130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709295">
              <a:lnSpc>
                <a:spcPct val="100000"/>
              </a:lnSpc>
              <a:spcBef>
                <a:spcPts val="1270"/>
              </a:spcBef>
            </a:pPr>
            <a:r>
              <a:rPr dirty="0" sz="1800" spc="-60" b="1">
                <a:latin typeface="Arial"/>
                <a:cs typeface="Arial"/>
              </a:rPr>
              <a:t>Crashing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Condition</a:t>
            </a:r>
            <a:endParaRPr sz="18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1175"/>
              </a:spcBef>
              <a:tabLst>
                <a:tab pos="409575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colorsTotal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20">
                <a:latin typeface="Consolas"/>
                <a:cs typeface="Consolas"/>
              </a:rPr>
              <a:t> 0x80</a:t>
            </a:r>
            <a:endParaRPr sz="180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  <a:spcBef>
                <a:spcPts val="5"/>
              </a:spcBef>
              <a:tabLst>
                <a:tab pos="414020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sx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  <a:p>
            <a:pPr marL="63500">
              <a:lnSpc>
                <a:spcPct val="100000"/>
              </a:lnSpc>
              <a:tabLst>
                <a:tab pos="414020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sy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975866" y="1724405"/>
            <a:ext cx="8408035" cy="1347470"/>
          </a:xfrm>
          <a:prstGeom prst="rect"/>
          <a:solidFill>
            <a:srgbClr val="FBE7D0"/>
          </a:solidFill>
          <a:ln w="19050">
            <a:solidFill>
              <a:srgbClr val="042333"/>
            </a:solidFill>
          </a:ln>
        </p:spPr>
        <p:txBody>
          <a:bodyPr wrap="square" lIns="0" tIns="1689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30"/>
              </a:spcBef>
            </a:pPr>
            <a:endParaRPr sz="2400">
              <a:latin typeface="Times New Roman"/>
              <a:cs typeface="Times New Roman"/>
            </a:endParaRPr>
          </a:p>
          <a:p>
            <a:pPr marL="597535">
              <a:lnSpc>
                <a:spcPct val="100000"/>
              </a:lnSpc>
            </a:pPr>
            <a:r>
              <a:rPr dirty="0" sz="2400" spc="60"/>
              <a:t>Crashing</a:t>
            </a:r>
            <a:r>
              <a:rPr dirty="0" sz="2400" spc="-40"/>
              <a:t> </a:t>
            </a:r>
            <a:r>
              <a:rPr dirty="0" sz="2400" spc="90"/>
              <a:t>condition</a:t>
            </a:r>
            <a:r>
              <a:rPr dirty="0" sz="2400" spc="-50"/>
              <a:t> </a:t>
            </a:r>
            <a:r>
              <a:rPr dirty="0" sz="2400" spc="65"/>
              <a:t>that</a:t>
            </a:r>
            <a:r>
              <a:rPr dirty="0" sz="2400" spc="-30"/>
              <a:t> </a:t>
            </a:r>
            <a:r>
              <a:rPr dirty="0" sz="2400"/>
              <a:t>consists</a:t>
            </a:r>
            <a:r>
              <a:rPr dirty="0" sz="2400" spc="-55"/>
              <a:t> </a:t>
            </a:r>
            <a:r>
              <a:rPr dirty="0" sz="2400" spc="120"/>
              <a:t>of</a:t>
            </a:r>
            <a:r>
              <a:rPr dirty="0" sz="2400" spc="-35"/>
              <a:t> </a:t>
            </a:r>
            <a:r>
              <a:rPr dirty="0" sz="2400" spc="50"/>
              <a:t>three</a:t>
            </a:r>
            <a:r>
              <a:rPr dirty="0" sz="2400" spc="-30"/>
              <a:t> </a:t>
            </a:r>
            <a:r>
              <a:rPr dirty="0" sz="2400" spc="-10"/>
              <a:t>predicates</a:t>
            </a:r>
            <a:endParaRPr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D1D1">
              <a:alpha val="85096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4416933" y="3249548"/>
            <a:ext cx="6938645" cy="2009775"/>
            <a:chOff x="4416933" y="3249548"/>
            <a:chExt cx="6938645" cy="2009775"/>
          </a:xfrm>
        </p:grpSpPr>
        <p:sp>
          <p:nvSpPr>
            <p:cNvPr id="4" name="object 4"/>
            <p:cNvSpPr/>
            <p:nvPr/>
          </p:nvSpPr>
          <p:spPr>
            <a:xfrm>
              <a:off x="4426458" y="3259073"/>
              <a:ext cx="3507104" cy="1595755"/>
            </a:xfrm>
            <a:custGeom>
              <a:avLst/>
              <a:gdLst/>
              <a:ahLst/>
              <a:cxnLst/>
              <a:rect l="l" t="t" r="r" b="b"/>
              <a:pathLst>
                <a:path w="3507104" h="1595754">
                  <a:moveTo>
                    <a:pt x="3506723" y="0"/>
                  </a:moveTo>
                  <a:lnTo>
                    <a:pt x="0" y="0"/>
                  </a:lnTo>
                  <a:lnTo>
                    <a:pt x="0" y="1595627"/>
                  </a:lnTo>
                  <a:lnTo>
                    <a:pt x="3213481" y="1595627"/>
                  </a:lnTo>
                  <a:lnTo>
                    <a:pt x="3506723" y="1302384"/>
                  </a:lnTo>
                  <a:lnTo>
                    <a:pt x="3506723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639939" y="4561458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293242" y="0"/>
                  </a:moveTo>
                  <a:lnTo>
                    <a:pt x="58674" y="58674"/>
                  </a:lnTo>
                  <a:lnTo>
                    <a:pt x="0" y="293243"/>
                  </a:lnTo>
                  <a:lnTo>
                    <a:pt x="293242" y="0"/>
                  </a:lnTo>
                  <a:close/>
                </a:path>
              </a:pathLst>
            </a:custGeom>
            <a:solidFill>
              <a:srgbClr val="CDCD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26458" y="3259073"/>
              <a:ext cx="3507104" cy="1595755"/>
            </a:xfrm>
            <a:custGeom>
              <a:avLst/>
              <a:gdLst/>
              <a:ahLst/>
              <a:cxnLst/>
              <a:rect l="l" t="t" r="r" b="b"/>
              <a:pathLst>
                <a:path w="3507104" h="1595754">
                  <a:moveTo>
                    <a:pt x="3213481" y="1595627"/>
                  </a:moveTo>
                  <a:lnTo>
                    <a:pt x="3272155" y="1361058"/>
                  </a:lnTo>
                  <a:lnTo>
                    <a:pt x="3506723" y="1302384"/>
                  </a:lnTo>
                  <a:lnTo>
                    <a:pt x="3213481" y="1595627"/>
                  </a:lnTo>
                  <a:lnTo>
                    <a:pt x="0" y="1595627"/>
                  </a:lnTo>
                  <a:lnTo>
                    <a:pt x="0" y="0"/>
                  </a:lnTo>
                  <a:lnTo>
                    <a:pt x="3506723" y="0"/>
                  </a:lnTo>
                  <a:lnTo>
                    <a:pt x="3506723" y="1302384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50842" y="3775709"/>
              <a:ext cx="3230880" cy="294640"/>
            </a:xfrm>
            <a:custGeom>
              <a:avLst/>
              <a:gdLst/>
              <a:ahLst/>
              <a:cxnLst/>
              <a:rect l="l" t="t" r="r" b="b"/>
              <a:pathLst>
                <a:path w="3230879" h="294639">
                  <a:moveTo>
                    <a:pt x="0" y="49021"/>
                  </a:moveTo>
                  <a:lnTo>
                    <a:pt x="3855" y="29950"/>
                  </a:lnTo>
                  <a:lnTo>
                    <a:pt x="14366" y="14366"/>
                  </a:lnTo>
                  <a:lnTo>
                    <a:pt x="29950" y="3855"/>
                  </a:lnTo>
                  <a:lnTo>
                    <a:pt x="49022" y="0"/>
                  </a:lnTo>
                  <a:lnTo>
                    <a:pt x="3181858" y="0"/>
                  </a:lnTo>
                  <a:lnTo>
                    <a:pt x="3200929" y="3855"/>
                  </a:lnTo>
                  <a:lnTo>
                    <a:pt x="3216513" y="14366"/>
                  </a:lnTo>
                  <a:lnTo>
                    <a:pt x="3227024" y="29950"/>
                  </a:lnTo>
                  <a:lnTo>
                    <a:pt x="3230880" y="49021"/>
                  </a:lnTo>
                  <a:lnTo>
                    <a:pt x="3230880" y="245109"/>
                  </a:lnTo>
                  <a:lnTo>
                    <a:pt x="3227024" y="264181"/>
                  </a:lnTo>
                  <a:lnTo>
                    <a:pt x="3216513" y="279765"/>
                  </a:lnTo>
                  <a:lnTo>
                    <a:pt x="3200929" y="290276"/>
                  </a:lnTo>
                  <a:lnTo>
                    <a:pt x="3181858" y="294131"/>
                  </a:lnTo>
                  <a:lnTo>
                    <a:pt x="49022" y="294131"/>
                  </a:lnTo>
                  <a:lnTo>
                    <a:pt x="29950" y="290276"/>
                  </a:lnTo>
                  <a:lnTo>
                    <a:pt x="14366" y="279765"/>
                  </a:lnTo>
                  <a:lnTo>
                    <a:pt x="3855" y="264181"/>
                  </a:lnTo>
                  <a:lnTo>
                    <a:pt x="0" y="245109"/>
                  </a:lnTo>
                  <a:lnTo>
                    <a:pt x="0" y="49021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74204" y="4153026"/>
              <a:ext cx="3867150" cy="1092200"/>
            </a:xfrm>
            <a:custGeom>
              <a:avLst/>
              <a:gdLst/>
              <a:ahLst/>
              <a:cxnLst/>
              <a:rect l="l" t="t" r="r" b="b"/>
              <a:pathLst>
                <a:path w="3867150" h="1092200">
                  <a:moveTo>
                    <a:pt x="3780028" y="572135"/>
                  </a:moveTo>
                  <a:lnTo>
                    <a:pt x="120396" y="572135"/>
                  </a:lnTo>
                  <a:lnTo>
                    <a:pt x="86663" y="578935"/>
                  </a:lnTo>
                  <a:lnTo>
                    <a:pt x="59134" y="597487"/>
                  </a:lnTo>
                  <a:lnTo>
                    <a:pt x="40582" y="625016"/>
                  </a:lnTo>
                  <a:lnTo>
                    <a:pt x="33781" y="658749"/>
                  </a:lnTo>
                  <a:lnTo>
                    <a:pt x="33781" y="1005205"/>
                  </a:lnTo>
                  <a:lnTo>
                    <a:pt x="40582" y="1038937"/>
                  </a:lnTo>
                  <a:lnTo>
                    <a:pt x="59134" y="1066466"/>
                  </a:lnTo>
                  <a:lnTo>
                    <a:pt x="86663" y="1085018"/>
                  </a:lnTo>
                  <a:lnTo>
                    <a:pt x="120396" y="1091819"/>
                  </a:lnTo>
                  <a:lnTo>
                    <a:pt x="3780028" y="1091819"/>
                  </a:lnTo>
                  <a:lnTo>
                    <a:pt x="3813760" y="1085018"/>
                  </a:lnTo>
                  <a:lnTo>
                    <a:pt x="3841289" y="1066466"/>
                  </a:lnTo>
                  <a:lnTo>
                    <a:pt x="3859841" y="1038937"/>
                  </a:lnTo>
                  <a:lnTo>
                    <a:pt x="3866642" y="1005205"/>
                  </a:lnTo>
                  <a:lnTo>
                    <a:pt x="3866642" y="658749"/>
                  </a:lnTo>
                  <a:lnTo>
                    <a:pt x="3859841" y="625016"/>
                  </a:lnTo>
                  <a:lnTo>
                    <a:pt x="3841289" y="597487"/>
                  </a:lnTo>
                  <a:lnTo>
                    <a:pt x="3813760" y="578935"/>
                  </a:lnTo>
                  <a:lnTo>
                    <a:pt x="3780028" y="572135"/>
                  </a:lnTo>
                  <a:close/>
                </a:path>
                <a:path w="3867150" h="1092200">
                  <a:moveTo>
                    <a:pt x="0" y="0"/>
                  </a:moveTo>
                  <a:lnTo>
                    <a:pt x="672592" y="572135"/>
                  </a:lnTo>
                  <a:lnTo>
                    <a:pt x="1630806" y="5721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474204" y="4153026"/>
              <a:ext cx="3867150" cy="1092200"/>
            </a:xfrm>
            <a:custGeom>
              <a:avLst/>
              <a:gdLst/>
              <a:ahLst/>
              <a:cxnLst/>
              <a:rect l="l" t="t" r="r" b="b"/>
              <a:pathLst>
                <a:path w="3867150" h="1092200">
                  <a:moveTo>
                    <a:pt x="33781" y="658749"/>
                  </a:moveTo>
                  <a:lnTo>
                    <a:pt x="40582" y="625016"/>
                  </a:lnTo>
                  <a:lnTo>
                    <a:pt x="59134" y="597487"/>
                  </a:lnTo>
                  <a:lnTo>
                    <a:pt x="86663" y="578935"/>
                  </a:lnTo>
                  <a:lnTo>
                    <a:pt x="120396" y="572135"/>
                  </a:lnTo>
                  <a:lnTo>
                    <a:pt x="672592" y="572135"/>
                  </a:lnTo>
                  <a:lnTo>
                    <a:pt x="0" y="0"/>
                  </a:lnTo>
                  <a:lnTo>
                    <a:pt x="1630806" y="572135"/>
                  </a:lnTo>
                  <a:lnTo>
                    <a:pt x="3780028" y="572135"/>
                  </a:lnTo>
                  <a:lnTo>
                    <a:pt x="3813760" y="578935"/>
                  </a:lnTo>
                  <a:lnTo>
                    <a:pt x="3841289" y="597487"/>
                  </a:lnTo>
                  <a:lnTo>
                    <a:pt x="3859841" y="625016"/>
                  </a:lnTo>
                  <a:lnTo>
                    <a:pt x="3866642" y="658749"/>
                  </a:lnTo>
                  <a:lnTo>
                    <a:pt x="3866642" y="788670"/>
                  </a:lnTo>
                  <a:lnTo>
                    <a:pt x="3866642" y="1005205"/>
                  </a:lnTo>
                  <a:lnTo>
                    <a:pt x="3859841" y="1038937"/>
                  </a:lnTo>
                  <a:lnTo>
                    <a:pt x="3841289" y="1066466"/>
                  </a:lnTo>
                  <a:lnTo>
                    <a:pt x="3813760" y="1085018"/>
                  </a:lnTo>
                  <a:lnTo>
                    <a:pt x="3780028" y="1091819"/>
                  </a:lnTo>
                  <a:lnTo>
                    <a:pt x="1630806" y="1091819"/>
                  </a:lnTo>
                  <a:lnTo>
                    <a:pt x="672592" y="1091819"/>
                  </a:lnTo>
                  <a:lnTo>
                    <a:pt x="120396" y="1091819"/>
                  </a:lnTo>
                  <a:lnTo>
                    <a:pt x="86663" y="1085018"/>
                  </a:lnTo>
                  <a:lnTo>
                    <a:pt x="59134" y="1066466"/>
                  </a:lnTo>
                  <a:lnTo>
                    <a:pt x="40582" y="1038937"/>
                  </a:lnTo>
                  <a:lnTo>
                    <a:pt x="33781" y="1005205"/>
                  </a:lnTo>
                  <a:lnTo>
                    <a:pt x="33781" y="788670"/>
                  </a:lnTo>
                  <a:lnTo>
                    <a:pt x="33781" y="658749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428871" y="3175757"/>
            <a:ext cx="6344285" cy="195897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734695">
              <a:lnSpc>
                <a:spcPct val="100000"/>
              </a:lnSpc>
              <a:spcBef>
                <a:spcPts val="1270"/>
              </a:spcBef>
            </a:pPr>
            <a:r>
              <a:rPr dirty="0" sz="1800" spc="-60" b="1">
                <a:latin typeface="Arial"/>
                <a:cs typeface="Arial"/>
              </a:rPr>
              <a:t>Crashing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Condition</a:t>
            </a:r>
            <a:endParaRPr sz="180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  <a:spcBef>
                <a:spcPts val="1175"/>
              </a:spcBef>
              <a:tabLst>
                <a:tab pos="434975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colorsTotal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20">
                <a:latin typeface="Consolas"/>
                <a:cs typeface="Consolas"/>
              </a:rPr>
              <a:t> 0x80</a:t>
            </a:r>
            <a:endParaRPr sz="1800">
              <a:latin typeface="Consolas"/>
              <a:cs typeface="Consolas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  <a:tabLst>
                <a:tab pos="439420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sx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  <a:p>
            <a:pPr marL="88900">
              <a:lnSpc>
                <a:spcPct val="100000"/>
              </a:lnSpc>
              <a:tabLst>
                <a:tab pos="439420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sy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  <a:p>
            <a:pPr marL="3668395">
              <a:lnSpc>
                <a:spcPct val="100000"/>
              </a:lnSpc>
              <a:spcBef>
                <a:spcPts val="2070"/>
              </a:spcBef>
            </a:pPr>
            <a:r>
              <a:rPr dirty="0" sz="1800" spc="-40" b="1">
                <a:solidFill>
                  <a:srgbClr val="C00000"/>
                </a:solidFill>
                <a:latin typeface="Arial"/>
                <a:cs typeface="Arial"/>
              </a:rPr>
              <a:t>pinpoints</a:t>
            </a:r>
            <a:r>
              <a:rPr dirty="0" sz="18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8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r>
              <a:rPr dirty="0" sz="18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cause!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975866" y="1724405"/>
            <a:ext cx="8408035" cy="1347470"/>
          </a:xfrm>
          <a:prstGeom prst="rect"/>
          <a:solidFill>
            <a:srgbClr val="FBE7D0"/>
          </a:solidFill>
          <a:ln w="19050">
            <a:solidFill>
              <a:srgbClr val="042333"/>
            </a:solidFill>
          </a:ln>
        </p:spPr>
        <p:txBody>
          <a:bodyPr wrap="square" lIns="0" tIns="1689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30"/>
              </a:spcBef>
            </a:pPr>
            <a:endParaRPr sz="2400">
              <a:latin typeface="Times New Roman"/>
              <a:cs typeface="Times New Roman"/>
            </a:endParaRPr>
          </a:p>
          <a:p>
            <a:pPr marL="597535">
              <a:lnSpc>
                <a:spcPct val="100000"/>
              </a:lnSpc>
            </a:pPr>
            <a:r>
              <a:rPr dirty="0" sz="2400" spc="60"/>
              <a:t>Crashing</a:t>
            </a:r>
            <a:r>
              <a:rPr dirty="0" sz="2400" spc="-40"/>
              <a:t> </a:t>
            </a:r>
            <a:r>
              <a:rPr dirty="0" sz="2400" spc="90"/>
              <a:t>condition</a:t>
            </a:r>
            <a:r>
              <a:rPr dirty="0" sz="2400" spc="-50"/>
              <a:t> </a:t>
            </a:r>
            <a:r>
              <a:rPr dirty="0" sz="2400" spc="65"/>
              <a:t>that</a:t>
            </a:r>
            <a:r>
              <a:rPr dirty="0" sz="2400" spc="-30"/>
              <a:t> </a:t>
            </a:r>
            <a:r>
              <a:rPr dirty="0" sz="2400"/>
              <a:t>consists</a:t>
            </a:r>
            <a:r>
              <a:rPr dirty="0" sz="2400" spc="-55"/>
              <a:t> </a:t>
            </a:r>
            <a:r>
              <a:rPr dirty="0" sz="2400" spc="120"/>
              <a:t>of</a:t>
            </a:r>
            <a:r>
              <a:rPr dirty="0" sz="2400" spc="-35"/>
              <a:t> </a:t>
            </a:r>
            <a:r>
              <a:rPr dirty="0" sz="2400" spc="50"/>
              <a:t>three</a:t>
            </a:r>
            <a:r>
              <a:rPr dirty="0" sz="2400" spc="-30"/>
              <a:t> </a:t>
            </a:r>
            <a:r>
              <a:rPr dirty="0" sz="2400" spc="-10"/>
              <a:t>predicates</a:t>
            </a:r>
            <a:endParaRPr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/>
          <p:nvPr/>
        </p:nvSpPr>
        <p:spPr>
          <a:xfrm>
            <a:off x="2635123" y="3446145"/>
            <a:ext cx="692023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ahoma"/>
                <a:cs typeface="Tahoma"/>
              </a:rPr>
              <a:t>Essentials</a:t>
            </a:r>
            <a:r>
              <a:rPr dirty="0" sz="3600" spc="-50">
                <a:latin typeface="Tahoma"/>
                <a:cs typeface="Tahoma"/>
              </a:rPr>
              <a:t> </a:t>
            </a:r>
            <a:r>
              <a:rPr dirty="0" sz="3600" spc="185">
                <a:latin typeface="Tahoma"/>
                <a:cs typeface="Tahoma"/>
              </a:rPr>
              <a:t>of</a:t>
            </a:r>
            <a:r>
              <a:rPr dirty="0" sz="3600" spc="-40">
                <a:latin typeface="Tahoma"/>
                <a:cs typeface="Tahoma"/>
              </a:rPr>
              <a:t> </a:t>
            </a:r>
            <a:r>
              <a:rPr dirty="0" sz="3600" spc="140">
                <a:latin typeface="Tahoma"/>
                <a:cs typeface="Tahoma"/>
              </a:rPr>
              <a:t>root</a:t>
            </a:r>
            <a:r>
              <a:rPr dirty="0" sz="3600" spc="-15">
                <a:latin typeface="Tahoma"/>
                <a:cs typeface="Tahoma"/>
              </a:rPr>
              <a:t> </a:t>
            </a:r>
            <a:r>
              <a:rPr dirty="0" sz="3600" spc="50">
                <a:latin typeface="Tahoma"/>
                <a:cs typeface="Tahoma"/>
              </a:rPr>
              <a:t>cause</a:t>
            </a:r>
            <a:r>
              <a:rPr dirty="0" sz="3600" spc="-50">
                <a:latin typeface="Tahoma"/>
                <a:cs typeface="Tahoma"/>
              </a:rPr>
              <a:t> </a:t>
            </a:r>
            <a:r>
              <a:rPr dirty="0" sz="3600" spc="-10">
                <a:latin typeface="Tahoma"/>
                <a:cs typeface="Tahoma"/>
              </a:rPr>
              <a:t>analysis?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87419" y="4825365"/>
            <a:ext cx="42189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Malgun Gothic"/>
                <a:cs typeface="Malgun Gothic"/>
              </a:rPr>
              <a:t>“</a:t>
            </a:r>
            <a:r>
              <a:rPr dirty="0" sz="2400">
                <a:latin typeface="Cambria Math"/>
                <a:cs typeface="Cambria Math"/>
              </a:rPr>
              <a:t>𝑝</a:t>
            </a:r>
            <a:r>
              <a:rPr dirty="0" baseline="-15873" sz="2625">
                <a:latin typeface="Cambria Math"/>
                <a:cs typeface="Cambria Math"/>
              </a:rPr>
              <a:t>1</a:t>
            </a:r>
            <a:r>
              <a:rPr dirty="0" baseline="-15873" sz="2625" spc="487">
                <a:latin typeface="Cambria Math"/>
                <a:cs typeface="Cambria Math"/>
              </a:rPr>
              <a:t> </a:t>
            </a:r>
            <a:r>
              <a:rPr dirty="0" sz="2400">
                <a:latin typeface="Consolas"/>
                <a:cs typeface="Consolas"/>
              </a:rPr>
              <a:t>:=</a:t>
            </a:r>
            <a:r>
              <a:rPr dirty="0" sz="2400" spc="-50"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colorsTotal</a:t>
            </a:r>
            <a:r>
              <a:rPr dirty="0" sz="2400" spc="-20">
                <a:latin typeface="Consolas"/>
                <a:cs typeface="Consolas"/>
              </a:rPr>
              <a:t> </a:t>
            </a:r>
            <a:r>
              <a:rPr dirty="0" sz="2400">
                <a:latin typeface="Consolas"/>
                <a:cs typeface="Consolas"/>
              </a:rPr>
              <a:t>&lt;</a:t>
            </a:r>
            <a:r>
              <a:rPr dirty="0" sz="2400" spc="-80">
                <a:latin typeface="Consolas"/>
                <a:cs typeface="Consolas"/>
              </a:rPr>
              <a:t> </a:t>
            </a:r>
            <a:r>
              <a:rPr dirty="0" sz="2400" spc="-10">
                <a:latin typeface="Consolas"/>
                <a:cs typeface="Consolas"/>
              </a:rPr>
              <a:t>0x80</a:t>
            </a:r>
            <a:r>
              <a:rPr dirty="0" sz="2400" spc="-10">
                <a:latin typeface="Malgun Gothic"/>
                <a:cs typeface="Malgun Gothic"/>
              </a:rPr>
              <a:t>“</a:t>
            </a:r>
            <a:endParaRPr sz="2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70170" y="2203449"/>
            <a:ext cx="18529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0" b="1">
                <a:latin typeface="Arial"/>
                <a:cs typeface="Arial"/>
              </a:rPr>
              <a:t>Collected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75" b="1">
                <a:latin typeface="Arial"/>
                <a:cs typeface="Arial"/>
              </a:rPr>
              <a:t>Behaviors</a:t>
            </a:r>
            <a:endParaRPr sz="16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426839" y="2569972"/>
          <a:ext cx="3415029" cy="2740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930"/>
                <a:gridCol w="737870"/>
                <a:gridCol w="1549400"/>
                <a:gridCol w="693419"/>
                <a:gridCol w="142240"/>
              </a:tblGrid>
              <a:tr h="518159">
                <a:tc gridSpan="2">
                  <a:txBody>
                    <a:bodyPr/>
                    <a:lstStyle/>
                    <a:p>
                      <a:pPr marL="159385" marR="91440" indent="-6096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Behavior Sample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43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colorsTotal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3189">
                        <a:lnSpc>
                          <a:spcPct val="100000"/>
                        </a:lnSpc>
                        <a:spcBef>
                          <a:spcPts val="1125"/>
                        </a:spcBef>
                      </a:pPr>
                      <a:r>
                        <a:rPr dirty="0" sz="1400" spc="-10" b="1">
                          <a:latin typeface="Consolas"/>
                          <a:cs typeface="Consolas"/>
                        </a:rPr>
                        <a:t>Crash?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1428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0205">
                <a:tc gridSpan="2">
                  <a:txBody>
                    <a:bodyPr/>
                    <a:lstStyle/>
                    <a:p>
                      <a:pPr marL="234315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10" b="1">
                          <a:latin typeface="Malgun Gothic"/>
                          <a:cs typeface="Malgun Gothic"/>
                        </a:rPr>
                        <a:t>Crash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5">
                          <a:latin typeface="Consolas"/>
                          <a:cs typeface="Consolas"/>
                        </a:rPr>
                        <a:t>0x1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7780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69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#1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4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830"/>
                        </a:lnSpc>
                      </a:pPr>
                      <a:r>
                        <a:rPr dirty="0" sz="1400" spc="-10">
                          <a:latin typeface="Consolas"/>
                          <a:cs typeface="Consolas"/>
                        </a:rPr>
                        <a:t>0x400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940"/>
                        </a:lnSpc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#2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0x60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8415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74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#3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C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860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780"/>
                        </a:lnSpc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0x80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5575">
                        <a:lnSpc>
                          <a:spcPts val="890"/>
                        </a:lnSpc>
                      </a:pPr>
                      <a:r>
                        <a:rPr dirty="0" sz="1600" spc="-25" b="1">
                          <a:solidFill>
                            <a:srgbClr val="C00000"/>
                          </a:solidFill>
                          <a:latin typeface="Consolas"/>
                          <a:cs typeface="Consolas"/>
                        </a:rPr>
                        <a:t>No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T w="38100">
                      <a:solidFill>
                        <a:srgbClr val="C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#4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0x79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084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400" spc="-25" b="1">
                          <a:latin typeface="Malgun Gothic"/>
                          <a:cs typeface="Malgun Gothic"/>
                        </a:rPr>
                        <a:t>#5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B="0" marT="7747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dirty="0" sz="1400" spc="-20">
                          <a:latin typeface="Consolas"/>
                          <a:cs typeface="Consolas"/>
                        </a:rPr>
                        <a:t>0x20</a:t>
                      </a:r>
                      <a:endParaRPr sz="1400">
                        <a:latin typeface="Consolas"/>
                        <a:cs typeface="Consolas"/>
                      </a:endParaRPr>
                    </a:p>
                  </a:txBody>
                  <a:tcPr marL="0" marR="0" marB="0" marT="692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5082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600" spc="-25" b="1">
                          <a:solidFill>
                            <a:srgbClr val="4EA72D"/>
                          </a:solidFill>
                          <a:latin typeface="Consolas"/>
                          <a:cs typeface="Consolas"/>
                        </a:rPr>
                        <a:t>Yes</a:t>
                      </a:r>
                      <a:endParaRPr sz="1600">
                        <a:latin typeface="Consolas"/>
                        <a:cs typeface="Consolas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/>
              <a:t>What</a:t>
            </a:r>
            <a:r>
              <a:rPr dirty="0" spc="-105"/>
              <a:t> </a:t>
            </a:r>
            <a:r>
              <a:rPr dirty="0" spc="95"/>
              <a:t>if</a:t>
            </a:r>
            <a:r>
              <a:rPr dirty="0" spc="-95"/>
              <a:t> </a:t>
            </a:r>
            <a:r>
              <a:rPr dirty="0" spc="100"/>
              <a:t>the</a:t>
            </a:r>
            <a:r>
              <a:rPr dirty="0" spc="-95"/>
              <a:t> </a:t>
            </a:r>
            <a:r>
              <a:rPr dirty="0" spc="70"/>
              <a:t>behaviors</a:t>
            </a:r>
            <a:r>
              <a:rPr dirty="0" spc="-100"/>
              <a:t> </a:t>
            </a:r>
            <a:r>
              <a:rPr dirty="0" spc="114"/>
              <a:t>were</a:t>
            </a:r>
            <a:r>
              <a:rPr dirty="0" spc="-95"/>
              <a:t> </a:t>
            </a:r>
            <a:r>
              <a:rPr dirty="0" spc="165"/>
              <a:t>not</a:t>
            </a:r>
            <a:r>
              <a:rPr dirty="0" spc="-100"/>
              <a:t> </a:t>
            </a:r>
            <a:r>
              <a:rPr dirty="0" spc="140"/>
              <a:t>enough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196086"/>
            <a:ext cx="77025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60">
                <a:latin typeface="Tahoma"/>
                <a:cs typeface="Tahoma"/>
              </a:rPr>
              <a:t>Suppose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non-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behavior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#1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and</a:t>
            </a:r>
            <a:r>
              <a:rPr dirty="0" sz="2000" spc="-45">
                <a:latin typeface="Tahoma"/>
                <a:cs typeface="Tahoma"/>
              </a:rPr>
              <a:t> #3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were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not</a:t>
            </a:r>
            <a:r>
              <a:rPr dirty="0" sz="2000" spc="-4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collected...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8376" y="3653739"/>
            <a:ext cx="1556385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Two</a:t>
            </a:r>
            <a:r>
              <a:rPr dirty="0" sz="1800" spc="-1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60" b="1">
                <a:solidFill>
                  <a:srgbClr val="C00000"/>
                </a:solidFill>
                <a:latin typeface="Arial"/>
                <a:cs typeface="Arial"/>
              </a:rPr>
              <a:t>behaviors</a:t>
            </a:r>
            <a:endParaRPr sz="1800">
              <a:latin typeface="Arial"/>
              <a:cs typeface="Arial"/>
            </a:endParaRPr>
          </a:p>
          <a:p>
            <a:pPr marL="95885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1800" spc="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collected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45078" y="3498088"/>
            <a:ext cx="739775" cy="402590"/>
            <a:chOff x="3545078" y="3498088"/>
            <a:chExt cx="739775" cy="402590"/>
          </a:xfrm>
        </p:grpSpPr>
        <p:sp>
          <p:nvSpPr>
            <p:cNvPr id="8" name="object 8"/>
            <p:cNvSpPr/>
            <p:nvPr/>
          </p:nvSpPr>
          <p:spPr>
            <a:xfrm>
              <a:off x="3554603" y="3507613"/>
              <a:ext cx="720725" cy="383540"/>
            </a:xfrm>
            <a:custGeom>
              <a:avLst/>
              <a:gdLst/>
              <a:ahLst/>
              <a:cxnLst/>
              <a:rect l="l" t="t" r="r" b="b"/>
              <a:pathLst>
                <a:path w="720725" h="383539">
                  <a:moveTo>
                    <a:pt x="495046" y="0"/>
                  </a:moveTo>
                  <a:lnTo>
                    <a:pt x="513461" y="94234"/>
                  </a:lnTo>
                  <a:lnTo>
                    <a:pt x="0" y="194818"/>
                  </a:lnTo>
                  <a:lnTo>
                    <a:pt x="36957" y="383159"/>
                  </a:lnTo>
                  <a:lnTo>
                    <a:pt x="550291" y="282448"/>
                  </a:lnTo>
                  <a:lnTo>
                    <a:pt x="568833" y="376555"/>
                  </a:lnTo>
                  <a:lnTo>
                    <a:pt x="720217" y="151384"/>
                  </a:lnTo>
                  <a:lnTo>
                    <a:pt x="49504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554603" y="3507613"/>
              <a:ext cx="720725" cy="383540"/>
            </a:xfrm>
            <a:custGeom>
              <a:avLst/>
              <a:gdLst/>
              <a:ahLst/>
              <a:cxnLst/>
              <a:rect l="l" t="t" r="r" b="b"/>
              <a:pathLst>
                <a:path w="720725" h="383539">
                  <a:moveTo>
                    <a:pt x="0" y="194818"/>
                  </a:moveTo>
                  <a:lnTo>
                    <a:pt x="513461" y="94234"/>
                  </a:lnTo>
                  <a:lnTo>
                    <a:pt x="495046" y="0"/>
                  </a:lnTo>
                  <a:lnTo>
                    <a:pt x="720217" y="151384"/>
                  </a:lnTo>
                  <a:lnTo>
                    <a:pt x="568833" y="376555"/>
                  </a:lnTo>
                  <a:lnTo>
                    <a:pt x="550291" y="282448"/>
                  </a:lnTo>
                  <a:lnTo>
                    <a:pt x="36957" y="383159"/>
                  </a:lnTo>
                  <a:lnTo>
                    <a:pt x="0" y="19481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/>
          <p:cNvGrpSpPr/>
          <p:nvPr/>
        </p:nvGrpSpPr>
        <p:grpSpPr>
          <a:xfrm>
            <a:off x="3532632" y="4066159"/>
            <a:ext cx="727075" cy="459740"/>
            <a:chOff x="3532632" y="4066159"/>
            <a:chExt cx="727075" cy="459740"/>
          </a:xfrm>
        </p:grpSpPr>
        <p:sp>
          <p:nvSpPr>
            <p:cNvPr id="11" name="object 11"/>
            <p:cNvSpPr/>
            <p:nvPr/>
          </p:nvSpPr>
          <p:spPr>
            <a:xfrm>
              <a:off x="3542157" y="4075684"/>
              <a:ext cx="708025" cy="440690"/>
            </a:xfrm>
            <a:custGeom>
              <a:avLst/>
              <a:gdLst/>
              <a:ahLst/>
              <a:cxnLst/>
              <a:rect l="l" t="t" r="r" b="b"/>
              <a:pathLst>
                <a:path w="708025" h="440689">
                  <a:moveTo>
                    <a:pt x="61594" y="0"/>
                  </a:moveTo>
                  <a:lnTo>
                    <a:pt x="0" y="181737"/>
                  </a:lnTo>
                  <a:lnTo>
                    <a:pt x="495426" y="349758"/>
                  </a:lnTo>
                  <a:lnTo>
                    <a:pt x="464565" y="440563"/>
                  </a:lnTo>
                  <a:lnTo>
                    <a:pt x="707897" y="320548"/>
                  </a:lnTo>
                  <a:lnTo>
                    <a:pt x="587882" y="77216"/>
                  </a:lnTo>
                  <a:lnTo>
                    <a:pt x="557021" y="168021"/>
                  </a:lnTo>
                  <a:lnTo>
                    <a:pt x="6159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542157" y="4075684"/>
              <a:ext cx="708025" cy="440690"/>
            </a:xfrm>
            <a:custGeom>
              <a:avLst/>
              <a:gdLst/>
              <a:ahLst/>
              <a:cxnLst/>
              <a:rect l="l" t="t" r="r" b="b"/>
              <a:pathLst>
                <a:path w="708025" h="440689">
                  <a:moveTo>
                    <a:pt x="61594" y="0"/>
                  </a:moveTo>
                  <a:lnTo>
                    <a:pt x="557021" y="168021"/>
                  </a:lnTo>
                  <a:lnTo>
                    <a:pt x="587882" y="77216"/>
                  </a:lnTo>
                  <a:lnTo>
                    <a:pt x="707897" y="320548"/>
                  </a:lnTo>
                  <a:lnTo>
                    <a:pt x="464565" y="440563"/>
                  </a:lnTo>
                  <a:lnTo>
                    <a:pt x="495426" y="349758"/>
                  </a:lnTo>
                  <a:lnTo>
                    <a:pt x="0" y="181737"/>
                  </a:lnTo>
                  <a:lnTo>
                    <a:pt x="61594" y="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98354" y="1806130"/>
            <a:ext cx="4996815" cy="2362200"/>
            <a:chOff x="3598354" y="1806130"/>
            <a:chExt cx="4996815" cy="2362200"/>
          </a:xfrm>
        </p:grpSpPr>
        <p:sp>
          <p:nvSpPr>
            <p:cNvPr id="3" name="object 3"/>
            <p:cNvSpPr/>
            <p:nvPr/>
          </p:nvSpPr>
          <p:spPr>
            <a:xfrm>
              <a:off x="3612641" y="1820417"/>
              <a:ext cx="4968240" cy="2333625"/>
            </a:xfrm>
            <a:custGeom>
              <a:avLst/>
              <a:gdLst/>
              <a:ahLst/>
              <a:cxnLst/>
              <a:rect l="l" t="t" r="r" b="b"/>
              <a:pathLst>
                <a:path w="4968240" h="2333625">
                  <a:moveTo>
                    <a:pt x="0" y="388874"/>
                  </a:moveTo>
                  <a:lnTo>
                    <a:pt x="3030" y="340096"/>
                  </a:lnTo>
                  <a:lnTo>
                    <a:pt x="11877" y="293127"/>
                  </a:lnTo>
                  <a:lnTo>
                    <a:pt x="26177" y="248329"/>
                  </a:lnTo>
                  <a:lnTo>
                    <a:pt x="45565" y="206067"/>
                  </a:lnTo>
                  <a:lnTo>
                    <a:pt x="69676" y="166707"/>
                  </a:lnTo>
                  <a:lnTo>
                    <a:pt x="98147" y="130612"/>
                  </a:lnTo>
                  <a:lnTo>
                    <a:pt x="130612" y="98147"/>
                  </a:lnTo>
                  <a:lnTo>
                    <a:pt x="166707" y="69676"/>
                  </a:lnTo>
                  <a:lnTo>
                    <a:pt x="206067" y="45565"/>
                  </a:lnTo>
                  <a:lnTo>
                    <a:pt x="248329" y="26177"/>
                  </a:lnTo>
                  <a:lnTo>
                    <a:pt x="293127" y="11877"/>
                  </a:lnTo>
                  <a:lnTo>
                    <a:pt x="340096" y="3030"/>
                  </a:lnTo>
                  <a:lnTo>
                    <a:pt x="388874" y="0"/>
                  </a:lnTo>
                  <a:lnTo>
                    <a:pt x="4579366" y="0"/>
                  </a:lnTo>
                  <a:lnTo>
                    <a:pt x="4628143" y="3030"/>
                  </a:lnTo>
                  <a:lnTo>
                    <a:pt x="4675112" y="11877"/>
                  </a:lnTo>
                  <a:lnTo>
                    <a:pt x="4719910" y="26177"/>
                  </a:lnTo>
                  <a:lnTo>
                    <a:pt x="4762172" y="45565"/>
                  </a:lnTo>
                  <a:lnTo>
                    <a:pt x="4801532" y="69676"/>
                  </a:lnTo>
                  <a:lnTo>
                    <a:pt x="4837627" y="98147"/>
                  </a:lnTo>
                  <a:lnTo>
                    <a:pt x="4870092" y="130612"/>
                  </a:lnTo>
                  <a:lnTo>
                    <a:pt x="4898563" y="166707"/>
                  </a:lnTo>
                  <a:lnTo>
                    <a:pt x="4922674" y="206067"/>
                  </a:lnTo>
                  <a:lnTo>
                    <a:pt x="4942062" y="248329"/>
                  </a:lnTo>
                  <a:lnTo>
                    <a:pt x="4956362" y="293127"/>
                  </a:lnTo>
                  <a:lnTo>
                    <a:pt x="4965209" y="340096"/>
                  </a:lnTo>
                  <a:lnTo>
                    <a:pt x="4968240" y="388874"/>
                  </a:lnTo>
                  <a:lnTo>
                    <a:pt x="4968240" y="1944370"/>
                  </a:lnTo>
                  <a:lnTo>
                    <a:pt x="4965209" y="1993147"/>
                  </a:lnTo>
                  <a:lnTo>
                    <a:pt x="4956362" y="2040116"/>
                  </a:lnTo>
                  <a:lnTo>
                    <a:pt x="4942062" y="2084914"/>
                  </a:lnTo>
                  <a:lnTo>
                    <a:pt x="4922674" y="2127176"/>
                  </a:lnTo>
                  <a:lnTo>
                    <a:pt x="4898563" y="2166536"/>
                  </a:lnTo>
                  <a:lnTo>
                    <a:pt x="4870092" y="2202631"/>
                  </a:lnTo>
                  <a:lnTo>
                    <a:pt x="4837627" y="2235096"/>
                  </a:lnTo>
                  <a:lnTo>
                    <a:pt x="4801532" y="2263567"/>
                  </a:lnTo>
                  <a:lnTo>
                    <a:pt x="4762172" y="2287678"/>
                  </a:lnTo>
                  <a:lnTo>
                    <a:pt x="4719910" y="2307066"/>
                  </a:lnTo>
                  <a:lnTo>
                    <a:pt x="4675112" y="2321366"/>
                  </a:lnTo>
                  <a:lnTo>
                    <a:pt x="4628143" y="2330213"/>
                  </a:lnTo>
                  <a:lnTo>
                    <a:pt x="4579366" y="2333244"/>
                  </a:lnTo>
                  <a:lnTo>
                    <a:pt x="388874" y="2333244"/>
                  </a:lnTo>
                  <a:lnTo>
                    <a:pt x="340096" y="2330213"/>
                  </a:lnTo>
                  <a:lnTo>
                    <a:pt x="293127" y="2321366"/>
                  </a:lnTo>
                  <a:lnTo>
                    <a:pt x="248329" y="2307066"/>
                  </a:lnTo>
                  <a:lnTo>
                    <a:pt x="206067" y="2287678"/>
                  </a:lnTo>
                  <a:lnTo>
                    <a:pt x="166707" y="2263567"/>
                  </a:lnTo>
                  <a:lnTo>
                    <a:pt x="130612" y="2235096"/>
                  </a:lnTo>
                  <a:lnTo>
                    <a:pt x="98147" y="2202631"/>
                  </a:lnTo>
                  <a:lnTo>
                    <a:pt x="69676" y="2166536"/>
                  </a:lnTo>
                  <a:lnTo>
                    <a:pt x="45565" y="2127176"/>
                  </a:lnTo>
                  <a:lnTo>
                    <a:pt x="26177" y="2084914"/>
                  </a:lnTo>
                  <a:lnTo>
                    <a:pt x="11877" y="2040116"/>
                  </a:lnTo>
                  <a:lnTo>
                    <a:pt x="3030" y="1993147"/>
                  </a:lnTo>
                  <a:lnTo>
                    <a:pt x="0" y="1944370"/>
                  </a:lnTo>
                  <a:lnTo>
                    <a:pt x="0" y="388874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19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20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20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19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065270" y="2763773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09540" y="268605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398390" y="3156026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18557" y="3028645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10806" y="3066034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8185" y="273050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6939" y="1196086"/>
            <a:ext cx="6885940" cy="942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Then,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110">
                <a:latin typeface="Tahoma"/>
                <a:cs typeface="Tahoma"/>
              </a:rPr>
              <a:t>no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behavioral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difference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exists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for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 spc="-10">
                <a:latin typeface="Consolas"/>
                <a:cs typeface="Consolas"/>
              </a:rPr>
              <a:t>colorsTotal</a:t>
            </a:r>
            <a:r>
              <a:rPr dirty="0" sz="2000" spc="-10">
                <a:latin typeface="Tahoma"/>
                <a:cs typeface="Tahoma"/>
              </a:rPr>
              <a:t>...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Tahoma"/>
              <a:cs typeface="Tahoma"/>
            </a:endParaRPr>
          </a:p>
          <a:p>
            <a:pPr marL="3632835">
              <a:lnSpc>
                <a:spcPct val="100000"/>
              </a:lnSpc>
              <a:spcBef>
                <a:spcPts val="5"/>
              </a:spcBef>
              <a:tabLst>
                <a:tab pos="5744845" algn="l"/>
              </a:tabLst>
            </a:pPr>
            <a:r>
              <a:rPr dirty="0" sz="1800" spc="-10" b="1">
                <a:latin typeface="Consolas"/>
                <a:cs typeface="Consolas"/>
              </a:rPr>
              <a:t>Crash</a:t>
            </a:r>
            <a:r>
              <a:rPr dirty="0" sz="1800" b="1">
                <a:latin typeface="Consolas"/>
                <a:cs typeface="Consolas"/>
              </a:rPr>
              <a:t>	</a:t>
            </a:r>
            <a:r>
              <a:rPr dirty="0" sz="1800" spc="-10" b="1">
                <a:latin typeface="Consolas"/>
                <a:cs typeface="Consolas"/>
              </a:rPr>
              <a:t>Non-</a:t>
            </a:r>
            <a:r>
              <a:rPr dirty="0" sz="1800" spc="-2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/>
              <a:t>What</a:t>
            </a:r>
            <a:r>
              <a:rPr dirty="0" spc="-105"/>
              <a:t> </a:t>
            </a:r>
            <a:r>
              <a:rPr dirty="0" spc="95"/>
              <a:t>if</a:t>
            </a:r>
            <a:r>
              <a:rPr dirty="0" spc="-90"/>
              <a:t> </a:t>
            </a:r>
            <a:r>
              <a:rPr dirty="0" spc="100"/>
              <a:t>the</a:t>
            </a:r>
            <a:r>
              <a:rPr dirty="0" spc="-95"/>
              <a:t> </a:t>
            </a:r>
            <a:r>
              <a:rPr dirty="0" spc="70"/>
              <a:t>behaviors</a:t>
            </a:r>
            <a:r>
              <a:rPr dirty="0" spc="-100"/>
              <a:t> </a:t>
            </a:r>
            <a:r>
              <a:rPr dirty="0" spc="100"/>
              <a:t>was</a:t>
            </a:r>
            <a:r>
              <a:rPr dirty="0" spc="-110"/>
              <a:t> </a:t>
            </a:r>
            <a:r>
              <a:rPr dirty="0" spc="160"/>
              <a:t>not</a:t>
            </a:r>
            <a:r>
              <a:rPr dirty="0" spc="-90"/>
              <a:t> </a:t>
            </a:r>
            <a:r>
              <a:rPr dirty="0" spc="140"/>
              <a:t>enough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6409182" y="2883407"/>
            <a:ext cx="2444115" cy="1551305"/>
            <a:chOff x="6409182" y="2883407"/>
            <a:chExt cx="2444115" cy="1551305"/>
          </a:xfrm>
        </p:grpSpPr>
        <p:sp>
          <p:nvSpPr>
            <p:cNvPr id="17" name="object 17"/>
            <p:cNvSpPr/>
            <p:nvPr/>
          </p:nvSpPr>
          <p:spPr>
            <a:xfrm>
              <a:off x="6409182" y="2902457"/>
              <a:ext cx="1513840" cy="335280"/>
            </a:xfrm>
            <a:custGeom>
              <a:avLst/>
              <a:gdLst/>
              <a:ahLst/>
              <a:cxnLst/>
              <a:rect l="l" t="t" r="r" b="b"/>
              <a:pathLst>
                <a:path w="1513840" h="335280">
                  <a:moveTo>
                    <a:pt x="0" y="0"/>
                  </a:moveTo>
                  <a:lnTo>
                    <a:pt x="808863" y="0"/>
                  </a:lnTo>
                </a:path>
                <a:path w="1513840" h="335280">
                  <a:moveTo>
                    <a:pt x="742188" y="335279"/>
                  </a:moveTo>
                  <a:lnTo>
                    <a:pt x="1513713" y="335279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949819" y="3504437"/>
              <a:ext cx="894080" cy="920750"/>
            </a:xfrm>
            <a:custGeom>
              <a:avLst/>
              <a:gdLst/>
              <a:ahLst/>
              <a:cxnLst/>
              <a:rect l="l" t="t" r="r" b="b"/>
              <a:pathLst>
                <a:path w="894079" h="920750">
                  <a:moveTo>
                    <a:pt x="14224" y="0"/>
                  </a:moveTo>
                  <a:lnTo>
                    <a:pt x="0" y="459359"/>
                  </a:lnTo>
                  <a:lnTo>
                    <a:pt x="118363" y="348106"/>
                  </a:lnTo>
                  <a:lnTo>
                    <a:pt x="656844" y="920750"/>
                  </a:lnTo>
                  <a:lnTo>
                    <a:pt x="893572" y="698119"/>
                  </a:lnTo>
                  <a:lnTo>
                    <a:pt x="355091" y="125475"/>
                  </a:lnTo>
                  <a:lnTo>
                    <a:pt x="473455" y="14097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949819" y="3504437"/>
              <a:ext cx="894080" cy="920750"/>
            </a:xfrm>
            <a:custGeom>
              <a:avLst/>
              <a:gdLst/>
              <a:ahLst/>
              <a:cxnLst/>
              <a:rect l="l" t="t" r="r" b="b"/>
              <a:pathLst>
                <a:path w="894079" h="920750">
                  <a:moveTo>
                    <a:pt x="656844" y="920750"/>
                  </a:moveTo>
                  <a:lnTo>
                    <a:pt x="118363" y="348106"/>
                  </a:lnTo>
                  <a:lnTo>
                    <a:pt x="0" y="459359"/>
                  </a:lnTo>
                  <a:lnTo>
                    <a:pt x="14224" y="0"/>
                  </a:lnTo>
                  <a:lnTo>
                    <a:pt x="473455" y="14097"/>
                  </a:lnTo>
                  <a:lnTo>
                    <a:pt x="355091" y="125475"/>
                  </a:lnTo>
                  <a:lnTo>
                    <a:pt x="893572" y="698119"/>
                  </a:lnTo>
                  <a:lnTo>
                    <a:pt x="656844" y="92075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8384793" y="4639817"/>
            <a:ext cx="191008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3045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They</a:t>
            </a:r>
            <a:r>
              <a:rPr dirty="0" sz="18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dirty="0" sz="1800" spc="-9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NOT </a:t>
            </a:r>
            <a:r>
              <a:rPr dirty="0" sz="1800" spc="-40" b="1">
                <a:solidFill>
                  <a:srgbClr val="C00000"/>
                </a:solidFill>
                <a:latin typeface="Arial"/>
                <a:cs typeface="Arial"/>
              </a:rPr>
              <a:t>included</a:t>
            </a:r>
            <a:r>
              <a:rPr dirty="0" sz="18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00000"/>
                </a:solidFill>
                <a:latin typeface="Arial"/>
                <a:cs typeface="Arial"/>
              </a:rPr>
              <a:t>anymore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41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/>
              <a:t>What</a:t>
            </a:r>
            <a:r>
              <a:rPr dirty="0" spc="-105"/>
              <a:t> </a:t>
            </a:r>
            <a:r>
              <a:rPr dirty="0" spc="95"/>
              <a:t>if</a:t>
            </a:r>
            <a:r>
              <a:rPr dirty="0" spc="-90"/>
              <a:t> </a:t>
            </a:r>
            <a:r>
              <a:rPr dirty="0" spc="100"/>
              <a:t>the</a:t>
            </a:r>
            <a:r>
              <a:rPr dirty="0" spc="-95"/>
              <a:t> </a:t>
            </a:r>
            <a:r>
              <a:rPr dirty="0" spc="70"/>
              <a:t>behaviors</a:t>
            </a:r>
            <a:r>
              <a:rPr dirty="0" spc="-100"/>
              <a:t> </a:t>
            </a:r>
            <a:r>
              <a:rPr dirty="0" spc="100"/>
              <a:t>was</a:t>
            </a:r>
            <a:r>
              <a:rPr dirty="0" spc="-110"/>
              <a:t> </a:t>
            </a:r>
            <a:r>
              <a:rPr dirty="0" spc="160"/>
              <a:t>not</a:t>
            </a:r>
            <a:r>
              <a:rPr dirty="0" spc="-90"/>
              <a:t> </a:t>
            </a:r>
            <a:r>
              <a:rPr dirty="0" spc="140"/>
              <a:t>enough</a:t>
            </a:r>
          </a:p>
        </p:txBody>
      </p:sp>
      <p:pic>
        <p:nvPicPr>
          <p:cNvPr id="3" name="object 3" descr="🤔 Thinking Face emoji Meaning | Dictionary.com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61477" y="5097779"/>
            <a:ext cx="1007272" cy="107289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467094" y="4274058"/>
            <a:ext cx="3549650" cy="1066800"/>
          </a:xfrm>
          <a:custGeom>
            <a:avLst/>
            <a:gdLst/>
            <a:ahLst/>
            <a:cxnLst/>
            <a:rect l="l" t="t" r="r" b="b"/>
            <a:pathLst>
              <a:path w="3549650" h="1066800">
                <a:moveTo>
                  <a:pt x="187451" y="136144"/>
                </a:moveTo>
                <a:lnTo>
                  <a:pt x="194393" y="93114"/>
                </a:lnTo>
                <a:lnTo>
                  <a:pt x="213721" y="55741"/>
                </a:lnTo>
                <a:lnTo>
                  <a:pt x="243193" y="26269"/>
                </a:lnTo>
                <a:lnTo>
                  <a:pt x="280566" y="6941"/>
                </a:lnTo>
                <a:lnTo>
                  <a:pt x="323596" y="0"/>
                </a:lnTo>
                <a:lnTo>
                  <a:pt x="747776" y="0"/>
                </a:lnTo>
                <a:lnTo>
                  <a:pt x="1588261" y="0"/>
                </a:lnTo>
                <a:lnTo>
                  <a:pt x="3413252" y="0"/>
                </a:lnTo>
                <a:lnTo>
                  <a:pt x="3456281" y="6941"/>
                </a:lnTo>
                <a:lnTo>
                  <a:pt x="3493654" y="26269"/>
                </a:lnTo>
                <a:lnTo>
                  <a:pt x="3523126" y="55741"/>
                </a:lnTo>
                <a:lnTo>
                  <a:pt x="3542454" y="93114"/>
                </a:lnTo>
                <a:lnTo>
                  <a:pt x="3549396" y="136144"/>
                </a:lnTo>
                <a:lnTo>
                  <a:pt x="3549396" y="476504"/>
                </a:lnTo>
                <a:lnTo>
                  <a:pt x="3549396" y="680720"/>
                </a:lnTo>
                <a:lnTo>
                  <a:pt x="3542454" y="723749"/>
                </a:lnTo>
                <a:lnTo>
                  <a:pt x="3523126" y="761122"/>
                </a:lnTo>
                <a:lnTo>
                  <a:pt x="3493654" y="790594"/>
                </a:lnTo>
                <a:lnTo>
                  <a:pt x="3456281" y="809922"/>
                </a:lnTo>
                <a:lnTo>
                  <a:pt x="3413252" y="816864"/>
                </a:lnTo>
                <a:lnTo>
                  <a:pt x="1588261" y="816864"/>
                </a:lnTo>
                <a:lnTo>
                  <a:pt x="0" y="1066800"/>
                </a:lnTo>
                <a:lnTo>
                  <a:pt x="747776" y="816864"/>
                </a:lnTo>
                <a:lnTo>
                  <a:pt x="323596" y="816864"/>
                </a:lnTo>
                <a:lnTo>
                  <a:pt x="280566" y="809922"/>
                </a:lnTo>
                <a:lnTo>
                  <a:pt x="243193" y="790594"/>
                </a:lnTo>
                <a:lnTo>
                  <a:pt x="213721" y="761122"/>
                </a:lnTo>
                <a:lnTo>
                  <a:pt x="194393" y="723749"/>
                </a:lnTo>
                <a:lnTo>
                  <a:pt x="187451" y="680720"/>
                </a:lnTo>
                <a:lnTo>
                  <a:pt x="187451" y="476504"/>
                </a:lnTo>
                <a:lnTo>
                  <a:pt x="187451" y="136144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773671" y="4332531"/>
            <a:ext cx="3122930" cy="68389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2000">
                <a:latin typeface="Tahoma"/>
                <a:cs typeface="Tahoma"/>
              </a:rPr>
              <a:t>...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-114">
                <a:latin typeface="Tahoma"/>
                <a:cs typeface="Tahoma"/>
              </a:rPr>
              <a:t>It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seems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FF0000"/>
                </a:solidFill>
                <a:latin typeface="Consolas"/>
                <a:cs typeface="Consolas"/>
              </a:rPr>
              <a:t>colorsTotal</a:t>
            </a:r>
            <a:r>
              <a:rPr dirty="0" sz="2000" spc="-525">
                <a:solidFill>
                  <a:srgbClr val="FF0000"/>
                </a:solidFill>
                <a:latin typeface="Consolas"/>
                <a:cs typeface="Consolas"/>
              </a:rPr>
              <a:t> </a:t>
            </a:r>
            <a:r>
              <a:rPr dirty="0" sz="2000" spc="-25">
                <a:latin typeface="Tahoma"/>
                <a:cs typeface="Tahoma"/>
              </a:rPr>
              <a:t>is</a:t>
            </a:r>
            <a:endParaRPr sz="2000">
              <a:latin typeface="Tahoma"/>
              <a:cs typeface="Tahoma"/>
            </a:endParaRPr>
          </a:p>
          <a:p>
            <a:pPr algn="ctr" marL="635">
              <a:lnSpc>
                <a:spcPct val="100000"/>
              </a:lnSpc>
              <a:spcBef>
                <a:spcPts val="195"/>
              </a:spcBef>
            </a:pPr>
            <a:r>
              <a:rPr dirty="0" sz="2000">
                <a:latin typeface="Tahoma"/>
                <a:cs typeface="Tahoma"/>
              </a:rPr>
              <a:t>irrelevant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to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the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crash</a:t>
            </a:r>
            <a:endParaRPr sz="2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98354" y="1806130"/>
            <a:ext cx="4996815" cy="2362200"/>
            <a:chOff x="3598354" y="1806130"/>
            <a:chExt cx="4996815" cy="2362200"/>
          </a:xfrm>
        </p:grpSpPr>
        <p:sp>
          <p:nvSpPr>
            <p:cNvPr id="7" name="object 7"/>
            <p:cNvSpPr/>
            <p:nvPr/>
          </p:nvSpPr>
          <p:spPr>
            <a:xfrm>
              <a:off x="3612641" y="1820417"/>
              <a:ext cx="4968240" cy="2333625"/>
            </a:xfrm>
            <a:custGeom>
              <a:avLst/>
              <a:gdLst/>
              <a:ahLst/>
              <a:cxnLst/>
              <a:rect l="l" t="t" r="r" b="b"/>
              <a:pathLst>
                <a:path w="4968240" h="2333625">
                  <a:moveTo>
                    <a:pt x="0" y="388874"/>
                  </a:moveTo>
                  <a:lnTo>
                    <a:pt x="3030" y="340096"/>
                  </a:lnTo>
                  <a:lnTo>
                    <a:pt x="11877" y="293127"/>
                  </a:lnTo>
                  <a:lnTo>
                    <a:pt x="26177" y="248329"/>
                  </a:lnTo>
                  <a:lnTo>
                    <a:pt x="45565" y="206067"/>
                  </a:lnTo>
                  <a:lnTo>
                    <a:pt x="69676" y="166707"/>
                  </a:lnTo>
                  <a:lnTo>
                    <a:pt x="98147" y="130612"/>
                  </a:lnTo>
                  <a:lnTo>
                    <a:pt x="130612" y="98147"/>
                  </a:lnTo>
                  <a:lnTo>
                    <a:pt x="166707" y="69676"/>
                  </a:lnTo>
                  <a:lnTo>
                    <a:pt x="206067" y="45565"/>
                  </a:lnTo>
                  <a:lnTo>
                    <a:pt x="248329" y="26177"/>
                  </a:lnTo>
                  <a:lnTo>
                    <a:pt x="293127" y="11877"/>
                  </a:lnTo>
                  <a:lnTo>
                    <a:pt x="340096" y="3030"/>
                  </a:lnTo>
                  <a:lnTo>
                    <a:pt x="388874" y="0"/>
                  </a:lnTo>
                  <a:lnTo>
                    <a:pt x="4579366" y="0"/>
                  </a:lnTo>
                  <a:lnTo>
                    <a:pt x="4628143" y="3030"/>
                  </a:lnTo>
                  <a:lnTo>
                    <a:pt x="4675112" y="11877"/>
                  </a:lnTo>
                  <a:lnTo>
                    <a:pt x="4719910" y="26177"/>
                  </a:lnTo>
                  <a:lnTo>
                    <a:pt x="4762172" y="45565"/>
                  </a:lnTo>
                  <a:lnTo>
                    <a:pt x="4801532" y="69676"/>
                  </a:lnTo>
                  <a:lnTo>
                    <a:pt x="4837627" y="98147"/>
                  </a:lnTo>
                  <a:lnTo>
                    <a:pt x="4870092" y="130612"/>
                  </a:lnTo>
                  <a:lnTo>
                    <a:pt x="4898563" y="166707"/>
                  </a:lnTo>
                  <a:lnTo>
                    <a:pt x="4922674" y="206067"/>
                  </a:lnTo>
                  <a:lnTo>
                    <a:pt x="4942062" y="248329"/>
                  </a:lnTo>
                  <a:lnTo>
                    <a:pt x="4956362" y="293127"/>
                  </a:lnTo>
                  <a:lnTo>
                    <a:pt x="4965209" y="340096"/>
                  </a:lnTo>
                  <a:lnTo>
                    <a:pt x="4968240" y="388874"/>
                  </a:lnTo>
                  <a:lnTo>
                    <a:pt x="4968240" y="1944370"/>
                  </a:lnTo>
                  <a:lnTo>
                    <a:pt x="4965209" y="1993147"/>
                  </a:lnTo>
                  <a:lnTo>
                    <a:pt x="4956362" y="2040116"/>
                  </a:lnTo>
                  <a:lnTo>
                    <a:pt x="4942062" y="2084914"/>
                  </a:lnTo>
                  <a:lnTo>
                    <a:pt x="4922674" y="2127176"/>
                  </a:lnTo>
                  <a:lnTo>
                    <a:pt x="4898563" y="2166536"/>
                  </a:lnTo>
                  <a:lnTo>
                    <a:pt x="4870092" y="2202631"/>
                  </a:lnTo>
                  <a:lnTo>
                    <a:pt x="4837627" y="2235096"/>
                  </a:lnTo>
                  <a:lnTo>
                    <a:pt x="4801532" y="2263567"/>
                  </a:lnTo>
                  <a:lnTo>
                    <a:pt x="4762172" y="2287678"/>
                  </a:lnTo>
                  <a:lnTo>
                    <a:pt x="4719910" y="2307066"/>
                  </a:lnTo>
                  <a:lnTo>
                    <a:pt x="4675112" y="2321366"/>
                  </a:lnTo>
                  <a:lnTo>
                    <a:pt x="4628143" y="2330213"/>
                  </a:lnTo>
                  <a:lnTo>
                    <a:pt x="4579366" y="2333244"/>
                  </a:lnTo>
                  <a:lnTo>
                    <a:pt x="388874" y="2333244"/>
                  </a:lnTo>
                  <a:lnTo>
                    <a:pt x="340096" y="2330213"/>
                  </a:lnTo>
                  <a:lnTo>
                    <a:pt x="293127" y="2321366"/>
                  </a:lnTo>
                  <a:lnTo>
                    <a:pt x="248329" y="2307066"/>
                  </a:lnTo>
                  <a:lnTo>
                    <a:pt x="206067" y="2287678"/>
                  </a:lnTo>
                  <a:lnTo>
                    <a:pt x="166707" y="2263567"/>
                  </a:lnTo>
                  <a:lnTo>
                    <a:pt x="130612" y="2235096"/>
                  </a:lnTo>
                  <a:lnTo>
                    <a:pt x="98147" y="2202631"/>
                  </a:lnTo>
                  <a:lnTo>
                    <a:pt x="69676" y="2166536"/>
                  </a:lnTo>
                  <a:lnTo>
                    <a:pt x="45565" y="2127176"/>
                  </a:lnTo>
                  <a:lnTo>
                    <a:pt x="26177" y="2084914"/>
                  </a:lnTo>
                  <a:lnTo>
                    <a:pt x="11877" y="2040116"/>
                  </a:lnTo>
                  <a:lnTo>
                    <a:pt x="3030" y="1993147"/>
                  </a:lnTo>
                  <a:lnTo>
                    <a:pt x="0" y="1944370"/>
                  </a:lnTo>
                  <a:lnTo>
                    <a:pt x="0" y="388874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19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20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20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19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16939" y="1196086"/>
            <a:ext cx="6885940" cy="942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Then,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110">
                <a:latin typeface="Tahoma"/>
                <a:cs typeface="Tahoma"/>
              </a:rPr>
              <a:t>no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behavioral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difference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exists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for</a:t>
            </a:r>
            <a:r>
              <a:rPr dirty="0" sz="2000" spc="45">
                <a:latin typeface="Tahoma"/>
                <a:cs typeface="Tahoma"/>
              </a:rPr>
              <a:t> </a:t>
            </a:r>
            <a:r>
              <a:rPr dirty="0" sz="2000" spc="-10">
                <a:latin typeface="Consolas"/>
                <a:cs typeface="Consolas"/>
              </a:rPr>
              <a:t>colorsTotal</a:t>
            </a:r>
            <a:r>
              <a:rPr dirty="0" sz="2000" spc="-10">
                <a:latin typeface="Tahoma"/>
                <a:cs typeface="Tahoma"/>
              </a:rPr>
              <a:t>...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Tahoma"/>
              <a:cs typeface="Tahoma"/>
            </a:endParaRPr>
          </a:p>
          <a:p>
            <a:pPr marL="3632835">
              <a:lnSpc>
                <a:spcPct val="100000"/>
              </a:lnSpc>
              <a:spcBef>
                <a:spcPts val="5"/>
              </a:spcBef>
              <a:tabLst>
                <a:tab pos="5744845" algn="l"/>
              </a:tabLst>
            </a:pPr>
            <a:r>
              <a:rPr dirty="0" sz="1800" spc="-10" b="1">
                <a:latin typeface="Consolas"/>
                <a:cs typeface="Consolas"/>
              </a:rPr>
              <a:t>Crash</a:t>
            </a:r>
            <a:r>
              <a:rPr dirty="0" sz="1800" b="1">
                <a:latin typeface="Consolas"/>
                <a:cs typeface="Consolas"/>
              </a:rPr>
              <a:t>	</a:t>
            </a:r>
            <a:r>
              <a:rPr dirty="0" sz="1800" spc="-10" b="1">
                <a:latin typeface="Consolas"/>
                <a:cs typeface="Consolas"/>
              </a:rPr>
              <a:t>Non-</a:t>
            </a:r>
            <a:r>
              <a:rPr dirty="0" sz="1800" spc="-2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65270" y="2763773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709540" y="268605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98390" y="3156026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18557" y="3028645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210806" y="3066034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68185" y="273050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09182" y="2902457"/>
            <a:ext cx="1513840" cy="335280"/>
          </a:xfrm>
          <a:custGeom>
            <a:avLst/>
            <a:gdLst/>
            <a:ahLst/>
            <a:cxnLst/>
            <a:rect l="l" t="t" r="r" b="b"/>
            <a:pathLst>
              <a:path w="1513840" h="335280">
                <a:moveTo>
                  <a:pt x="0" y="0"/>
                </a:moveTo>
                <a:lnTo>
                  <a:pt x="808863" y="0"/>
                </a:lnTo>
              </a:path>
              <a:path w="1513840" h="335280">
                <a:moveTo>
                  <a:pt x="742188" y="335279"/>
                </a:moveTo>
                <a:lnTo>
                  <a:pt x="1513713" y="335279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41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/>
              <a:t>What</a:t>
            </a:r>
            <a:r>
              <a:rPr dirty="0" spc="-105"/>
              <a:t> </a:t>
            </a:r>
            <a:r>
              <a:rPr dirty="0" spc="95"/>
              <a:t>if</a:t>
            </a:r>
            <a:r>
              <a:rPr dirty="0" spc="-90"/>
              <a:t> </a:t>
            </a:r>
            <a:r>
              <a:rPr dirty="0" spc="100"/>
              <a:t>the</a:t>
            </a:r>
            <a:r>
              <a:rPr dirty="0" spc="-95"/>
              <a:t> </a:t>
            </a:r>
            <a:r>
              <a:rPr dirty="0" spc="70"/>
              <a:t>behaviors</a:t>
            </a:r>
            <a:r>
              <a:rPr dirty="0" spc="-100"/>
              <a:t> </a:t>
            </a:r>
            <a:r>
              <a:rPr dirty="0" spc="100"/>
              <a:t>was</a:t>
            </a:r>
            <a:r>
              <a:rPr dirty="0" spc="-110"/>
              <a:t> </a:t>
            </a:r>
            <a:r>
              <a:rPr dirty="0" spc="160"/>
              <a:t>not</a:t>
            </a:r>
            <a:r>
              <a:rPr dirty="0" spc="-90"/>
              <a:t> </a:t>
            </a:r>
            <a:r>
              <a:rPr dirty="0" spc="140"/>
              <a:t>enough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33113" y="4919853"/>
            <a:ext cx="3527425" cy="1616710"/>
            <a:chOff x="4333113" y="4919853"/>
            <a:chExt cx="3527425" cy="1616710"/>
          </a:xfrm>
        </p:grpSpPr>
        <p:sp>
          <p:nvSpPr>
            <p:cNvPr id="4" name="object 4"/>
            <p:cNvSpPr/>
            <p:nvPr/>
          </p:nvSpPr>
          <p:spPr>
            <a:xfrm>
              <a:off x="4342638" y="4929378"/>
              <a:ext cx="3508375" cy="1597660"/>
            </a:xfrm>
            <a:custGeom>
              <a:avLst/>
              <a:gdLst/>
              <a:ahLst/>
              <a:cxnLst/>
              <a:rect l="l" t="t" r="r" b="b"/>
              <a:pathLst>
                <a:path w="3508375" h="1597659">
                  <a:moveTo>
                    <a:pt x="3508247" y="0"/>
                  </a:moveTo>
                  <a:lnTo>
                    <a:pt x="0" y="0"/>
                  </a:lnTo>
                  <a:lnTo>
                    <a:pt x="0" y="1597152"/>
                  </a:lnTo>
                  <a:lnTo>
                    <a:pt x="3214751" y="1597152"/>
                  </a:lnTo>
                  <a:lnTo>
                    <a:pt x="3508247" y="1303655"/>
                  </a:lnTo>
                  <a:lnTo>
                    <a:pt x="350824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557389" y="6233033"/>
              <a:ext cx="294005" cy="294005"/>
            </a:xfrm>
            <a:custGeom>
              <a:avLst/>
              <a:gdLst/>
              <a:ahLst/>
              <a:cxnLst/>
              <a:rect l="l" t="t" r="r" b="b"/>
              <a:pathLst>
                <a:path w="294004" h="294004">
                  <a:moveTo>
                    <a:pt x="293496" y="0"/>
                  </a:moveTo>
                  <a:lnTo>
                    <a:pt x="58674" y="58699"/>
                  </a:lnTo>
                  <a:lnTo>
                    <a:pt x="0" y="293496"/>
                  </a:lnTo>
                  <a:lnTo>
                    <a:pt x="293496" y="0"/>
                  </a:lnTo>
                  <a:close/>
                </a:path>
              </a:pathLst>
            </a:custGeom>
            <a:solidFill>
              <a:srgbClr val="CDCD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42638" y="4929378"/>
              <a:ext cx="3508375" cy="1597660"/>
            </a:xfrm>
            <a:custGeom>
              <a:avLst/>
              <a:gdLst/>
              <a:ahLst/>
              <a:cxnLst/>
              <a:rect l="l" t="t" r="r" b="b"/>
              <a:pathLst>
                <a:path w="3508375" h="1597659">
                  <a:moveTo>
                    <a:pt x="3214751" y="1597152"/>
                  </a:moveTo>
                  <a:lnTo>
                    <a:pt x="3273425" y="1362354"/>
                  </a:lnTo>
                  <a:lnTo>
                    <a:pt x="3508247" y="1303655"/>
                  </a:lnTo>
                  <a:lnTo>
                    <a:pt x="3214751" y="1597152"/>
                  </a:lnTo>
                  <a:lnTo>
                    <a:pt x="0" y="1597152"/>
                  </a:lnTo>
                  <a:lnTo>
                    <a:pt x="0" y="0"/>
                  </a:lnTo>
                  <a:lnTo>
                    <a:pt x="3508247" y="0"/>
                  </a:lnTo>
                  <a:lnTo>
                    <a:pt x="3508247" y="1303655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4358385" y="4846370"/>
            <a:ext cx="3118485" cy="1422400"/>
          </a:xfrm>
          <a:prstGeom prst="rect">
            <a:avLst/>
          </a:prstGeom>
        </p:spPr>
        <p:txBody>
          <a:bodyPr wrap="square" lIns="0" tIns="161925" rIns="0" bIns="0" rtlCol="0" vert="horz">
            <a:spAutoFit/>
          </a:bodyPr>
          <a:lstStyle/>
          <a:p>
            <a:pPr marL="721995">
              <a:lnSpc>
                <a:spcPct val="100000"/>
              </a:lnSpc>
              <a:spcBef>
                <a:spcPts val="1275"/>
              </a:spcBef>
            </a:pPr>
            <a:r>
              <a:rPr dirty="0" sz="1800" spc="-60" b="1">
                <a:latin typeface="Arial"/>
                <a:cs typeface="Arial"/>
              </a:rPr>
              <a:t>Crashing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Condition</a:t>
            </a:r>
            <a:endParaRPr sz="180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1180"/>
              </a:spcBef>
              <a:tabLst>
                <a:tab pos="422275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colorsTotal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20">
                <a:latin typeface="Consolas"/>
                <a:cs typeface="Consolas"/>
              </a:rPr>
              <a:t> 0x80</a:t>
            </a:r>
            <a:endParaRPr sz="1800">
              <a:latin typeface="Consolas"/>
              <a:cs typeface="Consolas"/>
            </a:endParaRPr>
          </a:p>
          <a:p>
            <a:pPr marL="76200">
              <a:lnSpc>
                <a:spcPct val="100000"/>
              </a:lnSpc>
              <a:tabLst>
                <a:tab pos="426720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sx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  <a:p>
            <a:pPr marL="76200">
              <a:lnSpc>
                <a:spcPct val="100000"/>
              </a:lnSpc>
              <a:tabLst>
                <a:tab pos="426720" algn="l"/>
              </a:tabLst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r>
              <a:rPr dirty="0" baseline="-14957" sz="1950">
                <a:latin typeface="Cambria Math"/>
                <a:cs typeface="Cambria Math"/>
              </a:rPr>
              <a:t>	</a:t>
            </a:r>
            <a:r>
              <a:rPr dirty="0" sz="1800">
                <a:latin typeface="Consolas"/>
                <a:cs typeface="Consolas"/>
              </a:rPr>
              <a:t>:=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sy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431029" y="5599938"/>
            <a:ext cx="3022600" cy="0"/>
          </a:xfrm>
          <a:custGeom>
            <a:avLst/>
            <a:gdLst/>
            <a:ahLst/>
            <a:cxnLst/>
            <a:rect l="l" t="t" r="r" b="b"/>
            <a:pathLst>
              <a:path w="3022600" h="0">
                <a:moveTo>
                  <a:pt x="0" y="0"/>
                </a:moveTo>
                <a:lnTo>
                  <a:pt x="3022219" y="0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3598354" y="1806130"/>
            <a:ext cx="4996815" cy="2941320"/>
            <a:chOff x="3598354" y="1806130"/>
            <a:chExt cx="4996815" cy="2941320"/>
          </a:xfrm>
        </p:grpSpPr>
        <p:sp>
          <p:nvSpPr>
            <p:cNvPr id="10" name="object 10"/>
            <p:cNvSpPr/>
            <p:nvPr/>
          </p:nvSpPr>
          <p:spPr>
            <a:xfrm>
              <a:off x="5851397" y="4199382"/>
              <a:ext cx="490855" cy="538480"/>
            </a:xfrm>
            <a:custGeom>
              <a:avLst/>
              <a:gdLst/>
              <a:ahLst/>
              <a:cxnLst/>
              <a:rect l="l" t="t" r="r" b="b"/>
              <a:pathLst>
                <a:path w="490854" h="538479">
                  <a:moveTo>
                    <a:pt x="368046" y="0"/>
                  </a:moveTo>
                  <a:lnTo>
                    <a:pt x="122681" y="0"/>
                  </a:lnTo>
                  <a:lnTo>
                    <a:pt x="122681" y="292608"/>
                  </a:lnTo>
                  <a:lnTo>
                    <a:pt x="0" y="292608"/>
                  </a:lnTo>
                  <a:lnTo>
                    <a:pt x="245363" y="537972"/>
                  </a:lnTo>
                  <a:lnTo>
                    <a:pt x="490727" y="292608"/>
                  </a:lnTo>
                  <a:lnTo>
                    <a:pt x="368046" y="292608"/>
                  </a:lnTo>
                  <a:lnTo>
                    <a:pt x="36804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851397" y="4199382"/>
              <a:ext cx="490855" cy="538480"/>
            </a:xfrm>
            <a:custGeom>
              <a:avLst/>
              <a:gdLst/>
              <a:ahLst/>
              <a:cxnLst/>
              <a:rect l="l" t="t" r="r" b="b"/>
              <a:pathLst>
                <a:path w="490854" h="538479">
                  <a:moveTo>
                    <a:pt x="368046" y="0"/>
                  </a:moveTo>
                  <a:lnTo>
                    <a:pt x="368046" y="292608"/>
                  </a:lnTo>
                  <a:lnTo>
                    <a:pt x="490727" y="292608"/>
                  </a:lnTo>
                  <a:lnTo>
                    <a:pt x="245363" y="537972"/>
                  </a:lnTo>
                  <a:lnTo>
                    <a:pt x="0" y="292608"/>
                  </a:lnTo>
                  <a:lnTo>
                    <a:pt x="122681" y="292608"/>
                  </a:lnTo>
                  <a:lnTo>
                    <a:pt x="122681" y="0"/>
                  </a:lnTo>
                  <a:lnTo>
                    <a:pt x="368046" y="0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12641" y="1820417"/>
              <a:ext cx="4968240" cy="2333625"/>
            </a:xfrm>
            <a:custGeom>
              <a:avLst/>
              <a:gdLst/>
              <a:ahLst/>
              <a:cxnLst/>
              <a:rect l="l" t="t" r="r" b="b"/>
              <a:pathLst>
                <a:path w="4968240" h="2333625">
                  <a:moveTo>
                    <a:pt x="0" y="388874"/>
                  </a:moveTo>
                  <a:lnTo>
                    <a:pt x="3030" y="340096"/>
                  </a:lnTo>
                  <a:lnTo>
                    <a:pt x="11877" y="293127"/>
                  </a:lnTo>
                  <a:lnTo>
                    <a:pt x="26177" y="248329"/>
                  </a:lnTo>
                  <a:lnTo>
                    <a:pt x="45565" y="206067"/>
                  </a:lnTo>
                  <a:lnTo>
                    <a:pt x="69676" y="166707"/>
                  </a:lnTo>
                  <a:lnTo>
                    <a:pt x="98147" y="130612"/>
                  </a:lnTo>
                  <a:lnTo>
                    <a:pt x="130612" y="98147"/>
                  </a:lnTo>
                  <a:lnTo>
                    <a:pt x="166707" y="69676"/>
                  </a:lnTo>
                  <a:lnTo>
                    <a:pt x="206067" y="45565"/>
                  </a:lnTo>
                  <a:lnTo>
                    <a:pt x="248329" y="26177"/>
                  </a:lnTo>
                  <a:lnTo>
                    <a:pt x="293127" y="11877"/>
                  </a:lnTo>
                  <a:lnTo>
                    <a:pt x="340096" y="3030"/>
                  </a:lnTo>
                  <a:lnTo>
                    <a:pt x="388874" y="0"/>
                  </a:lnTo>
                  <a:lnTo>
                    <a:pt x="4579366" y="0"/>
                  </a:lnTo>
                  <a:lnTo>
                    <a:pt x="4628143" y="3030"/>
                  </a:lnTo>
                  <a:lnTo>
                    <a:pt x="4675112" y="11877"/>
                  </a:lnTo>
                  <a:lnTo>
                    <a:pt x="4719910" y="26177"/>
                  </a:lnTo>
                  <a:lnTo>
                    <a:pt x="4762172" y="45565"/>
                  </a:lnTo>
                  <a:lnTo>
                    <a:pt x="4801532" y="69676"/>
                  </a:lnTo>
                  <a:lnTo>
                    <a:pt x="4837627" y="98147"/>
                  </a:lnTo>
                  <a:lnTo>
                    <a:pt x="4870092" y="130612"/>
                  </a:lnTo>
                  <a:lnTo>
                    <a:pt x="4898563" y="166707"/>
                  </a:lnTo>
                  <a:lnTo>
                    <a:pt x="4922674" y="206067"/>
                  </a:lnTo>
                  <a:lnTo>
                    <a:pt x="4942062" y="248329"/>
                  </a:lnTo>
                  <a:lnTo>
                    <a:pt x="4956362" y="293127"/>
                  </a:lnTo>
                  <a:lnTo>
                    <a:pt x="4965209" y="340096"/>
                  </a:lnTo>
                  <a:lnTo>
                    <a:pt x="4968240" y="388874"/>
                  </a:lnTo>
                  <a:lnTo>
                    <a:pt x="4968240" y="1944370"/>
                  </a:lnTo>
                  <a:lnTo>
                    <a:pt x="4965209" y="1993147"/>
                  </a:lnTo>
                  <a:lnTo>
                    <a:pt x="4956362" y="2040116"/>
                  </a:lnTo>
                  <a:lnTo>
                    <a:pt x="4942062" y="2084914"/>
                  </a:lnTo>
                  <a:lnTo>
                    <a:pt x="4922674" y="2127176"/>
                  </a:lnTo>
                  <a:lnTo>
                    <a:pt x="4898563" y="2166536"/>
                  </a:lnTo>
                  <a:lnTo>
                    <a:pt x="4870092" y="2202631"/>
                  </a:lnTo>
                  <a:lnTo>
                    <a:pt x="4837627" y="2235096"/>
                  </a:lnTo>
                  <a:lnTo>
                    <a:pt x="4801532" y="2263567"/>
                  </a:lnTo>
                  <a:lnTo>
                    <a:pt x="4762172" y="2287678"/>
                  </a:lnTo>
                  <a:lnTo>
                    <a:pt x="4719910" y="2307066"/>
                  </a:lnTo>
                  <a:lnTo>
                    <a:pt x="4675112" y="2321366"/>
                  </a:lnTo>
                  <a:lnTo>
                    <a:pt x="4628143" y="2330213"/>
                  </a:lnTo>
                  <a:lnTo>
                    <a:pt x="4579366" y="2333244"/>
                  </a:lnTo>
                  <a:lnTo>
                    <a:pt x="388874" y="2333244"/>
                  </a:lnTo>
                  <a:lnTo>
                    <a:pt x="340096" y="2330213"/>
                  </a:lnTo>
                  <a:lnTo>
                    <a:pt x="293127" y="2321366"/>
                  </a:lnTo>
                  <a:lnTo>
                    <a:pt x="248329" y="2307066"/>
                  </a:lnTo>
                  <a:lnTo>
                    <a:pt x="206067" y="2287678"/>
                  </a:lnTo>
                  <a:lnTo>
                    <a:pt x="166707" y="2263567"/>
                  </a:lnTo>
                  <a:lnTo>
                    <a:pt x="130612" y="2235096"/>
                  </a:lnTo>
                  <a:lnTo>
                    <a:pt x="98147" y="2202631"/>
                  </a:lnTo>
                  <a:lnTo>
                    <a:pt x="69676" y="2166536"/>
                  </a:lnTo>
                  <a:lnTo>
                    <a:pt x="45565" y="2127176"/>
                  </a:lnTo>
                  <a:lnTo>
                    <a:pt x="26177" y="2084914"/>
                  </a:lnTo>
                  <a:lnTo>
                    <a:pt x="11877" y="2040116"/>
                  </a:lnTo>
                  <a:lnTo>
                    <a:pt x="3030" y="1993147"/>
                  </a:lnTo>
                  <a:lnTo>
                    <a:pt x="0" y="1944370"/>
                  </a:lnTo>
                  <a:lnTo>
                    <a:pt x="0" y="388874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19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20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20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19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16939" y="1196086"/>
            <a:ext cx="8001634" cy="942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80">
                <a:latin typeface="Tahoma"/>
                <a:cs typeface="Tahoma"/>
              </a:rPr>
              <a:t>Our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synthesized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crashing </a:t>
            </a:r>
            <a:r>
              <a:rPr dirty="0" sz="2000" spc="70">
                <a:latin typeface="Tahoma"/>
                <a:cs typeface="Tahoma"/>
              </a:rPr>
              <a:t>condition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will</a:t>
            </a:r>
            <a:r>
              <a:rPr dirty="0" u="sng" sz="2000" spc="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8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not</a:t>
            </a:r>
            <a:r>
              <a:rPr dirty="0" u="sng" sz="20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contain</a:t>
            </a:r>
            <a:r>
              <a:rPr dirty="0" u="sng" sz="2000" spc="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20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root</a:t>
            </a:r>
            <a:r>
              <a:rPr dirty="0" u="sng" sz="2000" spc="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cause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Tahoma"/>
              <a:cs typeface="Tahoma"/>
            </a:endParaRPr>
          </a:p>
          <a:p>
            <a:pPr marL="3632835">
              <a:lnSpc>
                <a:spcPct val="100000"/>
              </a:lnSpc>
              <a:spcBef>
                <a:spcPts val="5"/>
              </a:spcBef>
              <a:tabLst>
                <a:tab pos="5744845" algn="l"/>
              </a:tabLst>
            </a:pPr>
            <a:r>
              <a:rPr dirty="0" sz="1800" spc="-10" b="1">
                <a:latin typeface="Consolas"/>
                <a:cs typeface="Consolas"/>
              </a:rPr>
              <a:t>Crash</a:t>
            </a:r>
            <a:r>
              <a:rPr dirty="0" sz="1800" b="1">
                <a:latin typeface="Consolas"/>
                <a:cs typeface="Consolas"/>
              </a:rPr>
              <a:t>	</a:t>
            </a:r>
            <a:r>
              <a:rPr dirty="0" sz="1800" spc="-10" b="1">
                <a:latin typeface="Consolas"/>
                <a:cs typeface="Consolas"/>
              </a:rPr>
              <a:t>Non-</a:t>
            </a:r>
            <a:r>
              <a:rPr dirty="0" sz="1800" spc="-2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65270" y="2763773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09540" y="268605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98390" y="3156026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18557" y="3028645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10806" y="3066034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68185" y="273050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409182" y="2902457"/>
            <a:ext cx="1513840" cy="335280"/>
          </a:xfrm>
          <a:custGeom>
            <a:avLst/>
            <a:gdLst/>
            <a:ahLst/>
            <a:cxnLst/>
            <a:rect l="l" t="t" r="r" b="b"/>
            <a:pathLst>
              <a:path w="1513840" h="335280">
                <a:moveTo>
                  <a:pt x="0" y="0"/>
                </a:moveTo>
                <a:lnTo>
                  <a:pt x="808863" y="0"/>
                </a:lnTo>
              </a:path>
              <a:path w="1513840" h="335280">
                <a:moveTo>
                  <a:pt x="742188" y="335279"/>
                </a:moveTo>
                <a:lnTo>
                  <a:pt x="1513713" y="335279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41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/>
              <a:t>What</a:t>
            </a:r>
            <a:r>
              <a:rPr dirty="0" spc="-105"/>
              <a:t> </a:t>
            </a:r>
            <a:r>
              <a:rPr dirty="0" spc="95"/>
              <a:t>if</a:t>
            </a:r>
            <a:r>
              <a:rPr dirty="0" spc="-90"/>
              <a:t> </a:t>
            </a:r>
            <a:r>
              <a:rPr dirty="0" spc="100"/>
              <a:t>the</a:t>
            </a:r>
            <a:r>
              <a:rPr dirty="0" spc="-95"/>
              <a:t> </a:t>
            </a:r>
            <a:r>
              <a:rPr dirty="0" spc="70"/>
              <a:t>behaviors</a:t>
            </a:r>
            <a:r>
              <a:rPr dirty="0" spc="-100"/>
              <a:t> </a:t>
            </a:r>
            <a:r>
              <a:rPr dirty="0" spc="100"/>
              <a:t>was</a:t>
            </a:r>
            <a:r>
              <a:rPr dirty="0" spc="-110"/>
              <a:t> </a:t>
            </a:r>
            <a:r>
              <a:rPr dirty="0" spc="160"/>
              <a:t>not</a:t>
            </a:r>
            <a:r>
              <a:rPr dirty="0" spc="-90"/>
              <a:t> </a:t>
            </a:r>
            <a:r>
              <a:rPr dirty="0" spc="140"/>
              <a:t>enough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333113" y="4919853"/>
            <a:ext cx="3527425" cy="1616710"/>
            <a:chOff x="4333113" y="4919853"/>
            <a:chExt cx="3527425" cy="1616710"/>
          </a:xfrm>
        </p:grpSpPr>
        <p:sp>
          <p:nvSpPr>
            <p:cNvPr id="4" name="object 4"/>
            <p:cNvSpPr/>
            <p:nvPr/>
          </p:nvSpPr>
          <p:spPr>
            <a:xfrm>
              <a:off x="4342638" y="4929378"/>
              <a:ext cx="3508375" cy="1597660"/>
            </a:xfrm>
            <a:custGeom>
              <a:avLst/>
              <a:gdLst/>
              <a:ahLst/>
              <a:cxnLst/>
              <a:rect l="l" t="t" r="r" b="b"/>
              <a:pathLst>
                <a:path w="3508375" h="1597659">
                  <a:moveTo>
                    <a:pt x="3508247" y="0"/>
                  </a:moveTo>
                  <a:lnTo>
                    <a:pt x="0" y="0"/>
                  </a:lnTo>
                  <a:lnTo>
                    <a:pt x="0" y="1597152"/>
                  </a:lnTo>
                  <a:lnTo>
                    <a:pt x="3214751" y="1597152"/>
                  </a:lnTo>
                  <a:lnTo>
                    <a:pt x="3508247" y="1303655"/>
                  </a:lnTo>
                  <a:lnTo>
                    <a:pt x="350824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557389" y="6233033"/>
              <a:ext cx="294005" cy="294005"/>
            </a:xfrm>
            <a:custGeom>
              <a:avLst/>
              <a:gdLst/>
              <a:ahLst/>
              <a:cxnLst/>
              <a:rect l="l" t="t" r="r" b="b"/>
              <a:pathLst>
                <a:path w="294004" h="294004">
                  <a:moveTo>
                    <a:pt x="293496" y="0"/>
                  </a:moveTo>
                  <a:lnTo>
                    <a:pt x="58674" y="58699"/>
                  </a:lnTo>
                  <a:lnTo>
                    <a:pt x="0" y="293496"/>
                  </a:lnTo>
                  <a:lnTo>
                    <a:pt x="293496" y="0"/>
                  </a:lnTo>
                  <a:close/>
                </a:path>
              </a:pathLst>
            </a:custGeom>
            <a:solidFill>
              <a:srgbClr val="CDCD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42638" y="4929378"/>
              <a:ext cx="3508375" cy="1597660"/>
            </a:xfrm>
            <a:custGeom>
              <a:avLst/>
              <a:gdLst/>
              <a:ahLst/>
              <a:cxnLst/>
              <a:rect l="l" t="t" r="r" b="b"/>
              <a:pathLst>
                <a:path w="3508375" h="1597659">
                  <a:moveTo>
                    <a:pt x="3214751" y="1597152"/>
                  </a:moveTo>
                  <a:lnTo>
                    <a:pt x="3273425" y="1362354"/>
                  </a:lnTo>
                  <a:lnTo>
                    <a:pt x="3508247" y="1303655"/>
                  </a:lnTo>
                  <a:lnTo>
                    <a:pt x="3214751" y="1597152"/>
                  </a:lnTo>
                  <a:lnTo>
                    <a:pt x="0" y="1597152"/>
                  </a:lnTo>
                  <a:lnTo>
                    <a:pt x="0" y="0"/>
                  </a:lnTo>
                  <a:lnTo>
                    <a:pt x="3508247" y="0"/>
                  </a:lnTo>
                  <a:lnTo>
                    <a:pt x="3508247" y="1303655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431030" y="5599938"/>
              <a:ext cx="3022600" cy="0"/>
            </a:xfrm>
            <a:custGeom>
              <a:avLst/>
              <a:gdLst/>
              <a:ahLst/>
              <a:cxnLst/>
              <a:rect l="l" t="t" r="r" b="b"/>
              <a:pathLst>
                <a:path w="3022600" h="0">
                  <a:moveTo>
                    <a:pt x="0" y="0"/>
                  </a:moveTo>
                  <a:lnTo>
                    <a:pt x="3022219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3598354" y="1806130"/>
            <a:ext cx="4996815" cy="2941320"/>
            <a:chOff x="3598354" y="1806130"/>
            <a:chExt cx="4996815" cy="2941320"/>
          </a:xfrm>
        </p:grpSpPr>
        <p:sp>
          <p:nvSpPr>
            <p:cNvPr id="9" name="object 9"/>
            <p:cNvSpPr/>
            <p:nvPr/>
          </p:nvSpPr>
          <p:spPr>
            <a:xfrm>
              <a:off x="5851397" y="4199382"/>
              <a:ext cx="490855" cy="538480"/>
            </a:xfrm>
            <a:custGeom>
              <a:avLst/>
              <a:gdLst/>
              <a:ahLst/>
              <a:cxnLst/>
              <a:rect l="l" t="t" r="r" b="b"/>
              <a:pathLst>
                <a:path w="490854" h="538479">
                  <a:moveTo>
                    <a:pt x="368046" y="0"/>
                  </a:moveTo>
                  <a:lnTo>
                    <a:pt x="122681" y="0"/>
                  </a:lnTo>
                  <a:lnTo>
                    <a:pt x="122681" y="292608"/>
                  </a:lnTo>
                  <a:lnTo>
                    <a:pt x="0" y="292608"/>
                  </a:lnTo>
                  <a:lnTo>
                    <a:pt x="245363" y="537972"/>
                  </a:lnTo>
                  <a:lnTo>
                    <a:pt x="490727" y="292608"/>
                  </a:lnTo>
                  <a:lnTo>
                    <a:pt x="368046" y="292608"/>
                  </a:lnTo>
                  <a:lnTo>
                    <a:pt x="36804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851397" y="4199382"/>
              <a:ext cx="490855" cy="538480"/>
            </a:xfrm>
            <a:custGeom>
              <a:avLst/>
              <a:gdLst/>
              <a:ahLst/>
              <a:cxnLst/>
              <a:rect l="l" t="t" r="r" b="b"/>
              <a:pathLst>
                <a:path w="490854" h="538479">
                  <a:moveTo>
                    <a:pt x="368046" y="0"/>
                  </a:moveTo>
                  <a:lnTo>
                    <a:pt x="368046" y="292608"/>
                  </a:lnTo>
                  <a:lnTo>
                    <a:pt x="490727" y="292608"/>
                  </a:lnTo>
                  <a:lnTo>
                    <a:pt x="245363" y="537972"/>
                  </a:lnTo>
                  <a:lnTo>
                    <a:pt x="0" y="292608"/>
                  </a:lnTo>
                  <a:lnTo>
                    <a:pt x="122681" y="292608"/>
                  </a:lnTo>
                  <a:lnTo>
                    <a:pt x="122681" y="0"/>
                  </a:lnTo>
                  <a:lnTo>
                    <a:pt x="368046" y="0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12641" y="1820417"/>
              <a:ext cx="4968240" cy="2333625"/>
            </a:xfrm>
            <a:custGeom>
              <a:avLst/>
              <a:gdLst/>
              <a:ahLst/>
              <a:cxnLst/>
              <a:rect l="l" t="t" r="r" b="b"/>
              <a:pathLst>
                <a:path w="4968240" h="2333625">
                  <a:moveTo>
                    <a:pt x="0" y="388874"/>
                  </a:moveTo>
                  <a:lnTo>
                    <a:pt x="3030" y="340096"/>
                  </a:lnTo>
                  <a:lnTo>
                    <a:pt x="11877" y="293127"/>
                  </a:lnTo>
                  <a:lnTo>
                    <a:pt x="26177" y="248329"/>
                  </a:lnTo>
                  <a:lnTo>
                    <a:pt x="45565" y="206067"/>
                  </a:lnTo>
                  <a:lnTo>
                    <a:pt x="69676" y="166707"/>
                  </a:lnTo>
                  <a:lnTo>
                    <a:pt x="98147" y="130612"/>
                  </a:lnTo>
                  <a:lnTo>
                    <a:pt x="130612" y="98147"/>
                  </a:lnTo>
                  <a:lnTo>
                    <a:pt x="166707" y="69676"/>
                  </a:lnTo>
                  <a:lnTo>
                    <a:pt x="206067" y="45565"/>
                  </a:lnTo>
                  <a:lnTo>
                    <a:pt x="248329" y="26177"/>
                  </a:lnTo>
                  <a:lnTo>
                    <a:pt x="293127" y="11877"/>
                  </a:lnTo>
                  <a:lnTo>
                    <a:pt x="340096" y="3030"/>
                  </a:lnTo>
                  <a:lnTo>
                    <a:pt x="388874" y="0"/>
                  </a:lnTo>
                  <a:lnTo>
                    <a:pt x="4579366" y="0"/>
                  </a:lnTo>
                  <a:lnTo>
                    <a:pt x="4628143" y="3030"/>
                  </a:lnTo>
                  <a:lnTo>
                    <a:pt x="4675112" y="11877"/>
                  </a:lnTo>
                  <a:lnTo>
                    <a:pt x="4719910" y="26177"/>
                  </a:lnTo>
                  <a:lnTo>
                    <a:pt x="4762172" y="45565"/>
                  </a:lnTo>
                  <a:lnTo>
                    <a:pt x="4801532" y="69676"/>
                  </a:lnTo>
                  <a:lnTo>
                    <a:pt x="4837627" y="98147"/>
                  </a:lnTo>
                  <a:lnTo>
                    <a:pt x="4870092" y="130612"/>
                  </a:lnTo>
                  <a:lnTo>
                    <a:pt x="4898563" y="166707"/>
                  </a:lnTo>
                  <a:lnTo>
                    <a:pt x="4922674" y="206067"/>
                  </a:lnTo>
                  <a:lnTo>
                    <a:pt x="4942062" y="248329"/>
                  </a:lnTo>
                  <a:lnTo>
                    <a:pt x="4956362" y="293127"/>
                  </a:lnTo>
                  <a:lnTo>
                    <a:pt x="4965209" y="340096"/>
                  </a:lnTo>
                  <a:lnTo>
                    <a:pt x="4968240" y="388874"/>
                  </a:lnTo>
                  <a:lnTo>
                    <a:pt x="4968240" y="1944370"/>
                  </a:lnTo>
                  <a:lnTo>
                    <a:pt x="4965209" y="1993147"/>
                  </a:lnTo>
                  <a:lnTo>
                    <a:pt x="4956362" y="2040116"/>
                  </a:lnTo>
                  <a:lnTo>
                    <a:pt x="4942062" y="2084914"/>
                  </a:lnTo>
                  <a:lnTo>
                    <a:pt x="4922674" y="2127176"/>
                  </a:lnTo>
                  <a:lnTo>
                    <a:pt x="4898563" y="2166536"/>
                  </a:lnTo>
                  <a:lnTo>
                    <a:pt x="4870092" y="2202631"/>
                  </a:lnTo>
                  <a:lnTo>
                    <a:pt x="4837627" y="2235096"/>
                  </a:lnTo>
                  <a:lnTo>
                    <a:pt x="4801532" y="2263567"/>
                  </a:lnTo>
                  <a:lnTo>
                    <a:pt x="4762172" y="2287678"/>
                  </a:lnTo>
                  <a:lnTo>
                    <a:pt x="4719910" y="2307066"/>
                  </a:lnTo>
                  <a:lnTo>
                    <a:pt x="4675112" y="2321366"/>
                  </a:lnTo>
                  <a:lnTo>
                    <a:pt x="4628143" y="2330213"/>
                  </a:lnTo>
                  <a:lnTo>
                    <a:pt x="4579366" y="2333244"/>
                  </a:lnTo>
                  <a:lnTo>
                    <a:pt x="388874" y="2333244"/>
                  </a:lnTo>
                  <a:lnTo>
                    <a:pt x="340096" y="2330213"/>
                  </a:lnTo>
                  <a:lnTo>
                    <a:pt x="293127" y="2321366"/>
                  </a:lnTo>
                  <a:lnTo>
                    <a:pt x="248329" y="2307066"/>
                  </a:lnTo>
                  <a:lnTo>
                    <a:pt x="206067" y="2287678"/>
                  </a:lnTo>
                  <a:lnTo>
                    <a:pt x="166707" y="2263567"/>
                  </a:lnTo>
                  <a:lnTo>
                    <a:pt x="130612" y="2235096"/>
                  </a:lnTo>
                  <a:lnTo>
                    <a:pt x="98147" y="2202631"/>
                  </a:lnTo>
                  <a:lnTo>
                    <a:pt x="69676" y="2166536"/>
                  </a:lnTo>
                  <a:lnTo>
                    <a:pt x="45565" y="2127176"/>
                  </a:lnTo>
                  <a:lnTo>
                    <a:pt x="26177" y="2084914"/>
                  </a:lnTo>
                  <a:lnTo>
                    <a:pt x="11877" y="2040116"/>
                  </a:lnTo>
                  <a:lnTo>
                    <a:pt x="3030" y="1993147"/>
                  </a:lnTo>
                  <a:lnTo>
                    <a:pt x="0" y="1944370"/>
                  </a:lnTo>
                  <a:lnTo>
                    <a:pt x="0" y="388874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19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20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20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19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916939" y="1196086"/>
            <a:ext cx="8001634" cy="942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80">
                <a:latin typeface="Tahoma"/>
                <a:cs typeface="Tahoma"/>
              </a:rPr>
              <a:t>Our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synthesized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crashing </a:t>
            </a:r>
            <a:r>
              <a:rPr dirty="0" sz="2000" spc="70">
                <a:latin typeface="Tahoma"/>
                <a:cs typeface="Tahoma"/>
              </a:rPr>
              <a:t>condition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will</a:t>
            </a:r>
            <a:r>
              <a:rPr dirty="0" u="sng" sz="2000" spc="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8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not</a:t>
            </a:r>
            <a:r>
              <a:rPr dirty="0" u="sng" sz="20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contain</a:t>
            </a:r>
            <a:r>
              <a:rPr dirty="0" u="sng" sz="2000" spc="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20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root</a:t>
            </a:r>
            <a:r>
              <a:rPr dirty="0" u="sng" sz="2000" spc="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cause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Tahoma"/>
              <a:cs typeface="Tahoma"/>
            </a:endParaRPr>
          </a:p>
          <a:p>
            <a:pPr marL="3632835">
              <a:lnSpc>
                <a:spcPct val="100000"/>
              </a:lnSpc>
              <a:spcBef>
                <a:spcPts val="5"/>
              </a:spcBef>
              <a:tabLst>
                <a:tab pos="5744845" algn="l"/>
              </a:tabLst>
            </a:pPr>
            <a:r>
              <a:rPr dirty="0" sz="1800" spc="-10" b="1">
                <a:latin typeface="Consolas"/>
                <a:cs typeface="Consolas"/>
              </a:rPr>
              <a:t>Crash</a:t>
            </a:r>
            <a:r>
              <a:rPr dirty="0" sz="1800" b="1">
                <a:latin typeface="Consolas"/>
                <a:cs typeface="Consolas"/>
              </a:rPr>
              <a:t>	</a:t>
            </a:r>
            <a:r>
              <a:rPr dirty="0" sz="1800" spc="-10" b="1">
                <a:latin typeface="Consolas"/>
                <a:cs typeface="Consolas"/>
              </a:rPr>
              <a:t>Non-</a:t>
            </a:r>
            <a:r>
              <a:rPr dirty="0" sz="1800" spc="-2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65270" y="2763773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09540" y="268605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98390" y="3156026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18557" y="3028645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210806" y="3066034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68185" y="273050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409182" y="2902457"/>
            <a:ext cx="1513840" cy="335280"/>
          </a:xfrm>
          <a:custGeom>
            <a:avLst/>
            <a:gdLst/>
            <a:ahLst/>
            <a:cxnLst/>
            <a:rect l="l" t="t" r="r" b="b"/>
            <a:pathLst>
              <a:path w="1513840" h="335280">
                <a:moveTo>
                  <a:pt x="0" y="0"/>
                </a:moveTo>
                <a:lnTo>
                  <a:pt x="808863" y="0"/>
                </a:lnTo>
              </a:path>
              <a:path w="1513840" h="335280">
                <a:moveTo>
                  <a:pt x="742188" y="335279"/>
                </a:moveTo>
                <a:lnTo>
                  <a:pt x="1513713" y="335279"/>
                </a:lnTo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068061" y="5030458"/>
            <a:ext cx="205549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9"/>
              </a:lnSpc>
            </a:pPr>
            <a:r>
              <a:rPr dirty="0" sz="1800" spc="-60" b="1">
                <a:latin typeface="Arial"/>
                <a:cs typeface="Arial"/>
              </a:rPr>
              <a:t>Crashing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Condition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48077" y="5181969"/>
            <a:ext cx="2104390" cy="528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989"/>
              </a:lnSpc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8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r>
              <a:rPr dirty="0" sz="18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cause</a:t>
            </a:r>
            <a:r>
              <a:rPr dirty="0" sz="18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𝒑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r>
              <a:rPr dirty="0" baseline="-14957" sz="1950" spc="3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45" b="1">
                <a:solidFill>
                  <a:srgbClr val="C00000"/>
                </a:solidFill>
                <a:latin typeface="Arial"/>
                <a:cs typeface="Arial"/>
              </a:rPr>
              <a:t>is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1800" spc="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extracted!!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21885" y="5470842"/>
            <a:ext cx="243204" cy="8369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68088" y="5478879"/>
            <a:ext cx="281305" cy="802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95"/>
              </a:lnSpc>
            </a:pPr>
            <a:r>
              <a:rPr dirty="0" sz="1800" spc="-25">
                <a:latin typeface="Consolas"/>
                <a:cs typeface="Consolas"/>
              </a:rPr>
              <a:t>:=</a:t>
            </a:r>
            <a:endParaRPr sz="1800">
              <a:latin typeface="Consolas"/>
              <a:cs typeface="Consolas"/>
            </a:endParaRPr>
          </a:p>
          <a:p>
            <a:pPr marL="171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:=</a:t>
            </a:r>
            <a:endParaRPr sz="1800">
              <a:latin typeface="Consolas"/>
              <a:cs typeface="Consolas"/>
            </a:endParaRPr>
          </a:p>
          <a:p>
            <a:pPr marL="171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:=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142991" y="5478879"/>
            <a:ext cx="2282825" cy="802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95"/>
              </a:lnSpc>
            </a:pPr>
            <a:r>
              <a:rPr dirty="0" sz="1800">
                <a:latin typeface="Consolas"/>
                <a:cs typeface="Consolas"/>
              </a:rPr>
              <a:t>colorsTotal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20">
                <a:latin typeface="Consolas"/>
                <a:cs typeface="Consolas"/>
              </a:rPr>
              <a:t> 0x80</a:t>
            </a:r>
            <a:endParaRPr sz="1800">
              <a:latin typeface="Consolas"/>
              <a:cs typeface="Consolas"/>
            </a:endParaRPr>
          </a:p>
          <a:p>
            <a:pPr marL="17145" marR="12541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sx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 </a:t>
            </a:r>
            <a:r>
              <a:rPr dirty="0" sz="1800">
                <a:latin typeface="Consolas"/>
                <a:cs typeface="Consolas"/>
              </a:rPr>
              <a:t>sy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45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33113" y="4919853"/>
            <a:ext cx="3527425" cy="1616710"/>
            <a:chOff x="4333113" y="4919853"/>
            <a:chExt cx="3527425" cy="1616710"/>
          </a:xfrm>
        </p:grpSpPr>
        <p:sp>
          <p:nvSpPr>
            <p:cNvPr id="3" name="object 3"/>
            <p:cNvSpPr/>
            <p:nvPr/>
          </p:nvSpPr>
          <p:spPr>
            <a:xfrm>
              <a:off x="4342638" y="4929378"/>
              <a:ext cx="3508375" cy="1597660"/>
            </a:xfrm>
            <a:custGeom>
              <a:avLst/>
              <a:gdLst/>
              <a:ahLst/>
              <a:cxnLst/>
              <a:rect l="l" t="t" r="r" b="b"/>
              <a:pathLst>
                <a:path w="3508375" h="1597659">
                  <a:moveTo>
                    <a:pt x="3508247" y="0"/>
                  </a:moveTo>
                  <a:lnTo>
                    <a:pt x="0" y="0"/>
                  </a:lnTo>
                  <a:lnTo>
                    <a:pt x="0" y="1597152"/>
                  </a:lnTo>
                  <a:lnTo>
                    <a:pt x="3214751" y="1597152"/>
                  </a:lnTo>
                  <a:lnTo>
                    <a:pt x="3508247" y="1303655"/>
                  </a:lnTo>
                  <a:lnTo>
                    <a:pt x="3508247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557389" y="6233033"/>
              <a:ext cx="294005" cy="294005"/>
            </a:xfrm>
            <a:custGeom>
              <a:avLst/>
              <a:gdLst/>
              <a:ahLst/>
              <a:cxnLst/>
              <a:rect l="l" t="t" r="r" b="b"/>
              <a:pathLst>
                <a:path w="294004" h="294004">
                  <a:moveTo>
                    <a:pt x="293496" y="0"/>
                  </a:moveTo>
                  <a:lnTo>
                    <a:pt x="58674" y="58699"/>
                  </a:lnTo>
                  <a:lnTo>
                    <a:pt x="0" y="293496"/>
                  </a:lnTo>
                  <a:lnTo>
                    <a:pt x="293496" y="0"/>
                  </a:lnTo>
                  <a:close/>
                </a:path>
              </a:pathLst>
            </a:custGeom>
            <a:solidFill>
              <a:srgbClr val="CDCD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342638" y="4929378"/>
              <a:ext cx="3508375" cy="1597660"/>
            </a:xfrm>
            <a:custGeom>
              <a:avLst/>
              <a:gdLst/>
              <a:ahLst/>
              <a:cxnLst/>
              <a:rect l="l" t="t" r="r" b="b"/>
              <a:pathLst>
                <a:path w="3508375" h="1597659">
                  <a:moveTo>
                    <a:pt x="3214751" y="1597152"/>
                  </a:moveTo>
                  <a:lnTo>
                    <a:pt x="3273425" y="1362354"/>
                  </a:lnTo>
                  <a:lnTo>
                    <a:pt x="3508247" y="1303655"/>
                  </a:lnTo>
                  <a:lnTo>
                    <a:pt x="3214751" y="1597152"/>
                  </a:lnTo>
                  <a:lnTo>
                    <a:pt x="0" y="1597152"/>
                  </a:lnTo>
                  <a:lnTo>
                    <a:pt x="0" y="0"/>
                  </a:lnTo>
                  <a:lnTo>
                    <a:pt x="3508247" y="0"/>
                  </a:lnTo>
                  <a:lnTo>
                    <a:pt x="3508247" y="1303655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31030" y="5599938"/>
              <a:ext cx="3022600" cy="0"/>
            </a:xfrm>
            <a:custGeom>
              <a:avLst/>
              <a:gdLst/>
              <a:ahLst/>
              <a:cxnLst/>
              <a:rect l="l" t="t" r="r" b="b"/>
              <a:pathLst>
                <a:path w="3022600" h="0">
                  <a:moveTo>
                    <a:pt x="0" y="0"/>
                  </a:moveTo>
                  <a:lnTo>
                    <a:pt x="3022219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598354" y="1806130"/>
            <a:ext cx="4996815" cy="2941320"/>
            <a:chOff x="3598354" y="1806130"/>
            <a:chExt cx="4996815" cy="2941320"/>
          </a:xfrm>
        </p:grpSpPr>
        <p:sp>
          <p:nvSpPr>
            <p:cNvPr id="8" name="object 8"/>
            <p:cNvSpPr/>
            <p:nvPr/>
          </p:nvSpPr>
          <p:spPr>
            <a:xfrm>
              <a:off x="5851397" y="4199382"/>
              <a:ext cx="490855" cy="538480"/>
            </a:xfrm>
            <a:custGeom>
              <a:avLst/>
              <a:gdLst/>
              <a:ahLst/>
              <a:cxnLst/>
              <a:rect l="l" t="t" r="r" b="b"/>
              <a:pathLst>
                <a:path w="490854" h="538479">
                  <a:moveTo>
                    <a:pt x="368046" y="0"/>
                  </a:moveTo>
                  <a:lnTo>
                    <a:pt x="122681" y="0"/>
                  </a:lnTo>
                  <a:lnTo>
                    <a:pt x="122681" y="292608"/>
                  </a:lnTo>
                  <a:lnTo>
                    <a:pt x="0" y="292608"/>
                  </a:lnTo>
                  <a:lnTo>
                    <a:pt x="245363" y="537972"/>
                  </a:lnTo>
                  <a:lnTo>
                    <a:pt x="490727" y="292608"/>
                  </a:lnTo>
                  <a:lnTo>
                    <a:pt x="368046" y="292608"/>
                  </a:lnTo>
                  <a:lnTo>
                    <a:pt x="36804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851397" y="4199382"/>
              <a:ext cx="490855" cy="538480"/>
            </a:xfrm>
            <a:custGeom>
              <a:avLst/>
              <a:gdLst/>
              <a:ahLst/>
              <a:cxnLst/>
              <a:rect l="l" t="t" r="r" b="b"/>
              <a:pathLst>
                <a:path w="490854" h="538479">
                  <a:moveTo>
                    <a:pt x="368046" y="0"/>
                  </a:moveTo>
                  <a:lnTo>
                    <a:pt x="368046" y="292608"/>
                  </a:lnTo>
                  <a:lnTo>
                    <a:pt x="490727" y="292608"/>
                  </a:lnTo>
                  <a:lnTo>
                    <a:pt x="245363" y="537972"/>
                  </a:lnTo>
                  <a:lnTo>
                    <a:pt x="0" y="292608"/>
                  </a:lnTo>
                  <a:lnTo>
                    <a:pt x="122681" y="292608"/>
                  </a:lnTo>
                  <a:lnTo>
                    <a:pt x="122681" y="0"/>
                  </a:lnTo>
                  <a:lnTo>
                    <a:pt x="368046" y="0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612641" y="1820417"/>
              <a:ext cx="4968240" cy="2333625"/>
            </a:xfrm>
            <a:custGeom>
              <a:avLst/>
              <a:gdLst/>
              <a:ahLst/>
              <a:cxnLst/>
              <a:rect l="l" t="t" r="r" b="b"/>
              <a:pathLst>
                <a:path w="4968240" h="2333625">
                  <a:moveTo>
                    <a:pt x="0" y="388874"/>
                  </a:moveTo>
                  <a:lnTo>
                    <a:pt x="3030" y="340096"/>
                  </a:lnTo>
                  <a:lnTo>
                    <a:pt x="11877" y="293127"/>
                  </a:lnTo>
                  <a:lnTo>
                    <a:pt x="26177" y="248329"/>
                  </a:lnTo>
                  <a:lnTo>
                    <a:pt x="45565" y="206067"/>
                  </a:lnTo>
                  <a:lnTo>
                    <a:pt x="69676" y="166707"/>
                  </a:lnTo>
                  <a:lnTo>
                    <a:pt x="98147" y="130612"/>
                  </a:lnTo>
                  <a:lnTo>
                    <a:pt x="130612" y="98147"/>
                  </a:lnTo>
                  <a:lnTo>
                    <a:pt x="166707" y="69676"/>
                  </a:lnTo>
                  <a:lnTo>
                    <a:pt x="206067" y="45565"/>
                  </a:lnTo>
                  <a:lnTo>
                    <a:pt x="248329" y="26177"/>
                  </a:lnTo>
                  <a:lnTo>
                    <a:pt x="293127" y="11877"/>
                  </a:lnTo>
                  <a:lnTo>
                    <a:pt x="340096" y="3030"/>
                  </a:lnTo>
                  <a:lnTo>
                    <a:pt x="388874" y="0"/>
                  </a:lnTo>
                  <a:lnTo>
                    <a:pt x="4579366" y="0"/>
                  </a:lnTo>
                  <a:lnTo>
                    <a:pt x="4628143" y="3030"/>
                  </a:lnTo>
                  <a:lnTo>
                    <a:pt x="4675112" y="11877"/>
                  </a:lnTo>
                  <a:lnTo>
                    <a:pt x="4719910" y="26177"/>
                  </a:lnTo>
                  <a:lnTo>
                    <a:pt x="4762172" y="45565"/>
                  </a:lnTo>
                  <a:lnTo>
                    <a:pt x="4801532" y="69676"/>
                  </a:lnTo>
                  <a:lnTo>
                    <a:pt x="4837627" y="98147"/>
                  </a:lnTo>
                  <a:lnTo>
                    <a:pt x="4870092" y="130612"/>
                  </a:lnTo>
                  <a:lnTo>
                    <a:pt x="4898563" y="166707"/>
                  </a:lnTo>
                  <a:lnTo>
                    <a:pt x="4922674" y="206067"/>
                  </a:lnTo>
                  <a:lnTo>
                    <a:pt x="4942062" y="248329"/>
                  </a:lnTo>
                  <a:lnTo>
                    <a:pt x="4956362" y="293127"/>
                  </a:lnTo>
                  <a:lnTo>
                    <a:pt x="4965209" y="340096"/>
                  </a:lnTo>
                  <a:lnTo>
                    <a:pt x="4968240" y="388874"/>
                  </a:lnTo>
                  <a:lnTo>
                    <a:pt x="4968240" y="1944370"/>
                  </a:lnTo>
                  <a:lnTo>
                    <a:pt x="4965209" y="1993147"/>
                  </a:lnTo>
                  <a:lnTo>
                    <a:pt x="4956362" y="2040116"/>
                  </a:lnTo>
                  <a:lnTo>
                    <a:pt x="4942062" y="2084914"/>
                  </a:lnTo>
                  <a:lnTo>
                    <a:pt x="4922674" y="2127176"/>
                  </a:lnTo>
                  <a:lnTo>
                    <a:pt x="4898563" y="2166536"/>
                  </a:lnTo>
                  <a:lnTo>
                    <a:pt x="4870092" y="2202631"/>
                  </a:lnTo>
                  <a:lnTo>
                    <a:pt x="4837627" y="2235096"/>
                  </a:lnTo>
                  <a:lnTo>
                    <a:pt x="4801532" y="2263567"/>
                  </a:lnTo>
                  <a:lnTo>
                    <a:pt x="4762172" y="2287678"/>
                  </a:lnTo>
                  <a:lnTo>
                    <a:pt x="4719910" y="2307066"/>
                  </a:lnTo>
                  <a:lnTo>
                    <a:pt x="4675112" y="2321366"/>
                  </a:lnTo>
                  <a:lnTo>
                    <a:pt x="4628143" y="2330213"/>
                  </a:lnTo>
                  <a:lnTo>
                    <a:pt x="4579366" y="2333244"/>
                  </a:lnTo>
                  <a:lnTo>
                    <a:pt x="388874" y="2333244"/>
                  </a:lnTo>
                  <a:lnTo>
                    <a:pt x="340096" y="2330213"/>
                  </a:lnTo>
                  <a:lnTo>
                    <a:pt x="293127" y="2321366"/>
                  </a:lnTo>
                  <a:lnTo>
                    <a:pt x="248329" y="2307066"/>
                  </a:lnTo>
                  <a:lnTo>
                    <a:pt x="206067" y="2287678"/>
                  </a:lnTo>
                  <a:lnTo>
                    <a:pt x="166707" y="2263567"/>
                  </a:lnTo>
                  <a:lnTo>
                    <a:pt x="130612" y="2235096"/>
                  </a:lnTo>
                  <a:lnTo>
                    <a:pt x="98147" y="2202631"/>
                  </a:lnTo>
                  <a:lnTo>
                    <a:pt x="69676" y="2166536"/>
                  </a:lnTo>
                  <a:lnTo>
                    <a:pt x="45565" y="2127176"/>
                  </a:lnTo>
                  <a:lnTo>
                    <a:pt x="26177" y="2084914"/>
                  </a:lnTo>
                  <a:lnTo>
                    <a:pt x="11877" y="2040116"/>
                  </a:lnTo>
                  <a:lnTo>
                    <a:pt x="3030" y="1993147"/>
                  </a:lnTo>
                  <a:lnTo>
                    <a:pt x="0" y="1944370"/>
                  </a:lnTo>
                  <a:lnTo>
                    <a:pt x="0" y="388874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19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20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A6C9EB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096761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20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19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1121664" y="0"/>
                  </a:moveTo>
                  <a:lnTo>
                    <a:pt x="1068859" y="1013"/>
                  </a:lnTo>
                  <a:lnTo>
                    <a:pt x="1016684" y="4024"/>
                  </a:lnTo>
                  <a:lnTo>
                    <a:pt x="965191" y="8988"/>
                  </a:lnTo>
                  <a:lnTo>
                    <a:pt x="914434" y="15860"/>
                  </a:lnTo>
                  <a:lnTo>
                    <a:pt x="864467" y="24595"/>
                  </a:lnTo>
                  <a:lnTo>
                    <a:pt x="815345" y="35148"/>
                  </a:lnTo>
                  <a:lnTo>
                    <a:pt x="767120" y="47475"/>
                  </a:lnTo>
                  <a:lnTo>
                    <a:pt x="719847" y="61531"/>
                  </a:lnTo>
                  <a:lnTo>
                    <a:pt x="673580" y="77272"/>
                  </a:lnTo>
                  <a:lnTo>
                    <a:pt x="628372" y="94652"/>
                  </a:lnTo>
                  <a:lnTo>
                    <a:pt x="584277" y="113627"/>
                  </a:lnTo>
                  <a:lnTo>
                    <a:pt x="541350" y="134152"/>
                  </a:lnTo>
                  <a:lnTo>
                    <a:pt x="499643" y="156182"/>
                  </a:lnTo>
                  <a:lnTo>
                    <a:pt x="459211" y="179673"/>
                  </a:lnTo>
                  <a:lnTo>
                    <a:pt x="420108" y="204580"/>
                  </a:lnTo>
                  <a:lnTo>
                    <a:pt x="382388" y="230858"/>
                  </a:lnTo>
                  <a:lnTo>
                    <a:pt x="346103" y="258462"/>
                  </a:lnTo>
                  <a:lnTo>
                    <a:pt x="311309" y="287348"/>
                  </a:lnTo>
                  <a:lnTo>
                    <a:pt x="278060" y="317471"/>
                  </a:lnTo>
                  <a:lnTo>
                    <a:pt x="246408" y="348787"/>
                  </a:lnTo>
                  <a:lnTo>
                    <a:pt x="216407" y="381249"/>
                  </a:lnTo>
                  <a:lnTo>
                    <a:pt x="188113" y="414815"/>
                  </a:lnTo>
                  <a:lnTo>
                    <a:pt x="161578" y="449438"/>
                  </a:lnTo>
                  <a:lnTo>
                    <a:pt x="136856" y="485075"/>
                  </a:lnTo>
                  <a:lnTo>
                    <a:pt x="114002" y="521681"/>
                  </a:lnTo>
                  <a:lnTo>
                    <a:pt x="93068" y="559210"/>
                  </a:lnTo>
                  <a:lnTo>
                    <a:pt x="74110" y="597618"/>
                  </a:lnTo>
                  <a:lnTo>
                    <a:pt x="57180" y="636861"/>
                  </a:lnTo>
                  <a:lnTo>
                    <a:pt x="42333" y="676893"/>
                  </a:lnTo>
                  <a:lnTo>
                    <a:pt x="29622" y="717670"/>
                  </a:lnTo>
                  <a:lnTo>
                    <a:pt x="19101" y="759147"/>
                  </a:lnTo>
                  <a:lnTo>
                    <a:pt x="10825" y="801280"/>
                  </a:lnTo>
                  <a:lnTo>
                    <a:pt x="4847" y="844024"/>
                  </a:lnTo>
                  <a:lnTo>
                    <a:pt x="1220" y="887333"/>
                  </a:lnTo>
                  <a:lnTo>
                    <a:pt x="0" y="931163"/>
                  </a:lnTo>
                  <a:lnTo>
                    <a:pt x="1220" y="974994"/>
                  </a:lnTo>
                  <a:lnTo>
                    <a:pt x="4847" y="1018303"/>
                  </a:lnTo>
                  <a:lnTo>
                    <a:pt x="10825" y="1061047"/>
                  </a:lnTo>
                  <a:lnTo>
                    <a:pt x="19101" y="1103180"/>
                  </a:lnTo>
                  <a:lnTo>
                    <a:pt x="29622" y="1144657"/>
                  </a:lnTo>
                  <a:lnTo>
                    <a:pt x="42333" y="1185434"/>
                  </a:lnTo>
                  <a:lnTo>
                    <a:pt x="57180" y="1225466"/>
                  </a:lnTo>
                  <a:lnTo>
                    <a:pt x="74110" y="1264709"/>
                  </a:lnTo>
                  <a:lnTo>
                    <a:pt x="93068" y="1303117"/>
                  </a:lnTo>
                  <a:lnTo>
                    <a:pt x="114002" y="1340646"/>
                  </a:lnTo>
                  <a:lnTo>
                    <a:pt x="136856" y="1377252"/>
                  </a:lnTo>
                  <a:lnTo>
                    <a:pt x="161578" y="1412889"/>
                  </a:lnTo>
                  <a:lnTo>
                    <a:pt x="188113" y="1447512"/>
                  </a:lnTo>
                  <a:lnTo>
                    <a:pt x="216408" y="1481078"/>
                  </a:lnTo>
                  <a:lnTo>
                    <a:pt x="246408" y="1513540"/>
                  </a:lnTo>
                  <a:lnTo>
                    <a:pt x="278060" y="1544856"/>
                  </a:lnTo>
                  <a:lnTo>
                    <a:pt x="311309" y="1574979"/>
                  </a:lnTo>
                  <a:lnTo>
                    <a:pt x="346103" y="1603865"/>
                  </a:lnTo>
                  <a:lnTo>
                    <a:pt x="382388" y="1631469"/>
                  </a:lnTo>
                  <a:lnTo>
                    <a:pt x="420108" y="1657747"/>
                  </a:lnTo>
                  <a:lnTo>
                    <a:pt x="459211" y="1682654"/>
                  </a:lnTo>
                  <a:lnTo>
                    <a:pt x="499643" y="1706145"/>
                  </a:lnTo>
                  <a:lnTo>
                    <a:pt x="541350" y="1728175"/>
                  </a:lnTo>
                  <a:lnTo>
                    <a:pt x="584277" y="1748700"/>
                  </a:lnTo>
                  <a:lnTo>
                    <a:pt x="628372" y="1767675"/>
                  </a:lnTo>
                  <a:lnTo>
                    <a:pt x="673580" y="1785055"/>
                  </a:lnTo>
                  <a:lnTo>
                    <a:pt x="719847" y="1800796"/>
                  </a:lnTo>
                  <a:lnTo>
                    <a:pt x="767120" y="1814852"/>
                  </a:lnTo>
                  <a:lnTo>
                    <a:pt x="815345" y="1827179"/>
                  </a:lnTo>
                  <a:lnTo>
                    <a:pt x="864467" y="1837732"/>
                  </a:lnTo>
                  <a:lnTo>
                    <a:pt x="914434" y="1846467"/>
                  </a:lnTo>
                  <a:lnTo>
                    <a:pt x="965191" y="1853339"/>
                  </a:lnTo>
                  <a:lnTo>
                    <a:pt x="1016684" y="1858303"/>
                  </a:lnTo>
                  <a:lnTo>
                    <a:pt x="1068859" y="1861314"/>
                  </a:lnTo>
                  <a:lnTo>
                    <a:pt x="1121664" y="1862327"/>
                  </a:lnTo>
                  <a:lnTo>
                    <a:pt x="1174468" y="1861314"/>
                  </a:lnTo>
                  <a:lnTo>
                    <a:pt x="1226643" y="1858303"/>
                  </a:lnTo>
                  <a:lnTo>
                    <a:pt x="1278136" y="1853339"/>
                  </a:lnTo>
                  <a:lnTo>
                    <a:pt x="1328893" y="1846467"/>
                  </a:lnTo>
                  <a:lnTo>
                    <a:pt x="1378860" y="1837732"/>
                  </a:lnTo>
                  <a:lnTo>
                    <a:pt x="1427982" y="1827179"/>
                  </a:lnTo>
                  <a:lnTo>
                    <a:pt x="1476207" y="1814852"/>
                  </a:lnTo>
                  <a:lnTo>
                    <a:pt x="1523480" y="1800796"/>
                  </a:lnTo>
                  <a:lnTo>
                    <a:pt x="1569747" y="1785055"/>
                  </a:lnTo>
                  <a:lnTo>
                    <a:pt x="1614955" y="1767675"/>
                  </a:lnTo>
                  <a:lnTo>
                    <a:pt x="1659050" y="1748700"/>
                  </a:lnTo>
                  <a:lnTo>
                    <a:pt x="1701977" y="1728175"/>
                  </a:lnTo>
                  <a:lnTo>
                    <a:pt x="1743684" y="1706145"/>
                  </a:lnTo>
                  <a:lnTo>
                    <a:pt x="1784116" y="1682654"/>
                  </a:lnTo>
                  <a:lnTo>
                    <a:pt x="1823219" y="1657747"/>
                  </a:lnTo>
                  <a:lnTo>
                    <a:pt x="1860939" y="1631469"/>
                  </a:lnTo>
                  <a:lnTo>
                    <a:pt x="1897224" y="1603865"/>
                  </a:lnTo>
                  <a:lnTo>
                    <a:pt x="1932018" y="1574979"/>
                  </a:lnTo>
                  <a:lnTo>
                    <a:pt x="1965267" y="1544856"/>
                  </a:lnTo>
                  <a:lnTo>
                    <a:pt x="1996919" y="1513540"/>
                  </a:lnTo>
                  <a:lnTo>
                    <a:pt x="2026920" y="1481078"/>
                  </a:lnTo>
                  <a:lnTo>
                    <a:pt x="2055214" y="1447512"/>
                  </a:lnTo>
                  <a:lnTo>
                    <a:pt x="2081749" y="1412889"/>
                  </a:lnTo>
                  <a:lnTo>
                    <a:pt x="2106471" y="1377252"/>
                  </a:lnTo>
                  <a:lnTo>
                    <a:pt x="2129325" y="1340646"/>
                  </a:lnTo>
                  <a:lnTo>
                    <a:pt x="2150259" y="1303117"/>
                  </a:lnTo>
                  <a:lnTo>
                    <a:pt x="2169217" y="1264709"/>
                  </a:lnTo>
                  <a:lnTo>
                    <a:pt x="2186147" y="1225466"/>
                  </a:lnTo>
                  <a:lnTo>
                    <a:pt x="2200994" y="1185434"/>
                  </a:lnTo>
                  <a:lnTo>
                    <a:pt x="2213705" y="1144657"/>
                  </a:lnTo>
                  <a:lnTo>
                    <a:pt x="2224226" y="1103180"/>
                  </a:lnTo>
                  <a:lnTo>
                    <a:pt x="2232502" y="1061047"/>
                  </a:lnTo>
                  <a:lnTo>
                    <a:pt x="2238480" y="1018303"/>
                  </a:lnTo>
                  <a:lnTo>
                    <a:pt x="2242107" y="974994"/>
                  </a:lnTo>
                  <a:lnTo>
                    <a:pt x="2243328" y="931163"/>
                  </a:lnTo>
                  <a:lnTo>
                    <a:pt x="2242107" y="887333"/>
                  </a:lnTo>
                  <a:lnTo>
                    <a:pt x="2238480" y="844024"/>
                  </a:lnTo>
                  <a:lnTo>
                    <a:pt x="2232502" y="801280"/>
                  </a:lnTo>
                  <a:lnTo>
                    <a:pt x="2224226" y="759147"/>
                  </a:lnTo>
                  <a:lnTo>
                    <a:pt x="2213705" y="717670"/>
                  </a:lnTo>
                  <a:lnTo>
                    <a:pt x="2200994" y="676893"/>
                  </a:lnTo>
                  <a:lnTo>
                    <a:pt x="2186147" y="636861"/>
                  </a:lnTo>
                  <a:lnTo>
                    <a:pt x="2169217" y="597618"/>
                  </a:lnTo>
                  <a:lnTo>
                    <a:pt x="2150259" y="559210"/>
                  </a:lnTo>
                  <a:lnTo>
                    <a:pt x="2129325" y="521681"/>
                  </a:lnTo>
                  <a:lnTo>
                    <a:pt x="2106471" y="485075"/>
                  </a:lnTo>
                  <a:lnTo>
                    <a:pt x="2081749" y="449438"/>
                  </a:lnTo>
                  <a:lnTo>
                    <a:pt x="2055214" y="414815"/>
                  </a:lnTo>
                  <a:lnTo>
                    <a:pt x="2026919" y="381249"/>
                  </a:lnTo>
                  <a:lnTo>
                    <a:pt x="1996919" y="348787"/>
                  </a:lnTo>
                  <a:lnTo>
                    <a:pt x="1965267" y="317471"/>
                  </a:lnTo>
                  <a:lnTo>
                    <a:pt x="1932018" y="287348"/>
                  </a:lnTo>
                  <a:lnTo>
                    <a:pt x="1897224" y="258462"/>
                  </a:lnTo>
                  <a:lnTo>
                    <a:pt x="1860939" y="230858"/>
                  </a:lnTo>
                  <a:lnTo>
                    <a:pt x="1823219" y="204580"/>
                  </a:lnTo>
                  <a:lnTo>
                    <a:pt x="1784116" y="179673"/>
                  </a:lnTo>
                  <a:lnTo>
                    <a:pt x="1743684" y="156182"/>
                  </a:lnTo>
                  <a:lnTo>
                    <a:pt x="1701977" y="134152"/>
                  </a:lnTo>
                  <a:lnTo>
                    <a:pt x="1659050" y="113627"/>
                  </a:lnTo>
                  <a:lnTo>
                    <a:pt x="1614955" y="94652"/>
                  </a:lnTo>
                  <a:lnTo>
                    <a:pt x="1569747" y="77272"/>
                  </a:lnTo>
                  <a:lnTo>
                    <a:pt x="1523480" y="61531"/>
                  </a:lnTo>
                  <a:lnTo>
                    <a:pt x="1476207" y="47475"/>
                  </a:lnTo>
                  <a:lnTo>
                    <a:pt x="1427982" y="35148"/>
                  </a:lnTo>
                  <a:lnTo>
                    <a:pt x="1378860" y="24595"/>
                  </a:lnTo>
                  <a:lnTo>
                    <a:pt x="1328893" y="15860"/>
                  </a:lnTo>
                  <a:lnTo>
                    <a:pt x="1278136" y="8988"/>
                  </a:lnTo>
                  <a:lnTo>
                    <a:pt x="1226643" y="4024"/>
                  </a:lnTo>
                  <a:lnTo>
                    <a:pt x="1174468" y="1013"/>
                  </a:lnTo>
                  <a:lnTo>
                    <a:pt x="1121664" y="0"/>
                  </a:lnTo>
                  <a:close/>
                </a:path>
              </a:pathLst>
            </a:custGeom>
            <a:solidFill>
              <a:srgbClr val="C00000">
                <a:alpha val="1215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739133" y="2135885"/>
              <a:ext cx="2243455" cy="1862455"/>
            </a:xfrm>
            <a:custGeom>
              <a:avLst/>
              <a:gdLst/>
              <a:ahLst/>
              <a:cxnLst/>
              <a:rect l="l" t="t" r="r" b="b"/>
              <a:pathLst>
                <a:path w="2243454" h="1862454">
                  <a:moveTo>
                    <a:pt x="0" y="931163"/>
                  </a:moveTo>
                  <a:lnTo>
                    <a:pt x="1220" y="887333"/>
                  </a:lnTo>
                  <a:lnTo>
                    <a:pt x="4847" y="844024"/>
                  </a:lnTo>
                  <a:lnTo>
                    <a:pt x="10825" y="801280"/>
                  </a:lnTo>
                  <a:lnTo>
                    <a:pt x="19101" y="759147"/>
                  </a:lnTo>
                  <a:lnTo>
                    <a:pt x="29622" y="717670"/>
                  </a:lnTo>
                  <a:lnTo>
                    <a:pt x="42333" y="676893"/>
                  </a:lnTo>
                  <a:lnTo>
                    <a:pt x="57180" y="636861"/>
                  </a:lnTo>
                  <a:lnTo>
                    <a:pt x="74110" y="597618"/>
                  </a:lnTo>
                  <a:lnTo>
                    <a:pt x="93068" y="559210"/>
                  </a:lnTo>
                  <a:lnTo>
                    <a:pt x="114002" y="521681"/>
                  </a:lnTo>
                  <a:lnTo>
                    <a:pt x="136856" y="485075"/>
                  </a:lnTo>
                  <a:lnTo>
                    <a:pt x="161578" y="449438"/>
                  </a:lnTo>
                  <a:lnTo>
                    <a:pt x="188113" y="414815"/>
                  </a:lnTo>
                  <a:lnTo>
                    <a:pt x="216407" y="381249"/>
                  </a:lnTo>
                  <a:lnTo>
                    <a:pt x="246408" y="348787"/>
                  </a:lnTo>
                  <a:lnTo>
                    <a:pt x="278060" y="317471"/>
                  </a:lnTo>
                  <a:lnTo>
                    <a:pt x="311309" y="287348"/>
                  </a:lnTo>
                  <a:lnTo>
                    <a:pt x="346103" y="258462"/>
                  </a:lnTo>
                  <a:lnTo>
                    <a:pt x="382388" y="230858"/>
                  </a:lnTo>
                  <a:lnTo>
                    <a:pt x="420108" y="204580"/>
                  </a:lnTo>
                  <a:lnTo>
                    <a:pt x="459211" y="179673"/>
                  </a:lnTo>
                  <a:lnTo>
                    <a:pt x="499643" y="156182"/>
                  </a:lnTo>
                  <a:lnTo>
                    <a:pt x="541350" y="134152"/>
                  </a:lnTo>
                  <a:lnTo>
                    <a:pt x="584277" y="113627"/>
                  </a:lnTo>
                  <a:lnTo>
                    <a:pt x="628372" y="94652"/>
                  </a:lnTo>
                  <a:lnTo>
                    <a:pt x="673580" y="77272"/>
                  </a:lnTo>
                  <a:lnTo>
                    <a:pt x="719847" y="61531"/>
                  </a:lnTo>
                  <a:lnTo>
                    <a:pt x="767120" y="47475"/>
                  </a:lnTo>
                  <a:lnTo>
                    <a:pt x="815345" y="35148"/>
                  </a:lnTo>
                  <a:lnTo>
                    <a:pt x="864467" y="24595"/>
                  </a:lnTo>
                  <a:lnTo>
                    <a:pt x="914434" y="15860"/>
                  </a:lnTo>
                  <a:lnTo>
                    <a:pt x="965191" y="8988"/>
                  </a:lnTo>
                  <a:lnTo>
                    <a:pt x="1016684" y="4024"/>
                  </a:lnTo>
                  <a:lnTo>
                    <a:pt x="1068859" y="1013"/>
                  </a:lnTo>
                  <a:lnTo>
                    <a:pt x="1121664" y="0"/>
                  </a:lnTo>
                  <a:lnTo>
                    <a:pt x="1174468" y="1013"/>
                  </a:lnTo>
                  <a:lnTo>
                    <a:pt x="1226643" y="4024"/>
                  </a:lnTo>
                  <a:lnTo>
                    <a:pt x="1278136" y="8988"/>
                  </a:lnTo>
                  <a:lnTo>
                    <a:pt x="1328893" y="15860"/>
                  </a:lnTo>
                  <a:lnTo>
                    <a:pt x="1378860" y="24595"/>
                  </a:lnTo>
                  <a:lnTo>
                    <a:pt x="1427982" y="35148"/>
                  </a:lnTo>
                  <a:lnTo>
                    <a:pt x="1476207" y="47475"/>
                  </a:lnTo>
                  <a:lnTo>
                    <a:pt x="1523480" y="61531"/>
                  </a:lnTo>
                  <a:lnTo>
                    <a:pt x="1569747" y="77272"/>
                  </a:lnTo>
                  <a:lnTo>
                    <a:pt x="1614955" y="94652"/>
                  </a:lnTo>
                  <a:lnTo>
                    <a:pt x="1659050" y="113627"/>
                  </a:lnTo>
                  <a:lnTo>
                    <a:pt x="1701977" y="134152"/>
                  </a:lnTo>
                  <a:lnTo>
                    <a:pt x="1743684" y="156182"/>
                  </a:lnTo>
                  <a:lnTo>
                    <a:pt x="1784116" y="179673"/>
                  </a:lnTo>
                  <a:lnTo>
                    <a:pt x="1823219" y="204580"/>
                  </a:lnTo>
                  <a:lnTo>
                    <a:pt x="1860939" y="230858"/>
                  </a:lnTo>
                  <a:lnTo>
                    <a:pt x="1897224" y="258462"/>
                  </a:lnTo>
                  <a:lnTo>
                    <a:pt x="1932018" y="287348"/>
                  </a:lnTo>
                  <a:lnTo>
                    <a:pt x="1965267" y="317471"/>
                  </a:lnTo>
                  <a:lnTo>
                    <a:pt x="1996919" y="348787"/>
                  </a:lnTo>
                  <a:lnTo>
                    <a:pt x="2026919" y="381249"/>
                  </a:lnTo>
                  <a:lnTo>
                    <a:pt x="2055214" y="414815"/>
                  </a:lnTo>
                  <a:lnTo>
                    <a:pt x="2081749" y="449438"/>
                  </a:lnTo>
                  <a:lnTo>
                    <a:pt x="2106471" y="485075"/>
                  </a:lnTo>
                  <a:lnTo>
                    <a:pt x="2129325" y="521681"/>
                  </a:lnTo>
                  <a:lnTo>
                    <a:pt x="2150259" y="559210"/>
                  </a:lnTo>
                  <a:lnTo>
                    <a:pt x="2169217" y="597618"/>
                  </a:lnTo>
                  <a:lnTo>
                    <a:pt x="2186147" y="636861"/>
                  </a:lnTo>
                  <a:lnTo>
                    <a:pt x="2200994" y="676893"/>
                  </a:lnTo>
                  <a:lnTo>
                    <a:pt x="2213705" y="717670"/>
                  </a:lnTo>
                  <a:lnTo>
                    <a:pt x="2224226" y="759147"/>
                  </a:lnTo>
                  <a:lnTo>
                    <a:pt x="2232502" y="801280"/>
                  </a:lnTo>
                  <a:lnTo>
                    <a:pt x="2238480" y="844024"/>
                  </a:lnTo>
                  <a:lnTo>
                    <a:pt x="2242107" y="887333"/>
                  </a:lnTo>
                  <a:lnTo>
                    <a:pt x="2243328" y="931163"/>
                  </a:lnTo>
                  <a:lnTo>
                    <a:pt x="2242107" y="974994"/>
                  </a:lnTo>
                  <a:lnTo>
                    <a:pt x="2238480" y="1018303"/>
                  </a:lnTo>
                  <a:lnTo>
                    <a:pt x="2232502" y="1061047"/>
                  </a:lnTo>
                  <a:lnTo>
                    <a:pt x="2224226" y="1103180"/>
                  </a:lnTo>
                  <a:lnTo>
                    <a:pt x="2213705" y="1144657"/>
                  </a:lnTo>
                  <a:lnTo>
                    <a:pt x="2200994" y="1185434"/>
                  </a:lnTo>
                  <a:lnTo>
                    <a:pt x="2186147" y="1225466"/>
                  </a:lnTo>
                  <a:lnTo>
                    <a:pt x="2169217" y="1264709"/>
                  </a:lnTo>
                  <a:lnTo>
                    <a:pt x="2150259" y="1303117"/>
                  </a:lnTo>
                  <a:lnTo>
                    <a:pt x="2129325" y="1340646"/>
                  </a:lnTo>
                  <a:lnTo>
                    <a:pt x="2106471" y="1377252"/>
                  </a:lnTo>
                  <a:lnTo>
                    <a:pt x="2081749" y="1412889"/>
                  </a:lnTo>
                  <a:lnTo>
                    <a:pt x="2055214" y="1447512"/>
                  </a:lnTo>
                  <a:lnTo>
                    <a:pt x="2026920" y="1481078"/>
                  </a:lnTo>
                  <a:lnTo>
                    <a:pt x="1996919" y="1513540"/>
                  </a:lnTo>
                  <a:lnTo>
                    <a:pt x="1965267" y="1544856"/>
                  </a:lnTo>
                  <a:lnTo>
                    <a:pt x="1932018" y="1574979"/>
                  </a:lnTo>
                  <a:lnTo>
                    <a:pt x="1897224" y="1603865"/>
                  </a:lnTo>
                  <a:lnTo>
                    <a:pt x="1860939" y="1631469"/>
                  </a:lnTo>
                  <a:lnTo>
                    <a:pt x="1823219" y="1657747"/>
                  </a:lnTo>
                  <a:lnTo>
                    <a:pt x="1784116" y="1682654"/>
                  </a:lnTo>
                  <a:lnTo>
                    <a:pt x="1743684" y="1706145"/>
                  </a:lnTo>
                  <a:lnTo>
                    <a:pt x="1701977" y="1728175"/>
                  </a:lnTo>
                  <a:lnTo>
                    <a:pt x="1659050" y="1748700"/>
                  </a:lnTo>
                  <a:lnTo>
                    <a:pt x="1614955" y="1767675"/>
                  </a:lnTo>
                  <a:lnTo>
                    <a:pt x="1569747" y="1785055"/>
                  </a:lnTo>
                  <a:lnTo>
                    <a:pt x="1523480" y="1800796"/>
                  </a:lnTo>
                  <a:lnTo>
                    <a:pt x="1476207" y="1814852"/>
                  </a:lnTo>
                  <a:lnTo>
                    <a:pt x="1427982" y="1827179"/>
                  </a:lnTo>
                  <a:lnTo>
                    <a:pt x="1378860" y="1837732"/>
                  </a:lnTo>
                  <a:lnTo>
                    <a:pt x="1328893" y="1846467"/>
                  </a:lnTo>
                  <a:lnTo>
                    <a:pt x="1278136" y="1853339"/>
                  </a:lnTo>
                  <a:lnTo>
                    <a:pt x="1226643" y="1858303"/>
                  </a:lnTo>
                  <a:lnTo>
                    <a:pt x="1174468" y="1861314"/>
                  </a:lnTo>
                  <a:lnTo>
                    <a:pt x="1121664" y="1862327"/>
                  </a:lnTo>
                  <a:lnTo>
                    <a:pt x="1068859" y="1861314"/>
                  </a:lnTo>
                  <a:lnTo>
                    <a:pt x="1016684" y="1858303"/>
                  </a:lnTo>
                  <a:lnTo>
                    <a:pt x="965191" y="1853339"/>
                  </a:lnTo>
                  <a:lnTo>
                    <a:pt x="914434" y="1846467"/>
                  </a:lnTo>
                  <a:lnTo>
                    <a:pt x="864467" y="1837732"/>
                  </a:lnTo>
                  <a:lnTo>
                    <a:pt x="815345" y="1827179"/>
                  </a:lnTo>
                  <a:lnTo>
                    <a:pt x="767120" y="1814852"/>
                  </a:lnTo>
                  <a:lnTo>
                    <a:pt x="719847" y="1800796"/>
                  </a:lnTo>
                  <a:lnTo>
                    <a:pt x="673580" y="1785055"/>
                  </a:lnTo>
                  <a:lnTo>
                    <a:pt x="628372" y="1767675"/>
                  </a:lnTo>
                  <a:lnTo>
                    <a:pt x="584277" y="1748700"/>
                  </a:lnTo>
                  <a:lnTo>
                    <a:pt x="541350" y="1728175"/>
                  </a:lnTo>
                  <a:lnTo>
                    <a:pt x="499643" y="1706145"/>
                  </a:lnTo>
                  <a:lnTo>
                    <a:pt x="459211" y="1682654"/>
                  </a:lnTo>
                  <a:lnTo>
                    <a:pt x="420108" y="1657747"/>
                  </a:lnTo>
                  <a:lnTo>
                    <a:pt x="382388" y="1631469"/>
                  </a:lnTo>
                  <a:lnTo>
                    <a:pt x="346103" y="1603865"/>
                  </a:lnTo>
                  <a:lnTo>
                    <a:pt x="311309" y="1574979"/>
                  </a:lnTo>
                  <a:lnTo>
                    <a:pt x="278060" y="1544856"/>
                  </a:lnTo>
                  <a:lnTo>
                    <a:pt x="246408" y="1513540"/>
                  </a:lnTo>
                  <a:lnTo>
                    <a:pt x="216408" y="1481078"/>
                  </a:lnTo>
                  <a:lnTo>
                    <a:pt x="188113" y="1447512"/>
                  </a:lnTo>
                  <a:lnTo>
                    <a:pt x="161578" y="1412889"/>
                  </a:lnTo>
                  <a:lnTo>
                    <a:pt x="136856" y="1377252"/>
                  </a:lnTo>
                  <a:lnTo>
                    <a:pt x="114002" y="1340646"/>
                  </a:lnTo>
                  <a:lnTo>
                    <a:pt x="93068" y="1303117"/>
                  </a:lnTo>
                  <a:lnTo>
                    <a:pt x="74110" y="1264709"/>
                  </a:lnTo>
                  <a:lnTo>
                    <a:pt x="57180" y="1225466"/>
                  </a:lnTo>
                  <a:lnTo>
                    <a:pt x="42333" y="1185434"/>
                  </a:lnTo>
                  <a:lnTo>
                    <a:pt x="29622" y="1144657"/>
                  </a:lnTo>
                  <a:lnTo>
                    <a:pt x="19101" y="1103180"/>
                  </a:lnTo>
                  <a:lnTo>
                    <a:pt x="10825" y="1061047"/>
                  </a:lnTo>
                  <a:lnTo>
                    <a:pt x="4847" y="1018303"/>
                  </a:lnTo>
                  <a:lnTo>
                    <a:pt x="1220" y="974994"/>
                  </a:lnTo>
                  <a:lnTo>
                    <a:pt x="0" y="931163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065270" y="2763773"/>
            <a:ext cx="400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09540" y="268605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0x60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98390" y="3156026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0x20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18557" y="3028645"/>
            <a:ext cx="5257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0x79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10806" y="3066034"/>
            <a:ext cx="650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onsolas"/>
                <a:cs typeface="Consolas"/>
              </a:rPr>
              <a:t>0x400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568185" y="2730500"/>
            <a:ext cx="5257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Consolas"/>
                <a:cs typeface="Consolas"/>
              </a:rPr>
              <a:t>0x80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13422" y="2512321"/>
            <a:ext cx="7424420" cy="2049145"/>
            <a:chOff x="713422" y="2512321"/>
            <a:chExt cx="7424420" cy="2049145"/>
          </a:xfrm>
        </p:grpSpPr>
        <p:sp>
          <p:nvSpPr>
            <p:cNvPr id="22" name="object 22"/>
            <p:cNvSpPr/>
            <p:nvPr/>
          </p:nvSpPr>
          <p:spPr>
            <a:xfrm>
              <a:off x="6409181" y="2902457"/>
              <a:ext cx="1513840" cy="335280"/>
            </a:xfrm>
            <a:custGeom>
              <a:avLst/>
              <a:gdLst/>
              <a:ahLst/>
              <a:cxnLst/>
              <a:rect l="l" t="t" r="r" b="b"/>
              <a:pathLst>
                <a:path w="1513840" h="335280">
                  <a:moveTo>
                    <a:pt x="0" y="0"/>
                  </a:moveTo>
                  <a:lnTo>
                    <a:pt x="808863" y="0"/>
                  </a:lnTo>
                </a:path>
                <a:path w="1513840" h="335280">
                  <a:moveTo>
                    <a:pt x="742188" y="335279"/>
                  </a:moveTo>
                  <a:lnTo>
                    <a:pt x="1513713" y="335279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83089" y="2531371"/>
              <a:ext cx="1835150" cy="1105535"/>
            </a:xfrm>
            <a:custGeom>
              <a:avLst/>
              <a:gdLst/>
              <a:ahLst/>
              <a:cxnLst/>
              <a:rect l="l" t="t" r="r" b="b"/>
              <a:pathLst>
                <a:path w="1835150" h="1105535">
                  <a:moveTo>
                    <a:pt x="14332" y="225417"/>
                  </a:moveTo>
                  <a:lnTo>
                    <a:pt x="42981" y="170133"/>
                  </a:lnTo>
                  <a:lnTo>
                    <a:pt x="85387" y="122382"/>
                  </a:lnTo>
                  <a:lnTo>
                    <a:pt x="140427" y="82288"/>
                  </a:lnTo>
                  <a:lnTo>
                    <a:pt x="206980" y="49979"/>
                  </a:lnTo>
                  <a:lnTo>
                    <a:pt x="244222" y="36782"/>
                  </a:lnTo>
                  <a:lnTo>
                    <a:pt x="283921" y="25578"/>
                  </a:lnTo>
                  <a:lnTo>
                    <a:pt x="325937" y="16383"/>
                  </a:lnTo>
                  <a:lnTo>
                    <a:pt x="370129" y="9212"/>
                  </a:lnTo>
                  <a:lnTo>
                    <a:pt x="416358" y="4080"/>
                  </a:lnTo>
                  <a:lnTo>
                    <a:pt x="464482" y="1004"/>
                  </a:lnTo>
                  <a:lnTo>
                    <a:pt x="514362" y="0"/>
                  </a:lnTo>
                  <a:lnTo>
                    <a:pt x="565857" y="1081"/>
                  </a:lnTo>
                  <a:lnTo>
                    <a:pt x="618827" y="4266"/>
                  </a:lnTo>
                  <a:lnTo>
                    <a:pt x="673131" y="9568"/>
                  </a:lnTo>
                  <a:lnTo>
                    <a:pt x="728630" y="17005"/>
                  </a:lnTo>
                  <a:lnTo>
                    <a:pt x="785183" y="26590"/>
                  </a:lnTo>
                  <a:lnTo>
                    <a:pt x="842649" y="38341"/>
                  </a:lnTo>
                  <a:lnTo>
                    <a:pt x="900889" y="52272"/>
                  </a:lnTo>
                  <a:lnTo>
                    <a:pt x="959762" y="68400"/>
                  </a:lnTo>
                  <a:lnTo>
                    <a:pt x="1019127" y="86740"/>
                  </a:lnTo>
                  <a:lnTo>
                    <a:pt x="1078846" y="107307"/>
                  </a:lnTo>
                  <a:lnTo>
                    <a:pt x="1137892" y="129784"/>
                  </a:lnTo>
                  <a:lnTo>
                    <a:pt x="1195239" y="153743"/>
                  </a:lnTo>
                  <a:lnTo>
                    <a:pt x="1250790" y="179082"/>
                  </a:lnTo>
                  <a:lnTo>
                    <a:pt x="1304448" y="205700"/>
                  </a:lnTo>
                  <a:lnTo>
                    <a:pt x="1356114" y="233495"/>
                  </a:lnTo>
                  <a:lnTo>
                    <a:pt x="1405691" y="262365"/>
                  </a:lnTo>
                  <a:lnTo>
                    <a:pt x="1453081" y="292209"/>
                  </a:lnTo>
                  <a:lnTo>
                    <a:pt x="1498186" y="322924"/>
                  </a:lnTo>
                  <a:lnTo>
                    <a:pt x="1540909" y="354410"/>
                  </a:lnTo>
                  <a:lnTo>
                    <a:pt x="1581152" y="386565"/>
                  </a:lnTo>
                  <a:lnTo>
                    <a:pt x="1618817" y="419287"/>
                  </a:lnTo>
                  <a:lnTo>
                    <a:pt x="1653807" y="452474"/>
                  </a:lnTo>
                  <a:lnTo>
                    <a:pt x="1686024" y="486024"/>
                  </a:lnTo>
                  <a:lnTo>
                    <a:pt x="1715371" y="519836"/>
                  </a:lnTo>
                  <a:lnTo>
                    <a:pt x="1741749" y="553809"/>
                  </a:lnTo>
                  <a:lnTo>
                    <a:pt x="1765061" y="587840"/>
                  </a:lnTo>
                  <a:lnTo>
                    <a:pt x="1785209" y="621828"/>
                  </a:lnTo>
                  <a:lnTo>
                    <a:pt x="1815624" y="689267"/>
                  </a:lnTo>
                  <a:lnTo>
                    <a:pt x="1832211" y="755314"/>
                  </a:lnTo>
                  <a:lnTo>
                    <a:pt x="1835076" y="787561"/>
                  </a:lnTo>
                  <a:lnTo>
                    <a:pt x="1834191" y="819155"/>
                  </a:lnTo>
                  <a:lnTo>
                    <a:pt x="1820780" y="879975"/>
                  </a:lnTo>
                  <a:lnTo>
                    <a:pt x="1792130" y="935286"/>
                  </a:lnTo>
                  <a:lnTo>
                    <a:pt x="1749723" y="983054"/>
                  </a:lnTo>
                  <a:lnTo>
                    <a:pt x="1694682" y="1023157"/>
                  </a:lnTo>
                  <a:lnTo>
                    <a:pt x="1628127" y="1055470"/>
                  </a:lnTo>
                  <a:lnTo>
                    <a:pt x="1590883" y="1068667"/>
                  </a:lnTo>
                  <a:lnTo>
                    <a:pt x="1551182" y="1079869"/>
                  </a:lnTo>
                  <a:lnTo>
                    <a:pt x="1509163" y="1089062"/>
                  </a:lnTo>
                  <a:lnTo>
                    <a:pt x="1464968" y="1096231"/>
                  </a:lnTo>
                  <a:lnTo>
                    <a:pt x="1418735" y="1101358"/>
                  </a:lnTo>
                  <a:lnTo>
                    <a:pt x="1370607" y="1104430"/>
                  </a:lnTo>
                  <a:lnTo>
                    <a:pt x="1320722" y="1105430"/>
                  </a:lnTo>
                  <a:lnTo>
                    <a:pt x="1269221" y="1104343"/>
                  </a:lnTo>
                  <a:lnTo>
                    <a:pt x="1216244" y="1101153"/>
                  </a:lnTo>
                  <a:lnTo>
                    <a:pt x="1161932" y="1095846"/>
                  </a:lnTo>
                  <a:lnTo>
                    <a:pt x="1106425" y="1088405"/>
                  </a:lnTo>
                  <a:lnTo>
                    <a:pt x="1049863" y="1078815"/>
                  </a:lnTo>
                  <a:lnTo>
                    <a:pt x="992386" y="1067060"/>
                  </a:lnTo>
                  <a:lnTo>
                    <a:pt x="934135" y="1053125"/>
                  </a:lnTo>
                  <a:lnTo>
                    <a:pt x="875250" y="1036995"/>
                  </a:lnTo>
                  <a:lnTo>
                    <a:pt x="815871" y="1018653"/>
                  </a:lnTo>
                  <a:lnTo>
                    <a:pt x="756139" y="998085"/>
                  </a:lnTo>
                  <a:lnTo>
                    <a:pt x="697107" y="975623"/>
                  </a:lnTo>
                  <a:lnTo>
                    <a:pt x="639771" y="951676"/>
                  </a:lnTo>
                  <a:lnTo>
                    <a:pt x="584229" y="926346"/>
                  </a:lnTo>
                  <a:lnTo>
                    <a:pt x="530580" y="899736"/>
                  </a:lnTo>
                  <a:lnTo>
                    <a:pt x="478920" y="871947"/>
                  </a:lnTo>
                  <a:lnTo>
                    <a:pt x="429348" y="843081"/>
                  </a:lnTo>
                  <a:lnTo>
                    <a:pt x="381962" y="813240"/>
                  </a:lnTo>
                  <a:lnTo>
                    <a:pt x="336859" y="782525"/>
                  </a:lnTo>
                  <a:lnTo>
                    <a:pt x="294137" y="751039"/>
                  </a:lnTo>
                  <a:lnTo>
                    <a:pt x="253895" y="718882"/>
                  </a:lnTo>
                  <a:lnTo>
                    <a:pt x="216230" y="686159"/>
                  </a:lnTo>
                  <a:lnTo>
                    <a:pt x="181240" y="652969"/>
                  </a:lnTo>
                  <a:lnTo>
                    <a:pt x="149023" y="619414"/>
                  </a:lnTo>
                  <a:lnTo>
                    <a:pt x="119677" y="585598"/>
                  </a:lnTo>
                  <a:lnTo>
                    <a:pt x="93299" y="551620"/>
                  </a:lnTo>
                  <a:lnTo>
                    <a:pt x="69988" y="517584"/>
                  </a:lnTo>
                  <a:lnTo>
                    <a:pt x="49841" y="483591"/>
                  </a:lnTo>
                  <a:lnTo>
                    <a:pt x="19433" y="416142"/>
                  </a:lnTo>
                  <a:lnTo>
                    <a:pt x="2856" y="350087"/>
                  </a:lnTo>
                  <a:lnTo>
                    <a:pt x="0" y="317837"/>
                  </a:lnTo>
                  <a:lnTo>
                    <a:pt x="895" y="286240"/>
                  </a:lnTo>
                  <a:lnTo>
                    <a:pt x="5639" y="255400"/>
                  </a:lnTo>
                  <a:lnTo>
                    <a:pt x="14332" y="225417"/>
                  </a:lnTo>
                  <a:close/>
                </a:path>
              </a:pathLst>
            </a:custGeom>
            <a:ln w="38100">
              <a:solidFill>
                <a:srgbClr val="0017C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727709" y="3245103"/>
              <a:ext cx="5894070" cy="1301750"/>
            </a:xfrm>
            <a:custGeom>
              <a:avLst/>
              <a:gdLst/>
              <a:ahLst/>
              <a:cxnLst/>
              <a:rect l="l" t="t" r="r" b="b"/>
              <a:pathLst>
                <a:path w="5894070" h="1301750">
                  <a:moveTo>
                    <a:pt x="4969256" y="484886"/>
                  </a:moveTo>
                  <a:lnTo>
                    <a:pt x="136144" y="484886"/>
                  </a:lnTo>
                  <a:lnTo>
                    <a:pt x="93114" y="491827"/>
                  </a:lnTo>
                  <a:lnTo>
                    <a:pt x="55741" y="511155"/>
                  </a:lnTo>
                  <a:lnTo>
                    <a:pt x="26269" y="540627"/>
                  </a:lnTo>
                  <a:lnTo>
                    <a:pt x="6941" y="578000"/>
                  </a:lnTo>
                  <a:lnTo>
                    <a:pt x="0" y="621030"/>
                  </a:lnTo>
                  <a:lnTo>
                    <a:pt x="0" y="1165606"/>
                  </a:lnTo>
                  <a:lnTo>
                    <a:pt x="6941" y="1208635"/>
                  </a:lnTo>
                  <a:lnTo>
                    <a:pt x="26269" y="1246008"/>
                  </a:lnTo>
                  <a:lnTo>
                    <a:pt x="55741" y="1275480"/>
                  </a:lnTo>
                  <a:lnTo>
                    <a:pt x="93114" y="1294808"/>
                  </a:lnTo>
                  <a:lnTo>
                    <a:pt x="136144" y="1301750"/>
                  </a:lnTo>
                  <a:lnTo>
                    <a:pt x="4969256" y="1301750"/>
                  </a:lnTo>
                  <a:lnTo>
                    <a:pt x="5012285" y="1294808"/>
                  </a:lnTo>
                  <a:lnTo>
                    <a:pt x="5049658" y="1275480"/>
                  </a:lnTo>
                  <a:lnTo>
                    <a:pt x="5079130" y="1246008"/>
                  </a:lnTo>
                  <a:lnTo>
                    <a:pt x="5098458" y="1208635"/>
                  </a:lnTo>
                  <a:lnTo>
                    <a:pt x="5105400" y="1165606"/>
                  </a:lnTo>
                  <a:lnTo>
                    <a:pt x="5105400" y="621030"/>
                  </a:lnTo>
                  <a:lnTo>
                    <a:pt x="5098458" y="578000"/>
                  </a:lnTo>
                  <a:lnTo>
                    <a:pt x="5079130" y="540627"/>
                  </a:lnTo>
                  <a:lnTo>
                    <a:pt x="5049658" y="511155"/>
                  </a:lnTo>
                  <a:lnTo>
                    <a:pt x="5012285" y="491827"/>
                  </a:lnTo>
                  <a:lnTo>
                    <a:pt x="4969256" y="484886"/>
                  </a:lnTo>
                  <a:close/>
                </a:path>
                <a:path w="5894070" h="1301750">
                  <a:moveTo>
                    <a:pt x="5893562" y="0"/>
                  </a:moveTo>
                  <a:lnTo>
                    <a:pt x="2978150" y="484886"/>
                  </a:lnTo>
                  <a:lnTo>
                    <a:pt x="4254500" y="484886"/>
                  </a:lnTo>
                  <a:lnTo>
                    <a:pt x="589356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727709" y="3245103"/>
              <a:ext cx="5894070" cy="1301750"/>
            </a:xfrm>
            <a:custGeom>
              <a:avLst/>
              <a:gdLst/>
              <a:ahLst/>
              <a:cxnLst/>
              <a:rect l="l" t="t" r="r" b="b"/>
              <a:pathLst>
                <a:path w="5894070" h="1301750">
                  <a:moveTo>
                    <a:pt x="0" y="621030"/>
                  </a:moveTo>
                  <a:lnTo>
                    <a:pt x="6941" y="578000"/>
                  </a:lnTo>
                  <a:lnTo>
                    <a:pt x="26269" y="540627"/>
                  </a:lnTo>
                  <a:lnTo>
                    <a:pt x="55741" y="511155"/>
                  </a:lnTo>
                  <a:lnTo>
                    <a:pt x="93114" y="491827"/>
                  </a:lnTo>
                  <a:lnTo>
                    <a:pt x="136144" y="484886"/>
                  </a:lnTo>
                  <a:lnTo>
                    <a:pt x="2978150" y="484886"/>
                  </a:lnTo>
                  <a:lnTo>
                    <a:pt x="5893562" y="0"/>
                  </a:lnTo>
                  <a:lnTo>
                    <a:pt x="4254500" y="484886"/>
                  </a:lnTo>
                  <a:lnTo>
                    <a:pt x="4969256" y="484886"/>
                  </a:lnTo>
                  <a:lnTo>
                    <a:pt x="5012285" y="491827"/>
                  </a:lnTo>
                  <a:lnTo>
                    <a:pt x="5049658" y="511155"/>
                  </a:lnTo>
                  <a:lnTo>
                    <a:pt x="5079130" y="540627"/>
                  </a:lnTo>
                  <a:lnTo>
                    <a:pt x="5098458" y="578000"/>
                  </a:lnTo>
                  <a:lnTo>
                    <a:pt x="5105400" y="621030"/>
                  </a:lnTo>
                  <a:lnTo>
                    <a:pt x="5105400" y="825246"/>
                  </a:lnTo>
                  <a:lnTo>
                    <a:pt x="5105400" y="1165606"/>
                  </a:lnTo>
                  <a:lnTo>
                    <a:pt x="5098458" y="1208635"/>
                  </a:lnTo>
                  <a:lnTo>
                    <a:pt x="5079130" y="1246008"/>
                  </a:lnTo>
                  <a:lnTo>
                    <a:pt x="5049658" y="1275480"/>
                  </a:lnTo>
                  <a:lnTo>
                    <a:pt x="5012285" y="1294808"/>
                  </a:lnTo>
                  <a:lnTo>
                    <a:pt x="4969256" y="1301750"/>
                  </a:lnTo>
                  <a:lnTo>
                    <a:pt x="4254500" y="1301750"/>
                  </a:lnTo>
                  <a:lnTo>
                    <a:pt x="2978150" y="1301750"/>
                  </a:lnTo>
                  <a:lnTo>
                    <a:pt x="136144" y="1301750"/>
                  </a:lnTo>
                  <a:lnTo>
                    <a:pt x="93114" y="1294808"/>
                  </a:lnTo>
                  <a:lnTo>
                    <a:pt x="55741" y="1275480"/>
                  </a:lnTo>
                  <a:lnTo>
                    <a:pt x="26269" y="1246008"/>
                  </a:lnTo>
                  <a:lnTo>
                    <a:pt x="6941" y="1208635"/>
                  </a:lnTo>
                  <a:lnTo>
                    <a:pt x="0" y="1165606"/>
                  </a:lnTo>
                  <a:lnTo>
                    <a:pt x="0" y="825246"/>
                  </a:lnTo>
                  <a:lnTo>
                    <a:pt x="0" y="621030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916939" y="1196086"/>
            <a:ext cx="8001634" cy="9429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80">
                <a:latin typeface="Tahoma"/>
                <a:cs typeface="Tahoma"/>
              </a:rPr>
              <a:t>Our</a:t>
            </a:r>
            <a:r>
              <a:rPr dirty="0" sz="2000" spc="2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synthesized</a:t>
            </a:r>
            <a:r>
              <a:rPr dirty="0" sz="2000" spc="-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crashing </a:t>
            </a:r>
            <a:r>
              <a:rPr dirty="0" sz="2000" spc="70">
                <a:latin typeface="Tahoma"/>
                <a:cs typeface="Tahoma"/>
              </a:rPr>
              <a:t>condition</a:t>
            </a:r>
            <a:r>
              <a:rPr dirty="0" sz="2000" spc="30"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will</a:t>
            </a:r>
            <a:r>
              <a:rPr dirty="0" u="sng" sz="2000" spc="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8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not</a:t>
            </a:r>
            <a:r>
              <a:rPr dirty="0" u="sng" sz="20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contain</a:t>
            </a:r>
            <a:r>
              <a:rPr dirty="0" u="sng" sz="2000" spc="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2000" spc="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root</a:t>
            </a:r>
            <a:r>
              <a:rPr dirty="0" u="sng" sz="2000" spc="2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cause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000">
              <a:latin typeface="Tahoma"/>
              <a:cs typeface="Tahoma"/>
            </a:endParaRPr>
          </a:p>
          <a:p>
            <a:pPr marL="3632835">
              <a:lnSpc>
                <a:spcPct val="100000"/>
              </a:lnSpc>
              <a:spcBef>
                <a:spcPts val="5"/>
              </a:spcBef>
              <a:tabLst>
                <a:tab pos="5744845" algn="l"/>
              </a:tabLst>
            </a:pPr>
            <a:r>
              <a:rPr dirty="0" sz="1800" spc="-10" b="1">
                <a:latin typeface="Consolas"/>
                <a:cs typeface="Consolas"/>
              </a:rPr>
              <a:t>Crash</a:t>
            </a:r>
            <a:r>
              <a:rPr dirty="0" sz="1800" b="1">
                <a:latin typeface="Consolas"/>
                <a:cs typeface="Consolas"/>
              </a:rPr>
              <a:t>	</a:t>
            </a:r>
            <a:r>
              <a:rPr dirty="0" sz="1800" spc="-10" b="1">
                <a:latin typeface="Consolas"/>
                <a:cs typeface="Consolas"/>
              </a:rPr>
              <a:t>Non-</a:t>
            </a:r>
            <a:r>
              <a:rPr dirty="0" sz="1800" spc="-20" b="1">
                <a:latin typeface="Consolas"/>
                <a:cs typeface="Consolas"/>
              </a:rPr>
              <a:t>Crash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68061" y="5030458"/>
            <a:ext cx="205549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989"/>
              </a:lnSpc>
            </a:pPr>
            <a:r>
              <a:rPr dirty="0" sz="1800" spc="-60" b="1">
                <a:latin typeface="Arial"/>
                <a:cs typeface="Arial"/>
              </a:rPr>
              <a:t>Crashing</a:t>
            </a:r>
            <a:r>
              <a:rPr dirty="0" sz="1800" spc="-6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Condition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148077" y="5181969"/>
            <a:ext cx="2104390" cy="5283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1989"/>
              </a:lnSpc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18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root</a:t>
            </a:r>
            <a:r>
              <a:rPr dirty="0" sz="1800" spc="-5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cause</a:t>
            </a:r>
            <a:r>
              <a:rPr dirty="0" sz="18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𝒑</a:t>
            </a:r>
            <a:r>
              <a:rPr dirty="0" baseline="-14957" sz="1950">
                <a:solidFill>
                  <a:srgbClr val="C00000"/>
                </a:solidFill>
                <a:latin typeface="Cambria Math"/>
                <a:cs typeface="Cambria Math"/>
              </a:rPr>
              <a:t>𝟏</a:t>
            </a:r>
            <a:r>
              <a:rPr dirty="0" baseline="-14957" sz="1950" spc="3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 spc="-45" b="1">
                <a:solidFill>
                  <a:srgbClr val="C00000"/>
                </a:solidFill>
                <a:latin typeface="Arial"/>
                <a:cs typeface="Arial"/>
              </a:rPr>
              <a:t>is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dirty="0" sz="1800" spc="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extracted!!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21885" y="5470842"/>
            <a:ext cx="243204" cy="83693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60"/>
              </a:lnSpc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1</a:t>
            </a:r>
            <a:endParaRPr baseline="-1495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2</a:t>
            </a:r>
            <a:endParaRPr baseline="-14957" sz="19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</a:pPr>
            <a:r>
              <a:rPr dirty="0" sz="1800" spc="-25">
                <a:latin typeface="Cambria Math"/>
                <a:cs typeface="Cambria Math"/>
              </a:rPr>
              <a:t>𝑝</a:t>
            </a:r>
            <a:r>
              <a:rPr dirty="0" baseline="-14957" sz="1950" spc="-37">
                <a:latin typeface="Cambria Math"/>
                <a:cs typeface="Cambria Math"/>
              </a:rPr>
              <a:t>3</a:t>
            </a:r>
            <a:endParaRPr baseline="-14957" sz="19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68088" y="5478879"/>
            <a:ext cx="281305" cy="802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95"/>
              </a:lnSpc>
            </a:pPr>
            <a:r>
              <a:rPr dirty="0" sz="1800" spc="-25">
                <a:latin typeface="Consolas"/>
                <a:cs typeface="Consolas"/>
              </a:rPr>
              <a:t>:=</a:t>
            </a:r>
            <a:endParaRPr sz="1800">
              <a:latin typeface="Consolas"/>
              <a:cs typeface="Consolas"/>
            </a:endParaRPr>
          </a:p>
          <a:p>
            <a:pPr marL="171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:=</a:t>
            </a:r>
            <a:endParaRPr sz="1800">
              <a:latin typeface="Consolas"/>
              <a:cs typeface="Consolas"/>
            </a:endParaRPr>
          </a:p>
          <a:p>
            <a:pPr marL="17145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:=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42991" y="5478879"/>
            <a:ext cx="2282825" cy="8026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795"/>
              </a:lnSpc>
            </a:pPr>
            <a:r>
              <a:rPr dirty="0" sz="1800">
                <a:latin typeface="Consolas"/>
                <a:cs typeface="Consolas"/>
              </a:rPr>
              <a:t>colorsTotal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&lt;</a:t>
            </a:r>
            <a:r>
              <a:rPr dirty="0" sz="1800" spc="-20">
                <a:latin typeface="Consolas"/>
                <a:cs typeface="Consolas"/>
              </a:rPr>
              <a:t> 0x80</a:t>
            </a:r>
            <a:endParaRPr sz="1800">
              <a:latin typeface="Consolas"/>
              <a:cs typeface="Consolas"/>
            </a:endParaRPr>
          </a:p>
          <a:p>
            <a:pPr marL="17145" marR="1254125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sx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 </a:t>
            </a:r>
            <a:r>
              <a:rPr dirty="0" sz="1800">
                <a:latin typeface="Consolas"/>
                <a:cs typeface="Consolas"/>
              </a:rPr>
              <a:t>sy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&gt;</a:t>
            </a:r>
            <a:r>
              <a:rPr dirty="0" sz="1800" spc="-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45</a:t>
            </a:fld>
          </a:p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80"/>
              <a:t>What</a:t>
            </a:r>
            <a:r>
              <a:rPr dirty="0" spc="-105"/>
              <a:t> </a:t>
            </a:r>
            <a:r>
              <a:rPr dirty="0" spc="95"/>
              <a:t>if</a:t>
            </a:r>
            <a:r>
              <a:rPr dirty="0" spc="-90"/>
              <a:t> </a:t>
            </a:r>
            <a:r>
              <a:rPr dirty="0" spc="100"/>
              <a:t>the</a:t>
            </a:r>
            <a:r>
              <a:rPr dirty="0" spc="-95"/>
              <a:t> </a:t>
            </a:r>
            <a:r>
              <a:rPr dirty="0" spc="70"/>
              <a:t>behaviors</a:t>
            </a:r>
            <a:r>
              <a:rPr dirty="0" spc="-100"/>
              <a:t> </a:t>
            </a:r>
            <a:r>
              <a:rPr dirty="0" spc="100"/>
              <a:t>was</a:t>
            </a:r>
            <a:r>
              <a:rPr dirty="0" spc="-110"/>
              <a:t> </a:t>
            </a:r>
            <a:r>
              <a:rPr dirty="0" spc="160"/>
              <a:t>not</a:t>
            </a:r>
            <a:r>
              <a:rPr dirty="0" spc="-90"/>
              <a:t> </a:t>
            </a:r>
            <a:r>
              <a:rPr dirty="0" spc="140"/>
              <a:t>enough</a:t>
            </a:r>
          </a:p>
        </p:txBody>
      </p:sp>
      <p:sp>
        <p:nvSpPr>
          <p:cNvPr id="28" name="object 28"/>
          <p:cNvSpPr txBox="1"/>
          <p:nvPr/>
        </p:nvSpPr>
        <p:spPr>
          <a:xfrm>
            <a:off x="1466850" y="3967734"/>
            <a:ext cx="362521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85" b="1">
                <a:latin typeface="Arial"/>
                <a:cs typeface="Arial"/>
              </a:rPr>
              <a:t>These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70" b="1">
                <a:latin typeface="Arial"/>
                <a:cs typeface="Arial"/>
              </a:rPr>
              <a:t>behaviors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are</a:t>
            </a:r>
            <a:r>
              <a:rPr dirty="0" sz="2000" spc="-65" b="1">
                <a:latin typeface="Arial"/>
                <a:cs typeface="Arial"/>
              </a:rPr>
              <a:t> </a:t>
            </a:r>
            <a:r>
              <a:rPr dirty="0" sz="2000" spc="-20" b="1">
                <a:latin typeface="Arial"/>
                <a:cs typeface="Arial"/>
              </a:rPr>
              <a:t>essential!!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Behavior</a:t>
            </a:r>
            <a:r>
              <a:rPr dirty="0" spc="-110"/>
              <a:t> </a:t>
            </a:r>
            <a:r>
              <a:rPr dirty="0" spc="60"/>
              <a:t>Dataset</a:t>
            </a:r>
            <a:r>
              <a:rPr dirty="0" spc="-100"/>
              <a:t> </a:t>
            </a:r>
            <a:r>
              <a:rPr dirty="0" spc="8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15338"/>
            <a:ext cx="74688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Behaviors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with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following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two</a:t>
            </a:r>
            <a:r>
              <a:rPr dirty="0" u="sng" sz="20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conditions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same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time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Behavior</a:t>
            </a:r>
            <a:r>
              <a:rPr dirty="0" spc="-110"/>
              <a:t> </a:t>
            </a:r>
            <a:r>
              <a:rPr dirty="0" spc="60"/>
              <a:t>Dataset</a:t>
            </a:r>
            <a:r>
              <a:rPr dirty="0" spc="-100"/>
              <a:t> </a:t>
            </a:r>
            <a:r>
              <a:rPr dirty="0" spc="8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15338"/>
            <a:ext cx="8490585" cy="12496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Behaviors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with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following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two</a:t>
            </a:r>
            <a:r>
              <a:rPr dirty="0" u="sng" sz="20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conditions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same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time</a:t>
            </a:r>
            <a:endParaRPr sz="20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1595"/>
              </a:spcBef>
            </a:pPr>
            <a:r>
              <a:rPr dirty="0" sz="2000" spc="-670">
                <a:latin typeface="Calibri"/>
                <a:cs typeface="Calibri"/>
              </a:rPr>
              <a:t>①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 spc="80">
                <a:latin typeface="Tahoma"/>
                <a:cs typeface="Tahoma"/>
              </a:rPr>
              <a:t>Non-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125">
                <a:latin typeface="Tahoma"/>
                <a:cs typeface="Tahoma"/>
              </a:rPr>
              <a:t>We</a:t>
            </a:r>
            <a:r>
              <a:rPr dirty="0" sz="1800" spc="7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should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observe</a:t>
            </a:r>
            <a:r>
              <a:rPr dirty="0" sz="1800" spc="50">
                <a:latin typeface="Tahoma"/>
                <a:cs typeface="Tahoma"/>
              </a:rPr>
              <a:t> the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behavioral</a:t>
            </a:r>
            <a:r>
              <a:rPr dirty="0" sz="1800" spc="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differences</a:t>
            </a:r>
            <a:r>
              <a:rPr dirty="0" sz="1800" spc="60">
                <a:latin typeface="Tahoma"/>
                <a:cs typeface="Tahoma"/>
              </a:rPr>
              <a:t> comparing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75">
                <a:latin typeface="Tahoma"/>
                <a:cs typeface="Tahoma"/>
              </a:rPr>
              <a:t>to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crashing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ones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Behavior</a:t>
            </a:r>
            <a:r>
              <a:rPr dirty="0" spc="-110"/>
              <a:t> </a:t>
            </a:r>
            <a:r>
              <a:rPr dirty="0" spc="60"/>
              <a:t>Dataset</a:t>
            </a:r>
            <a:r>
              <a:rPr dirty="0" spc="-100"/>
              <a:t> </a:t>
            </a:r>
            <a:r>
              <a:rPr dirty="0" spc="8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15338"/>
            <a:ext cx="8490585" cy="2569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Behaviors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with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following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two</a:t>
            </a:r>
            <a:r>
              <a:rPr dirty="0" u="sng" sz="20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conditions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same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time</a:t>
            </a:r>
            <a:endParaRPr sz="20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1595"/>
              </a:spcBef>
            </a:pPr>
            <a:r>
              <a:rPr dirty="0" sz="2000" spc="-670">
                <a:latin typeface="Calibri"/>
                <a:cs typeface="Calibri"/>
              </a:rPr>
              <a:t>①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 spc="80">
                <a:latin typeface="Tahoma"/>
                <a:cs typeface="Tahoma"/>
              </a:rPr>
              <a:t>Non-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125">
                <a:latin typeface="Tahoma"/>
                <a:cs typeface="Tahoma"/>
              </a:rPr>
              <a:t>We</a:t>
            </a:r>
            <a:r>
              <a:rPr dirty="0" sz="1800" spc="7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should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observe</a:t>
            </a:r>
            <a:r>
              <a:rPr dirty="0" sz="1800" spc="50">
                <a:latin typeface="Tahoma"/>
                <a:cs typeface="Tahoma"/>
              </a:rPr>
              <a:t> the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behavioral</a:t>
            </a:r>
            <a:r>
              <a:rPr dirty="0" sz="1800" spc="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differences</a:t>
            </a:r>
            <a:r>
              <a:rPr dirty="0" sz="1800" spc="60">
                <a:latin typeface="Tahoma"/>
                <a:cs typeface="Tahoma"/>
              </a:rPr>
              <a:t> comparing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75">
                <a:latin typeface="Tahoma"/>
                <a:cs typeface="Tahoma"/>
              </a:rPr>
              <a:t>to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crashing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ones</a:t>
            </a:r>
            <a:endParaRPr sz="1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425"/>
              </a:spcBef>
              <a:buFont typeface="Arial MT"/>
              <a:buChar char="•"/>
            </a:pPr>
            <a:endParaRPr sz="18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</a:pPr>
            <a:r>
              <a:rPr dirty="0" sz="2000" spc="-670">
                <a:latin typeface="Calibri"/>
                <a:cs typeface="Calibri"/>
              </a:rPr>
              <a:t>②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Tahoma"/>
                <a:cs typeface="Tahoma"/>
              </a:rPr>
              <a:t>Similar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behaviors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with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original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crash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-85">
                <a:latin typeface="Tahoma"/>
                <a:cs typeface="Tahoma"/>
              </a:rPr>
              <a:t>If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60">
                <a:latin typeface="Tahoma"/>
                <a:cs typeface="Tahoma"/>
              </a:rPr>
              <a:t>not,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observed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differences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would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85">
                <a:latin typeface="Tahoma"/>
                <a:cs typeface="Tahoma"/>
              </a:rPr>
              <a:t>not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be</a:t>
            </a:r>
            <a:r>
              <a:rPr dirty="0" sz="1800">
                <a:latin typeface="Tahoma"/>
                <a:cs typeface="Tahoma"/>
              </a:rPr>
              <a:t> relevant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75">
                <a:latin typeface="Tahoma"/>
                <a:cs typeface="Tahoma"/>
              </a:rPr>
              <a:t>to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root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cause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47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Behavior</a:t>
            </a:r>
            <a:r>
              <a:rPr dirty="0" spc="-110"/>
              <a:t> </a:t>
            </a:r>
            <a:r>
              <a:rPr dirty="0" spc="60"/>
              <a:t>Dataset</a:t>
            </a:r>
            <a:r>
              <a:rPr dirty="0" spc="-100"/>
              <a:t> </a:t>
            </a:r>
            <a:r>
              <a:rPr dirty="0" spc="80"/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15338"/>
            <a:ext cx="8490585" cy="2569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Behaviors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with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85">
                <a:latin typeface="Tahoma"/>
                <a:cs typeface="Tahoma"/>
              </a:rPr>
              <a:t>following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u="sng" sz="2000" spc="12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two</a:t>
            </a:r>
            <a:r>
              <a:rPr dirty="0" u="sng" sz="20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6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conditions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at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the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same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time</a:t>
            </a:r>
            <a:endParaRPr sz="20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  <a:spcBef>
                <a:spcPts val="1595"/>
              </a:spcBef>
            </a:pPr>
            <a:r>
              <a:rPr dirty="0" sz="2000" spc="-670">
                <a:latin typeface="Calibri"/>
                <a:cs typeface="Calibri"/>
              </a:rPr>
              <a:t>①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 spc="80">
                <a:latin typeface="Tahoma"/>
                <a:cs typeface="Tahoma"/>
              </a:rPr>
              <a:t>Non-</a:t>
            </a:r>
            <a:r>
              <a:rPr dirty="0" sz="2000">
                <a:latin typeface="Tahoma"/>
                <a:cs typeface="Tahoma"/>
              </a:rPr>
              <a:t>crashing</a:t>
            </a:r>
            <a:r>
              <a:rPr dirty="0" sz="2000" spc="75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7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125">
                <a:latin typeface="Tahoma"/>
                <a:cs typeface="Tahoma"/>
              </a:rPr>
              <a:t>We</a:t>
            </a:r>
            <a:r>
              <a:rPr dirty="0" sz="1800" spc="7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should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observe</a:t>
            </a:r>
            <a:r>
              <a:rPr dirty="0" sz="1800" spc="50">
                <a:latin typeface="Tahoma"/>
                <a:cs typeface="Tahoma"/>
              </a:rPr>
              <a:t> the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behavioral</a:t>
            </a:r>
            <a:r>
              <a:rPr dirty="0" sz="1800" spc="5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differences</a:t>
            </a:r>
            <a:r>
              <a:rPr dirty="0" sz="1800" spc="60">
                <a:latin typeface="Tahoma"/>
                <a:cs typeface="Tahoma"/>
              </a:rPr>
              <a:t> comparing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75">
                <a:latin typeface="Tahoma"/>
                <a:cs typeface="Tahoma"/>
              </a:rPr>
              <a:t>to</a:t>
            </a:r>
            <a:r>
              <a:rPr dirty="0" sz="1800" spc="8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crashing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-20">
                <a:latin typeface="Tahoma"/>
                <a:cs typeface="Tahoma"/>
              </a:rPr>
              <a:t>ones</a:t>
            </a:r>
            <a:endParaRPr sz="1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425"/>
              </a:spcBef>
              <a:buFont typeface="Arial MT"/>
              <a:buChar char="•"/>
            </a:pPr>
            <a:endParaRPr sz="1800">
              <a:latin typeface="Tahoma"/>
              <a:cs typeface="Tahoma"/>
            </a:endParaRPr>
          </a:p>
          <a:p>
            <a:pPr marL="227329">
              <a:lnSpc>
                <a:spcPct val="100000"/>
              </a:lnSpc>
            </a:pPr>
            <a:r>
              <a:rPr dirty="0" sz="2000" spc="-670">
                <a:latin typeface="Calibri"/>
                <a:cs typeface="Calibri"/>
              </a:rPr>
              <a:t>②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Tahoma"/>
                <a:cs typeface="Tahoma"/>
              </a:rPr>
              <a:t>Similar</a:t>
            </a:r>
            <a:r>
              <a:rPr dirty="0" sz="2000" spc="4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behaviors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90">
                <a:latin typeface="Tahoma"/>
                <a:cs typeface="Tahoma"/>
              </a:rPr>
              <a:t>with</a:t>
            </a:r>
            <a:r>
              <a:rPr dirty="0" sz="2000" spc="3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the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original</a:t>
            </a:r>
            <a:r>
              <a:rPr dirty="0" sz="2000" spc="2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crash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-85">
                <a:latin typeface="Tahoma"/>
                <a:cs typeface="Tahoma"/>
              </a:rPr>
              <a:t>If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60">
                <a:latin typeface="Tahoma"/>
                <a:cs typeface="Tahoma"/>
              </a:rPr>
              <a:t>not,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observed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differences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would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85">
                <a:latin typeface="Tahoma"/>
                <a:cs typeface="Tahoma"/>
              </a:rPr>
              <a:t>not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be</a:t>
            </a:r>
            <a:r>
              <a:rPr dirty="0" sz="1800">
                <a:latin typeface="Tahoma"/>
                <a:cs typeface="Tahoma"/>
              </a:rPr>
              <a:t> relevant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75">
                <a:latin typeface="Tahoma"/>
                <a:cs typeface="Tahoma"/>
              </a:rPr>
              <a:t>to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root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cause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48990" y="4781550"/>
            <a:ext cx="5698490" cy="828040"/>
          </a:xfrm>
          <a:prstGeom prst="rect">
            <a:avLst/>
          </a:prstGeom>
          <a:solidFill>
            <a:srgbClr val="FBE7D0"/>
          </a:solidFill>
          <a:ln w="19050">
            <a:solidFill>
              <a:srgbClr val="042333"/>
            </a:solidFill>
          </a:ln>
        </p:spPr>
        <p:txBody>
          <a:bodyPr wrap="square" lIns="0" tIns="275590" rIns="0" bIns="0" rtlCol="0" vert="horz">
            <a:spAutoFit/>
          </a:bodyPr>
          <a:lstStyle/>
          <a:p>
            <a:pPr marL="225425">
              <a:lnSpc>
                <a:spcPct val="100000"/>
              </a:lnSpc>
              <a:spcBef>
                <a:spcPts val="2170"/>
              </a:spcBef>
            </a:pPr>
            <a:r>
              <a:rPr dirty="0" sz="2000" spc="-75" b="1">
                <a:solidFill>
                  <a:srgbClr val="252525"/>
                </a:solidFill>
                <a:latin typeface="Arial"/>
                <a:cs typeface="Arial"/>
              </a:rPr>
              <a:t>Crash-</a:t>
            </a:r>
            <a:r>
              <a:rPr dirty="0" sz="2000" spc="-70" b="1">
                <a:solidFill>
                  <a:srgbClr val="252525"/>
                </a:solidFill>
                <a:latin typeface="Arial"/>
                <a:cs typeface="Arial"/>
              </a:rPr>
              <a:t>similar</a:t>
            </a:r>
            <a:r>
              <a:rPr dirty="0" sz="2000" spc="2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2000" spc="165" b="1">
                <a:solidFill>
                  <a:srgbClr val="252525"/>
                </a:solidFill>
                <a:latin typeface="Arial"/>
                <a:cs typeface="Arial"/>
              </a:rPr>
              <a:t>*AND*</a:t>
            </a:r>
            <a:r>
              <a:rPr dirty="0" sz="2000" spc="2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252525"/>
                </a:solidFill>
                <a:latin typeface="Arial"/>
                <a:cs typeface="Arial"/>
              </a:rPr>
              <a:t>non-</a:t>
            </a:r>
            <a:r>
              <a:rPr dirty="0" sz="2000" spc="-75" b="1">
                <a:solidFill>
                  <a:srgbClr val="252525"/>
                </a:solidFill>
                <a:latin typeface="Arial"/>
                <a:cs typeface="Arial"/>
              </a:rPr>
              <a:t>crashing</a:t>
            </a:r>
            <a:r>
              <a:rPr dirty="0" sz="2000" spc="1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252525"/>
                </a:solidFill>
                <a:latin typeface="Arial"/>
                <a:cs typeface="Arial"/>
              </a:rPr>
              <a:t>behavior!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284222" y="3446145"/>
            <a:ext cx="76282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254">
                <a:solidFill>
                  <a:srgbClr val="252525"/>
                </a:solidFill>
              </a:rPr>
              <a:t>How</a:t>
            </a:r>
            <a:r>
              <a:rPr dirty="0" spc="-100">
                <a:solidFill>
                  <a:srgbClr val="252525"/>
                </a:solidFill>
              </a:rPr>
              <a:t> </a:t>
            </a:r>
            <a:r>
              <a:rPr dirty="0" spc="195">
                <a:solidFill>
                  <a:srgbClr val="252525"/>
                </a:solidFill>
              </a:rPr>
              <a:t>do</a:t>
            </a:r>
            <a:r>
              <a:rPr dirty="0" spc="-95">
                <a:solidFill>
                  <a:srgbClr val="252525"/>
                </a:solidFill>
              </a:rPr>
              <a:t> </a:t>
            </a:r>
            <a:r>
              <a:rPr dirty="0" spc="204">
                <a:solidFill>
                  <a:srgbClr val="252525"/>
                </a:solidFill>
              </a:rPr>
              <a:t>we</a:t>
            </a:r>
            <a:r>
              <a:rPr dirty="0" spc="-114">
                <a:solidFill>
                  <a:srgbClr val="252525"/>
                </a:solidFill>
              </a:rPr>
              <a:t> </a:t>
            </a:r>
            <a:r>
              <a:rPr dirty="0" spc="110">
                <a:solidFill>
                  <a:srgbClr val="252525"/>
                </a:solidFill>
              </a:rPr>
              <a:t>get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 spc="70">
                <a:solidFill>
                  <a:srgbClr val="252525"/>
                </a:solidFill>
              </a:rPr>
              <a:t>such</a:t>
            </a:r>
            <a:r>
              <a:rPr dirty="0" spc="-95">
                <a:solidFill>
                  <a:srgbClr val="252525"/>
                </a:solidFill>
              </a:rPr>
              <a:t> </a:t>
            </a:r>
            <a:r>
              <a:rPr dirty="0">
                <a:solidFill>
                  <a:srgbClr val="252525"/>
                </a:solidFill>
              </a:rPr>
              <a:t>key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 spc="75">
                <a:solidFill>
                  <a:srgbClr val="252525"/>
                </a:solidFill>
              </a:rPr>
              <a:t>behaviors?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1D1D1">
              <a:alpha val="83135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/>
          <p:cNvGrpSpPr/>
          <p:nvPr/>
        </p:nvGrpSpPr>
        <p:grpSpPr>
          <a:xfrm>
            <a:off x="3271646" y="2557145"/>
            <a:ext cx="5852160" cy="1743710"/>
            <a:chOff x="3271646" y="2557145"/>
            <a:chExt cx="5852160" cy="1743710"/>
          </a:xfrm>
        </p:grpSpPr>
        <p:sp>
          <p:nvSpPr>
            <p:cNvPr id="4" name="object 4"/>
            <p:cNvSpPr/>
            <p:nvPr/>
          </p:nvSpPr>
          <p:spPr>
            <a:xfrm>
              <a:off x="3281171" y="2566670"/>
              <a:ext cx="5833110" cy="1724660"/>
            </a:xfrm>
            <a:custGeom>
              <a:avLst/>
              <a:gdLst/>
              <a:ahLst/>
              <a:cxnLst/>
              <a:rect l="l" t="t" r="r" b="b"/>
              <a:pathLst>
                <a:path w="5833109" h="1724660">
                  <a:moveTo>
                    <a:pt x="5727192" y="0"/>
                  </a:moveTo>
                  <a:lnTo>
                    <a:pt x="0" y="490346"/>
                  </a:lnTo>
                  <a:lnTo>
                    <a:pt x="105663" y="1724659"/>
                  </a:lnTo>
                  <a:lnTo>
                    <a:pt x="5832856" y="1234312"/>
                  </a:lnTo>
                  <a:lnTo>
                    <a:pt x="5727192" y="0"/>
                  </a:lnTo>
                  <a:close/>
                </a:path>
              </a:pathLst>
            </a:custGeom>
            <a:solidFill>
              <a:srgbClr val="FBE7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3281171" y="2566670"/>
              <a:ext cx="5833110" cy="1724660"/>
            </a:xfrm>
            <a:custGeom>
              <a:avLst/>
              <a:gdLst/>
              <a:ahLst/>
              <a:cxnLst/>
              <a:rect l="l" t="t" r="r" b="b"/>
              <a:pathLst>
                <a:path w="5833109" h="1724660">
                  <a:moveTo>
                    <a:pt x="0" y="490346"/>
                  </a:moveTo>
                  <a:lnTo>
                    <a:pt x="5727192" y="0"/>
                  </a:lnTo>
                  <a:lnTo>
                    <a:pt x="5832856" y="1234312"/>
                  </a:lnTo>
                  <a:lnTo>
                    <a:pt x="105663" y="1724659"/>
                  </a:lnTo>
                  <a:lnTo>
                    <a:pt x="0" y="490346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9876" y="2945130"/>
              <a:ext cx="3661029" cy="99910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Finding</a:t>
            </a:r>
            <a:r>
              <a:rPr dirty="0" spc="-90"/>
              <a:t> </a:t>
            </a:r>
            <a:r>
              <a:rPr dirty="0" spc="114"/>
              <a:t>*Proper*</a:t>
            </a:r>
            <a:r>
              <a:rPr dirty="0" spc="-75"/>
              <a:t> </a:t>
            </a:r>
            <a:r>
              <a:rPr dirty="0" spc="50"/>
              <a:t>Behaviors</a:t>
            </a:r>
            <a:r>
              <a:rPr dirty="0" spc="-90"/>
              <a:t> </a:t>
            </a:r>
            <a:r>
              <a:rPr dirty="0"/>
              <a:t>is</a:t>
            </a:r>
            <a:r>
              <a:rPr dirty="0" spc="-110"/>
              <a:t> </a:t>
            </a:r>
            <a:r>
              <a:rPr dirty="0" spc="175"/>
              <a:t>Not</a:t>
            </a:r>
            <a:r>
              <a:rPr dirty="0" spc="-90"/>
              <a:t> </a:t>
            </a:r>
            <a:r>
              <a:rPr dirty="0" spc="-20"/>
              <a:t>Easy</a:t>
            </a:r>
          </a:p>
        </p:txBody>
      </p:sp>
      <p:pic>
        <p:nvPicPr>
          <p:cNvPr id="6" name="object 6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2987" y="4322236"/>
            <a:ext cx="395296" cy="465999"/>
          </a:xfrm>
          <a:prstGeom prst="rect">
            <a:avLst/>
          </a:prstGeom>
        </p:spPr>
      </p:pic>
      <p:pic>
        <p:nvPicPr>
          <p:cNvPr id="7" name="object 7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819" y="2994532"/>
            <a:ext cx="395296" cy="465075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12" name="object 12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3650615" y="3690857"/>
            <a:ext cx="1330960" cy="109283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400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40005" marR="481330">
              <a:lnSpc>
                <a:spcPct val="125000"/>
              </a:lnSpc>
              <a:spcBef>
                <a:spcPts val="4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35" b="1">
                <a:latin typeface="Arial"/>
                <a:cs typeface="Arial"/>
              </a:rPr>
              <a:t>Check</a:t>
            </a:r>
            <a:r>
              <a:rPr dirty="0" baseline="17857" sz="2100" spc="-52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16" name="object 16" descr="블랙, 어둠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888" y="3770376"/>
            <a:ext cx="1051560" cy="1051560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5346191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39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758683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40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22" name="object 22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967841" y="5017770"/>
            <a:ext cx="13785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0" b="1">
                <a:latin typeface="Arial"/>
                <a:cs typeface="Arial"/>
              </a:rPr>
              <a:t>Program</a:t>
            </a:r>
            <a:r>
              <a:rPr dirty="0" sz="1500" spc="-65" b="1">
                <a:latin typeface="Arial"/>
                <a:cs typeface="Arial"/>
              </a:rPr>
              <a:t> </a:t>
            </a:r>
            <a:r>
              <a:rPr dirty="0" sz="1500" spc="-25" b="1">
                <a:latin typeface="Arial"/>
                <a:cs typeface="Arial"/>
              </a:rPr>
              <a:t>Inputs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24" name="object 24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802" y="3710538"/>
            <a:ext cx="389806" cy="459527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53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Finding</a:t>
            </a:r>
            <a:r>
              <a:rPr dirty="0" spc="-90"/>
              <a:t> </a:t>
            </a:r>
            <a:r>
              <a:rPr dirty="0" spc="114"/>
              <a:t>*Proper*</a:t>
            </a:r>
            <a:r>
              <a:rPr dirty="0" spc="-75"/>
              <a:t> </a:t>
            </a:r>
            <a:r>
              <a:rPr dirty="0" spc="50"/>
              <a:t>Behaviors</a:t>
            </a:r>
            <a:r>
              <a:rPr dirty="0" spc="-90"/>
              <a:t> </a:t>
            </a:r>
            <a:r>
              <a:rPr dirty="0"/>
              <a:t>is</a:t>
            </a:r>
            <a:r>
              <a:rPr dirty="0" spc="-110"/>
              <a:t> </a:t>
            </a:r>
            <a:r>
              <a:rPr dirty="0" spc="175"/>
              <a:t>Not</a:t>
            </a:r>
            <a:r>
              <a:rPr dirty="0" spc="-90"/>
              <a:t> </a:t>
            </a:r>
            <a:r>
              <a:rPr dirty="0" spc="-20"/>
              <a:t>Easy</a:t>
            </a:r>
          </a:p>
        </p:txBody>
      </p:sp>
      <p:sp>
        <p:nvSpPr>
          <p:cNvPr id="3" name="object 3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2987" y="4322236"/>
            <a:ext cx="395296" cy="46599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11" name="object 11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650615" y="3690857"/>
            <a:ext cx="1330960" cy="109283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400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40005" marR="481330">
              <a:lnSpc>
                <a:spcPct val="125000"/>
              </a:lnSpc>
              <a:spcBef>
                <a:spcPts val="4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35" b="1">
                <a:latin typeface="Arial"/>
                <a:cs typeface="Arial"/>
              </a:rPr>
              <a:t>Check</a:t>
            </a:r>
            <a:r>
              <a:rPr dirty="0" baseline="17857" sz="2100" spc="-52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15" name="object 15" descr="블랙, 어둠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888" y="3770376"/>
            <a:ext cx="1051560" cy="105156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5346191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39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58683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40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67841" y="5017770"/>
            <a:ext cx="13785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0" b="1">
                <a:latin typeface="Arial"/>
                <a:cs typeface="Arial"/>
              </a:rPr>
              <a:t>Program</a:t>
            </a:r>
            <a:r>
              <a:rPr dirty="0" sz="1500" spc="-65" b="1">
                <a:latin typeface="Arial"/>
                <a:cs typeface="Arial"/>
              </a:rPr>
              <a:t> </a:t>
            </a:r>
            <a:r>
              <a:rPr dirty="0" sz="1500" spc="-25" b="1">
                <a:latin typeface="Arial"/>
                <a:cs typeface="Arial"/>
              </a:rPr>
              <a:t>Inputs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39364" y="4444365"/>
            <a:ext cx="2018664" cy="1283970"/>
            <a:chOff x="2539364" y="4444365"/>
            <a:chExt cx="2018664" cy="1283970"/>
          </a:xfrm>
        </p:grpSpPr>
        <p:sp>
          <p:nvSpPr>
            <p:cNvPr id="24" name="object 24"/>
            <p:cNvSpPr/>
            <p:nvPr/>
          </p:nvSpPr>
          <p:spPr>
            <a:xfrm>
              <a:off x="2548889" y="4453890"/>
              <a:ext cx="1999614" cy="1264920"/>
            </a:xfrm>
            <a:custGeom>
              <a:avLst/>
              <a:gdLst/>
              <a:ahLst/>
              <a:cxnLst/>
              <a:rect l="l" t="t" r="r" b="b"/>
              <a:pathLst>
                <a:path w="1999614" h="1264920">
                  <a:moveTo>
                    <a:pt x="1562481" y="0"/>
                  </a:moveTo>
                  <a:lnTo>
                    <a:pt x="0" y="0"/>
                  </a:lnTo>
                  <a:lnTo>
                    <a:pt x="0" y="144653"/>
                  </a:lnTo>
                  <a:lnTo>
                    <a:pt x="1562481" y="144653"/>
                  </a:lnTo>
                  <a:lnTo>
                    <a:pt x="1609917" y="151026"/>
                  </a:lnTo>
                  <a:lnTo>
                    <a:pt x="1652542" y="169013"/>
                  </a:lnTo>
                  <a:lnTo>
                    <a:pt x="1688655" y="196913"/>
                  </a:lnTo>
                  <a:lnTo>
                    <a:pt x="1716555" y="233026"/>
                  </a:lnTo>
                  <a:lnTo>
                    <a:pt x="1734542" y="275651"/>
                  </a:lnTo>
                  <a:lnTo>
                    <a:pt x="1740915" y="323088"/>
                  </a:lnTo>
                  <a:lnTo>
                    <a:pt x="1740915" y="1012571"/>
                  </a:lnTo>
                  <a:lnTo>
                    <a:pt x="1626997" y="1012571"/>
                  </a:lnTo>
                  <a:lnTo>
                    <a:pt x="1813179" y="1264920"/>
                  </a:lnTo>
                  <a:lnTo>
                    <a:pt x="1999488" y="1012571"/>
                  </a:lnTo>
                  <a:lnTo>
                    <a:pt x="1885569" y="1012571"/>
                  </a:lnTo>
                  <a:lnTo>
                    <a:pt x="1885569" y="323088"/>
                  </a:lnTo>
                  <a:lnTo>
                    <a:pt x="1882065" y="275344"/>
                  </a:lnTo>
                  <a:lnTo>
                    <a:pt x="1871889" y="229776"/>
                  </a:lnTo>
                  <a:lnTo>
                    <a:pt x="1855540" y="186882"/>
                  </a:lnTo>
                  <a:lnTo>
                    <a:pt x="1833517" y="147163"/>
                  </a:lnTo>
                  <a:lnTo>
                    <a:pt x="1806320" y="111119"/>
                  </a:lnTo>
                  <a:lnTo>
                    <a:pt x="1774449" y="79248"/>
                  </a:lnTo>
                  <a:lnTo>
                    <a:pt x="1738405" y="52051"/>
                  </a:lnTo>
                  <a:lnTo>
                    <a:pt x="1698686" y="30028"/>
                  </a:lnTo>
                  <a:lnTo>
                    <a:pt x="1655792" y="13679"/>
                  </a:lnTo>
                  <a:lnTo>
                    <a:pt x="1610224" y="3503"/>
                  </a:lnTo>
                  <a:lnTo>
                    <a:pt x="1562481" y="0"/>
                  </a:lnTo>
                  <a:close/>
                </a:path>
              </a:pathLst>
            </a:custGeom>
            <a:solidFill>
              <a:srgbClr val="A6C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548889" y="4453890"/>
              <a:ext cx="1999614" cy="1264920"/>
            </a:xfrm>
            <a:custGeom>
              <a:avLst/>
              <a:gdLst/>
              <a:ahLst/>
              <a:cxnLst/>
              <a:rect l="l" t="t" r="r" b="b"/>
              <a:pathLst>
                <a:path w="1999614" h="1264920">
                  <a:moveTo>
                    <a:pt x="0" y="0"/>
                  </a:moveTo>
                  <a:lnTo>
                    <a:pt x="1562481" y="0"/>
                  </a:lnTo>
                  <a:lnTo>
                    <a:pt x="1610224" y="3503"/>
                  </a:lnTo>
                  <a:lnTo>
                    <a:pt x="1655792" y="13679"/>
                  </a:lnTo>
                  <a:lnTo>
                    <a:pt x="1698686" y="30028"/>
                  </a:lnTo>
                  <a:lnTo>
                    <a:pt x="1738405" y="52051"/>
                  </a:lnTo>
                  <a:lnTo>
                    <a:pt x="1774449" y="79248"/>
                  </a:lnTo>
                  <a:lnTo>
                    <a:pt x="1806320" y="111119"/>
                  </a:lnTo>
                  <a:lnTo>
                    <a:pt x="1833517" y="147163"/>
                  </a:lnTo>
                  <a:lnTo>
                    <a:pt x="1855540" y="186882"/>
                  </a:lnTo>
                  <a:lnTo>
                    <a:pt x="1871889" y="229776"/>
                  </a:lnTo>
                  <a:lnTo>
                    <a:pt x="1882065" y="275344"/>
                  </a:lnTo>
                  <a:lnTo>
                    <a:pt x="1885569" y="323088"/>
                  </a:lnTo>
                  <a:lnTo>
                    <a:pt x="1885569" y="1012571"/>
                  </a:lnTo>
                  <a:lnTo>
                    <a:pt x="1999488" y="1012571"/>
                  </a:lnTo>
                  <a:lnTo>
                    <a:pt x="1813179" y="1264920"/>
                  </a:lnTo>
                  <a:lnTo>
                    <a:pt x="1626997" y="1012571"/>
                  </a:lnTo>
                  <a:lnTo>
                    <a:pt x="1740915" y="1012571"/>
                  </a:lnTo>
                  <a:lnTo>
                    <a:pt x="1740915" y="323088"/>
                  </a:lnTo>
                  <a:lnTo>
                    <a:pt x="1734542" y="275651"/>
                  </a:lnTo>
                  <a:lnTo>
                    <a:pt x="1716555" y="233026"/>
                  </a:lnTo>
                  <a:lnTo>
                    <a:pt x="1688655" y="196913"/>
                  </a:lnTo>
                  <a:lnTo>
                    <a:pt x="1652542" y="169013"/>
                  </a:lnTo>
                  <a:lnTo>
                    <a:pt x="1609917" y="151026"/>
                  </a:lnTo>
                  <a:lnTo>
                    <a:pt x="1562481" y="144653"/>
                  </a:lnTo>
                  <a:lnTo>
                    <a:pt x="0" y="144653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712590" y="5815990"/>
            <a:ext cx="11982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 b="1">
                <a:solidFill>
                  <a:srgbClr val="C00000"/>
                </a:solidFill>
                <a:latin typeface="Arial"/>
                <a:cs typeface="Arial"/>
              </a:rPr>
              <a:t>Parse</a:t>
            </a:r>
            <a:r>
              <a:rPr dirty="0" sz="16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C00000"/>
                </a:solidFill>
                <a:latin typeface="Arial"/>
                <a:cs typeface="Arial"/>
              </a:rPr>
              <a:t>Failure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7" name="object 27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802" y="3710538"/>
            <a:ext cx="389806" cy="459527"/>
          </a:xfrm>
          <a:prstGeom prst="rect">
            <a:avLst/>
          </a:prstGeom>
        </p:spPr>
      </p:pic>
      <p:pic>
        <p:nvPicPr>
          <p:cNvPr id="28" name="object 28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819" y="2994532"/>
            <a:ext cx="395296" cy="465075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53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Finding</a:t>
            </a:r>
            <a:r>
              <a:rPr dirty="0" spc="-90"/>
              <a:t> </a:t>
            </a:r>
            <a:r>
              <a:rPr dirty="0" spc="114"/>
              <a:t>*Proper*</a:t>
            </a:r>
            <a:r>
              <a:rPr dirty="0" spc="-75"/>
              <a:t> </a:t>
            </a:r>
            <a:r>
              <a:rPr dirty="0" spc="50"/>
              <a:t>Behaviors</a:t>
            </a:r>
            <a:r>
              <a:rPr dirty="0" spc="-90"/>
              <a:t> </a:t>
            </a:r>
            <a:r>
              <a:rPr dirty="0"/>
              <a:t>is</a:t>
            </a:r>
            <a:r>
              <a:rPr dirty="0" spc="-110"/>
              <a:t> </a:t>
            </a:r>
            <a:r>
              <a:rPr dirty="0" spc="175"/>
              <a:t>Not</a:t>
            </a:r>
            <a:r>
              <a:rPr dirty="0" spc="-90"/>
              <a:t> </a:t>
            </a:r>
            <a:r>
              <a:rPr dirty="0" spc="-20"/>
              <a:t>Easy</a:t>
            </a:r>
          </a:p>
        </p:txBody>
      </p:sp>
      <p:sp>
        <p:nvSpPr>
          <p:cNvPr id="3" name="object 3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2987" y="4322236"/>
            <a:ext cx="395296" cy="465999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11" name="object 11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3650615" y="3690857"/>
            <a:ext cx="1330960" cy="109283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400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40005" marR="481330">
              <a:lnSpc>
                <a:spcPct val="125000"/>
              </a:lnSpc>
              <a:spcBef>
                <a:spcPts val="4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35" b="1">
                <a:latin typeface="Arial"/>
                <a:cs typeface="Arial"/>
              </a:rPr>
              <a:t>Check</a:t>
            </a:r>
            <a:r>
              <a:rPr dirty="0" baseline="17857" sz="2100" spc="-52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15" name="object 15" descr="블랙, 어둠이(가) 표시된 사진  자동 생성된 설명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42888" y="3770376"/>
            <a:ext cx="1051560" cy="1051560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5346191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39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58683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40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967841" y="5017770"/>
            <a:ext cx="13785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0" b="1">
                <a:latin typeface="Arial"/>
                <a:cs typeface="Arial"/>
              </a:rPr>
              <a:t>Program</a:t>
            </a:r>
            <a:r>
              <a:rPr dirty="0" sz="1500" spc="-65" b="1">
                <a:latin typeface="Arial"/>
                <a:cs typeface="Arial"/>
              </a:rPr>
              <a:t> </a:t>
            </a:r>
            <a:r>
              <a:rPr dirty="0" sz="1500" spc="-25" b="1">
                <a:latin typeface="Arial"/>
                <a:cs typeface="Arial"/>
              </a:rPr>
              <a:t>Inputs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539364" y="4444365"/>
            <a:ext cx="2018664" cy="1283970"/>
            <a:chOff x="2539364" y="4444365"/>
            <a:chExt cx="2018664" cy="1283970"/>
          </a:xfrm>
        </p:grpSpPr>
        <p:sp>
          <p:nvSpPr>
            <p:cNvPr id="24" name="object 24"/>
            <p:cNvSpPr/>
            <p:nvPr/>
          </p:nvSpPr>
          <p:spPr>
            <a:xfrm>
              <a:off x="2548889" y="4453890"/>
              <a:ext cx="1999614" cy="1264920"/>
            </a:xfrm>
            <a:custGeom>
              <a:avLst/>
              <a:gdLst/>
              <a:ahLst/>
              <a:cxnLst/>
              <a:rect l="l" t="t" r="r" b="b"/>
              <a:pathLst>
                <a:path w="1999614" h="1264920">
                  <a:moveTo>
                    <a:pt x="1562481" y="0"/>
                  </a:moveTo>
                  <a:lnTo>
                    <a:pt x="0" y="0"/>
                  </a:lnTo>
                  <a:lnTo>
                    <a:pt x="0" y="144653"/>
                  </a:lnTo>
                  <a:lnTo>
                    <a:pt x="1562481" y="144653"/>
                  </a:lnTo>
                  <a:lnTo>
                    <a:pt x="1609917" y="151026"/>
                  </a:lnTo>
                  <a:lnTo>
                    <a:pt x="1652542" y="169013"/>
                  </a:lnTo>
                  <a:lnTo>
                    <a:pt x="1688655" y="196913"/>
                  </a:lnTo>
                  <a:lnTo>
                    <a:pt x="1716555" y="233026"/>
                  </a:lnTo>
                  <a:lnTo>
                    <a:pt x="1734542" y="275651"/>
                  </a:lnTo>
                  <a:lnTo>
                    <a:pt x="1740915" y="323088"/>
                  </a:lnTo>
                  <a:lnTo>
                    <a:pt x="1740915" y="1012571"/>
                  </a:lnTo>
                  <a:lnTo>
                    <a:pt x="1626997" y="1012571"/>
                  </a:lnTo>
                  <a:lnTo>
                    <a:pt x="1813179" y="1264920"/>
                  </a:lnTo>
                  <a:lnTo>
                    <a:pt x="1999488" y="1012571"/>
                  </a:lnTo>
                  <a:lnTo>
                    <a:pt x="1885569" y="1012571"/>
                  </a:lnTo>
                  <a:lnTo>
                    <a:pt x="1885569" y="323088"/>
                  </a:lnTo>
                  <a:lnTo>
                    <a:pt x="1882065" y="275344"/>
                  </a:lnTo>
                  <a:lnTo>
                    <a:pt x="1871889" y="229776"/>
                  </a:lnTo>
                  <a:lnTo>
                    <a:pt x="1855540" y="186882"/>
                  </a:lnTo>
                  <a:lnTo>
                    <a:pt x="1833517" y="147163"/>
                  </a:lnTo>
                  <a:lnTo>
                    <a:pt x="1806320" y="111119"/>
                  </a:lnTo>
                  <a:lnTo>
                    <a:pt x="1774449" y="79248"/>
                  </a:lnTo>
                  <a:lnTo>
                    <a:pt x="1738405" y="52051"/>
                  </a:lnTo>
                  <a:lnTo>
                    <a:pt x="1698686" y="30028"/>
                  </a:lnTo>
                  <a:lnTo>
                    <a:pt x="1655792" y="13679"/>
                  </a:lnTo>
                  <a:lnTo>
                    <a:pt x="1610224" y="3503"/>
                  </a:lnTo>
                  <a:lnTo>
                    <a:pt x="1562481" y="0"/>
                  </a:lnTo>
                  <a:close/>
                </a:path>
              </a:pathLst>
            </a:custGeom>
            <a:solidFill>
              <a:srgbClr val="A6C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548889" y="4453890"/>
              <a:ext cx="1999614" cy="1264920"/>
            </a:xfrm>
            <a:custGeom>
              <a:avLst/>
              <a:gdLst/>
              <a:ahLst/>
              <a:cxnLst/>
              <a:rect l="l" t="t" r="r" b="b"/>
              <a:pathLst>
                <a:path w="1999614" h="1264920">
                  <a:moveTo>
                    <a:pt x="0" y="0"/>
                  </a:moveTo>
                  <a:lnTo>
                    <a:pt x="1562481" y="0"/>
                  </a:lnTo>
                  <a:lnTo>
                    <a:pt x="1610224" y="3503"/>
                  </a:lnTo>
                  <a:lnTo>
                    <a:pt x="1655792" y="13679"/>
                  </a:lnTo>
                  <a:lnTo>
                    <a:pt x="1698686" y="30028"/>
                  </a:lnTo>
                  <a:lnTo>
                    <a:pt x="1738405" y="52051"/>
                  </a:lnTo>
                  <a:lnTo>
                    <a:pt x="1774449" y="79248"/>
                  </a:lnTo>
                  <a:lnTo>
                    <a:pt x="1806320" y="111119"/>
                  </a:lnTo>
                  <a:lnTo>
                    <a:pt x="1833517" y="147163"/>
                  </a:lnTo>
                  <a:lnTo>
                    <a:pt x="1855540" y="186882"/>
                  </a:lnTo>
                  <a:lnTo>
                    <a:pt x="1871889" y="229776"/>
                  </a:lnTo>
                  <a:lnTo>
                    <a:pt x="1882065" y="275344"/>
                  </a:lnTo>
                  <a:lnTo>
                    <a:pt x="1885569" y="323088"/>
                  </a:lnTo>
                  <a:lnTo>
                    <a:pt x="1885569" y="1012571"/>
                  </a:lnTo>
                  <a:lnTo>
                    <a:pt x="1999488" y="1012571"/>
                  </a:lnTo>
                  <a:lnTo>
                    <a:pt x="1813179" y="1264920"/>
                  </a:lnTo>
                  <a:lnTo>
                    <a:pt x="1626997" y="1012571"/>
                  </a:lnTo>
                  <a:lnTo>
                    <a:pt x="1740915" y="1012571"/>
                  </a:lnTo>
                  <a:lnTo>
                    <a:pt x="1740915" y="323088"/>
                  </a:lnTo>
                  <a:lnTo>
                    <a:pt x="1734542" y="275651"/>
                  </a:lnTo>
                  <a:lnTo>
                    <a:pt x="1716555" y="233026"/>
                  </a:lnTo>
                  <a:lnTo>
                    <a:pt x="1688655" y="196913"/>
                  </a:lnTo>
                  <a:lnTo>
                    <a:pt x="1652542" y="169013"/>
                  </a:lnTo>
                  <a:lnTo>
                    <a:pt x="1609917" y="151026"/>
                  </a:lnTo>
                  <a:lnTo>
                    <a:pt x="1562481" y="144653"/>
                  </a:lnTo>
                  <a:lnTo>
                    <a:pt x="0" y="144653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712590" y="5815990"/>
            <a:ext cx="11982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 b="1">
                <a:solidFill>
                  <a:srgbClr val="C00000"/>
                </a:solidFill>
                <a:latin typeface="Arial"/>
                <a:cs typeface="Arial"/>
              </a:rPr>
              <a:t>Parse</a:t>
            </a:r>
            <a:r>
              <a:rPr dirty="0" sz="16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C00000"/>
                </a:solidFill>
                <a:latin typeface="Arial"/>
                <a:cs typeface="Arial"/>
              </a:rPr>
              <a:t>Failure</a:t>
            </a:r>
            <a:endParaRPr sz="1600">
              <a:latin typeface="Arial"/>
              <a:cs typeface="Arial"/>
            </a:endParaRPr>
          </a:p>
        </p:txBody>
      </p:sp>
      <p:pic>
        <p:nvPicPr>
          <p:cNvPr id="27" name="object 27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802" y="3710538"/>
            <a:ext cx="389806" cy="459527"/>
          </a:xfrm>
          <a:prstGeom prst="rect">
            <a:avLst/>
          </a:prstGeom>
        </p:spPr>
      </p:pic>
      <p:pic>
        <p:nvPicPr>
          <p:cNvPr id="28" name="object 28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41819" y="2994532"/>
            <a:ext cx="395296" cy="465075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5261864" y="5356097"/>
            <a:ext cx="4879975" cy="692150"/>
          </a:xfrm>
          <a:custGeom>
            <a:avLst/>
            <a:gdLst/>
            <a:ahLst/>
            <a:cxnLst/>
            <a:rect l="l" t="t" r="r" b="b"/>
            <a:pathLst>
              <a:path w="4879975" h="692150">
                <a:moveTo>
                  <a:pt x="702310" y="115315"/>
                </a:moveTo>
                <a:lnTo>
                  <a:pt x="711380" y="70455"/>
                </a:lnTo>
                <a:lnTo>
                  <a:pt x="736107" y="33797"/>
                </a:lnTo>
                <a:lnTo>
                  <a:pt x="772765" y="9070"/>
                </a:lnTo>
                <a:lnTo>
                  <a:pt x="817626" y="0"/>
                </a:lnTo>
                <a:lnTo>
                  <a:pt x="1398524" y="0"/>
                </a:lnTo>
                <a:lnTo>
                  <a:pt x="2442844" y="0"/>
                </a:lnTo>
                <a:lnTo>
                  <a:pt x="4764278" y="0"/>
                </a:lnTo>
                <a:lnTo>
                  <a:pt x="4809138" y="9070"/>
                </a:lnTo>
                <a:lnTo>
                  <a:pt x="4845796" y="33797"/>
                </a:lnTo>
                <a:lnTo>
                  <a:pt x="4870523" y="70455"/>
                </a:lnTo>
                <a:lnTo>
                  <a:pt x="4879594" y="115315"/>
                </a:lnTo>
                <a:lnTo>
                  <a:pt x="4879594" y="288289"/>
                </a:lnTo>
                <a:lnTo>
                  <a:pt x="4879594" y="576579"/>
                </a:lnTo>
                <a:lnTo>
                  <a:pt x="4870523" y="621467"/>
                </a:lnTo>
                <a:lnTo>
                  <a:pt x="4845796" y="658121"/>
                </a:lnTo>
                <a:lnTo>
                  <a:pt x="4809138" y="682834"/>
                </a:lnTo>
                <a:lnTo>
                  <a:pt x="4764278" y="691895"/>
                </a:lnTo>
                <a:lnTo>
                  <a:pt x="2442844" y="691895"/>
                </a:lnTo>
                <a:lnTo>
                  <a:pt x="1398524" y="691895"/>
                </a:lnTo>
                <a:lnTo>
                  <a:pt x="817626" y="691895"/>
                </a:lnTo>
                <a:lnTo>
                  <a:pt x="772765" y="682834"/>
                </a:lnTo>
                <a:lnTo>
                  <a:pt x="736107" y="658121"/>
                </a:lnTo>
                <a:lnTo>
                  <a:pt x="711380" y="621467"/>
                </a:lnTo>
                <a:lnTo>
                  <a:pt x="702310" y="576579"/>
                </a:lnTo>
                <a:lnTo>
                  <a:pt x="702310" y="288289"/>
                </a:lnTo>
                <a:lnTo>
                  <a:pt x="0" y="21462"/>
                </a:lnTo>
                <a:lnTo>
                  <a:pt x="702310" y="115315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6385305" y="5411215"/>
            <a:ext cx="333502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800" spc="-110" b="1">
                <a:latin typeface="Arial"/>
                <a:cs typeface="Arial"/>
              </a:rPr>
              <a:t>This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spc="-150" b="1">
                <a:latin typeface="Arial"/>
                <a:cs typeface="Arial"/>
              </a:rPr>
              <a:t>is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non-</a:t>
            </a:r>
            <a:r>
              <a:rPr dirty="0" sz="1800" spc="-65" b="1">
                <a:latin typeface="Arial"/>
                <a:cs typeface="Arial"/>
              </a:rPr>
              <a:t>crashing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behavior,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 b="1">
                <a:latin typeface="Arial"/>
                <a:cs typeface="Arial"/>
              </a:rPr>
              <a:t>but</a:t>
            </a:r>
            <a:r>
              <a:rPr dirty="0" sz="1800" spc="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not</a:t>
            </a:r>
            <a:r>
              <a:rPr dirty="0" sz="1800" spc="30" b="1">
                <a:latin typeface="Arial"/>
                <a:cs typeface="Arial"/>
              </a:rPr>
              <a:t> </a:t>
            </a:r>
            <a:r>
              <a:rPr dirty="0" sz="1800" spc="-75" b="1">
                <a:latin typeface="Arial"/>
                <a:cs typeface="Arial"/>
              </a:rPr>
              <a:t>crash-</a:t>
            </a:r>
            <a:r>
              <a:rPr dirty="0" sz="1800" spc="-10" b="1">
                <a:latin typeface="Arial"/>
                <a:cs typeface="Arial"/>
              </a:rPr>
              <a:t>similar!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53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0"/>
              <a:t>Finding</a:t>
            </a:r>
            <a:r>
              <a:rPr dirty="0" spc="-90"/>
              <a:t> </a:t>
            </a:r>
            <a:r>
              <a:rPr dirty="0" spc="114"/>
              <a:t>*Proper*</a:t>
            </a:r>
            <a:r>
              <a:rPr dirty="0" spc="-75"/>
              <a:t> </a:t>
            </a:r>
            <a:r>
              <a:rPr dirty="0" spc="50"/>
              <a:t>Behaviors</a:t>
            </a:r>
            <a:r>
              <a:rPr dirty="0" spc="-90"/>
              <a:t> </a:t>
            </a:r>
            <a:r>
              <a:rPr dirty="0"/>
              <a:t>is</a:t>
            </a:r>
            <a:r>
              <a:rPr dirty="0" spc="-110"/>
              <a:t> </a:t>
            </a:r>
            <a:r>
              <a:rPr dirty="0" spc="175"/>
              <a:t>Not</a:t>
            </a:r>
            <a:r>
              <a:rPr dirty="0" spc="-90"/>
              <a:t> </a:t>
            </a:r>
            <a:r>
              <a:rPr dirty="0" spc="-20"/>
              <a:t>Easy</a:t>
            </a:r>
          </a:p>
        </p:txBody>
      </p:sp>
      <p:sp>
        <p:nvSpPr>
          <p:cNvPr id="5" name="object 5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12590" y="5815990"/>
            <a:ext cx="119824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80" b="1">
                <a:solidFill>
                  <a:srgbClr val="C00000"/>
                </a:solidFill>
                <a:latin typeface="Arial"/>
                <a:cs typeface="Arial"/>
              </a:rPr>
              <a:t>Parse</a:t>
            </a:r>
            <a:r>
              <a:rPr dirty="0" sz="160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5" b="1">
                <a:solidFill>
                  <a:srgbClr val="C00000"/>
                </a:solidFill>
                <a:latin typeface="Arial"/>
                <a:cs typeface="Arial"/>
              </a:rPr>
              <a:t>Failure</a:t>
            </a:r>
            <a:endParaRPr sz="1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9" name="object 9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650615" y="3690857"/>
            <a:ext cx="1330960" cy="109283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9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40005">
              <a:lnSpc>
                <a:spcPct val="100000"/>
              </a:lnSpc>
              <a:spcBef>
                <a:spcPts val="400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40005" marR="481330">
              <a:lnSpc>
                <a:spcPct val="125000"/>
              </a:lnSpc>
              <a:spcBef>
                <a:spcPts val="4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35" b="1">
                <a:latin typeface="Arial"/>
                <a:cs typeface="Arial"/>
              </a:rPr>
              <a:t>Check</a:t>
            </a:r>
            <a:r>
              <a:rPr dirty="0" baseline="17857" sz="2100" spc="-52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97991" y="2300097"/>
            <a:ext cx="6696709" cy="2914650"/>
            <a:chOff x="697991" y="2300097"/>
            <a:chExt cx="6696709" cy="2914650"/>
          </a:xfrm>
        </p:grpSpPr>
        <p:pic>
          <p:nvPicPr>
            <p:cNvPr id="14" name="object 14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42888" y="3770375"/>
              <a:ext cx="1051560" cy="105156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346191" y="3685032"/>
              <a:ext cx="586740" cy="426720"/>
            </a:xfrm>
            <a:custGeom>
              <a:avLst/>
              <a:gdLst/>
              <a:ahLst/>
              <a:cxnLst/>
              <a:rect l="l" t="t" r="r" b="b"/>
              <a:pathLst>
                <a:path w="586739" h="426720">
                  <a:moveTo>
                    <a:pt x="373380" y="0"/>
                  </a:moveTo>
                  <a:lnTo>
                    <a:pt x="373380" y="106680"/>
                  </a:lnTo>
                  <a:lnTo>
                    <a:pt x="0" y="106680"/>
                  </a:lnTo>
                  <a:lnTo>
                    <a:pt x="0" y="320040"/>
                  </a:lnTo>
                  <a:lnTo>
                    <a:pt x="373380" y="320040"/>
                  </a:lnTo>
                  <a:lnTo>
                    <a:pt x="373380" y="426720"/>
                  </a:lnTo>
                  <a:lnTo>
                    <a:pt x="586740" y="213360"/>
                  </a:lnTo>
                  <a:lnTo>
                    <a:pt x="3733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242566" y="2309622"/>
              <a:ext cx="2537460" cy="992505"/>
            </a:xfrm>
            <a:custGeom>
              <a:avLst/>
              <a:gdLst/>
              <a:ahLst/>
              <a:cxnLst/>
              <a:rect l="l" t="t" r="r" b="b"/>
              <a:pathLst>
                <a:path w="2537460" h="992504">
                  <a:moveTo>
                    <a:pt x="2377947" y="0"/>
                  </a:moveTo>
                  <a:lnTo>
                    <a:pt x="2218435" y="254888"/>
                  </a:lnTo>
                  <a:lnTo>
                    <a:pt x="2314447" y="254888"/>
                  </a:lnTo>
                  <a:lnTo>
                    <a:pt x="2314447" y="738758"/>
                  </a:lnTo>
                  <a:lnTo>
                    <a:pt x="2304506" y="787991"/>
                  </a:lnTo>
                  <a:lnTo>
                    <a:pt x="2277395" y="828198"/>
                  </a:lnTo>
                  <a:lnTo>
                    <a:pt x="2237188" y="855309"/>
                  </a:lnTo>
                  <a:lnTo>
                    <a:pt x="2187956" y="865251"/>
                  </a:lnTo>
                  <a:lnTo>
                    <a:pt x="0" y="865251"/>
                  </a:lnTo>
                  <a:lnTo>
                    <a:pt x="0" y="992124"/>
                  </a:lnTo>
                  <a:lnTo>
                    <a:pt x="2187956" y="992124"/>
                  </a:lnTo>
                  <a:lnTo>
                    <a:pt x="2233509" y="988042"/>
                  </a:lnTo>
                  <a:lnTo>
                    <a:pt x="2276389" y="976275"/>
                  </a:lnTo>
                  <a:lnTo>
                    <a:pt x="2315877" y="957537"/>
                  </a:lnTo>
                  <a:lnTo>
                    <a:pt x="2351258" y="932543"/>
                  </a:lnTo>
                  <a:lnTo>
                    <a:pt x="2381814" y="902008"/>
                  </a:lnTo>
                  <a:lnTo>
                    <a:pt x="2406828" y="866647"/>
                  </a:lnTo>
                  <a:lnTo>
                    <a:pt x="2425583" y="827176"/>
                  </a:lnTo>
                  <a:lnTo>
                    <a:pt x="2437362" y="784308"/>
                  </a:lnTo>
                  <a:lnTo>
                    <a:pt x="2441447" y="738758"/>
                  </a:lnTo>
                  <a:lnTo>
                    <a:pt x="2441447" y="254888"/>
                  </a:lnTo>
                  <a:lnTo>
                    <a:pt x="2537460" y="254888"/>
                  </a:lnTo>
                  <a:lnTo>
                    <a:pt x="2377947" y="0"/>
                  </a:lnTo>
                  <a:close/>
                </a:path>
              </a:pathLst>
            </a:custGeom>
            <a:solidFill>
              <a:srgbClr val="A6C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242566" y="2309622"/>
              <a:ext cx="2537460" cy="992505"/>
            </a:xfrm>
            <a:custGeom>
              <a:avLst/>
              <a:gdLst/>
              <a:ahLst/>
              <a:cxnLst/>
              <a:rect l="l" t="t" r="r" b="b"/>
              <a:pathLst>
                <a:path w="2537460" h="992504">
                  <a:moveTo>
                    <a:pt x="0" y="992124"/>
                  </a:moveTo>
                  <a:lnTo>
                    <a:pt x="2187956" y="992124"/>
                  </a:lnTo>
                  <a:lnTo>
                    <a:pt x="2233509" y="988042"/>
                  </a:lnTo>
                  <a:lnTo>
                    <a:pt x="2276389" y="976275"/>
                  </a:lnTo>
                  <a:lnTo>
                    <a:pt x="2315877" y="957537"/>
                  </a:lnTo>
                  <a:lnTo>
                    <a:pt x="2351258" y="932543"/>
                  </a:lnTo>
                  <a:lnTo>
                    <a:pt x="2381814" y="902008"/>
                  </a:lnTo>
                  <a:lnTo>
                    <a:pt x="2406828" y="866647"/>
                  </a:lnTo>
                  <a:lnTo>
                    <a:pt x="2425583" y="827176"/>
                  </a:lnTo>
                  <a:lnTo>
                    <a:pt x="2437362" y="784308"/>
                  </a:lnTo>
                  <a:lnTo>
                    <a:pt x="2441447" y="738758"/>
                  </a:lnTo>
                  <a:lnTo>
                    <a:pt x="2441447" y="254888"/>
                  </a:lnTo>
                  <a:lnTo>
                    <a:pt x="2537460" y="254888"/>
                  </a:lnTo>
                  <a:lnTo>
                    <a:pt x="2377947" y="0"/>
                  </a:lnTo>
                  <a:lnTo>
                    <a:pt x="2218435" y="254888"/>
                  </a:lnTo>
                  <a:lnTo>
                    <a:pt x="2314447" y="254888"/>
                  </a:lnTo>
                  <a:lnTo>
                    <a:pt x="2314447" y="738758"/>
                  </a:lnTo>
                  <a:lnTo>
                    <a:pt x="2304506" y="787991"/>
                  </a:lnTo>
                  <a:lnTo>
                    <a:pt x="2277395" y="828198"/>
                  </a:lnTo>
                  <a:lnTo>
                    <a:pt x="2237188" y="855309"/>
                  </a:lnTo>
                  <a:lnTo>
                    <a:pt x="2187956" y="865251"/>
                  </a:lnTo>
                  <a:lnTo>
                    <a:pt x="0" y="865251"/>
                  </a:lnTo>
                  <a:lnTo>
                    <a:pt x="0" y="992124"/>
                  </a:lnTo>
                  <a:close/>
                </a:path>
              </a:pathLst>
            </a:custGeom>
            <a:ln w="1904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456181" y="3865625"/>
              <a:ext cx="5699760" cy="1339850"/>
            </a:xfrm>
            <a:custGeom>
              <a:avLst/>
              <a:gdLst/>
              <a:ahLst/>
              <a:cxnLst/>
              <a:rect l="l" t="t" r="r" b="b"/>
              <a:pathLst>
                <a:path w="5699759" h="1339850">
                  <a:moveTo>
                    <a:pt x="5304536" y="0"/>
                  </a:moveTo>
                  <a:lnTo>
                    <a:pt x="0" y="0"/>
                  </a:lnTo>
                  <a:lnTo>
                    <a:pt x="0" y="158115"/>
                  </a:lnTo>
                  <a:lnTo>
                    <a:pt x="5304536" y="158115"/>
                  </a:lnTo>
                  <a:lnTo>
                    <a:pt x="5347552" y="165056"/>
                  </a:lnTo>
                  <a:lnTo>
                    <a:pt x="5384893" y="184384"/>
                  </a:lnTo>
                  <a:lnTo>
                    <a:pt x="5414328" y="213856"/>
                  </a:lnTo>
                  <a:lnTo>
                    <a:pt x="5433624" y="251229"/>
                  </a:lnTo>
                  <a:lnTo>
                    <a:pt x="5440553" y="294259"/>
                  </a:lnTo>
                  <a:lnTo>
                    <a:pt x="5440553" y="1084961"/>
                  </a:lnTo>
                  <a:lnTo>
                    <a:pt x="5339588" y="1084961"/>
                  </a:lnTo>
                  <a:lnTo>
                    <a:pt x="5519674" y="1339596"/>
                  </a:lnTo>
                  <a:lnTo>
                    <a:pt x="5699760" y="1084961"/>
                  </a:lnTo>
                  <a:lnTo>
                    <a:pt x="5598795" y="1084961"/>
                  </a:lnTo>
                  <a:lnTo>
                    <a:pt x="5598795" y="294259"/>
                  </a:lnTo>
                  <a:lnTo>
                    <a:pt x="5594944" y="246517"/>
                  </a:lnTo>
                  <a:lnTo>
                    <a:pt x="5583797" y="201233"/>
                  </a:lnTo>
                  <a:lnTo>
                    <a:pt x="5565958" y="159010"/>
                  </a:lnTo>
                  <a:lnTo>
                    <a:pt x="5542033" y="120453"/>
                  </a:lnTo>
                  <a:lnTo>
                    <a:pt x="5512625" y="86169"/>
                  </a:lnTo>
                  <a:lnTo>
                    <a:pt x="5478341" y="56761"/>
                  </a:lnTo>
                  <a:lnTo>
                    <a:pt x="5439784" y="32836"/>
                  </a:lnTo>
                  <a:lnTo>
                    <a:pt x="5397561" y="14997"/>
                  </a:lnTo>
                  <a:lnTo>
                    <a:pt x="5352277" y="3850"/>
                  </a:lnTo>
                  <a:lnTo>
                    <a:pt x="5304536" y="0"/>
                  </a:lnTo>
                  <a:close/>
                </a:path>
              </a:pathLst>
            </a:custGeom>
            <a:solidFill>
              <a:srgbClr val="A6C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56181" y="3865625"/>
              <a:ext cx="5699760" cy="1339850"/>
            </a:xfrm>
            <a:custGeom>
              <a:avLst/>
              <a:gdLst/>
              <a:ahLst/>
              <a:cxnLst/>
              <a:rect l="l" t="t" r="r" b="b"/>
              <a:pathLst>
                <a:path w="5699759" h="1339850">
                  <a:moveTo>
                    <a:pt x="0" y="0"/>
                  </a:moveTo>
                  <a:lnTo>
                    <a:pt x="5304536" y="0"/>
                  </a:lnTo>
                  <a:lnTo>
                    <a:pt x="5352277" y="3850"/>
                  </a:lnTo>
                  <a:lnTo>
                    <a:pt x="5397561" y="14997"/>
                  </a:lnTo>
                  <a:lnTo>
                    <a:pt x="5439784" y="32836"/>
                  </a:lnTo>
                  <a:lnTo>
                    <a:pt x="5478341" y="56761"/>
                  </a:lnTo>
                  <a:lnTo>
                    <a:pt x="5512625" y="86169"/>
                  </a:lnTo>
                  <a:lnTo>
                    <a:pt x="5542033" y="120453"/>
                  </a:lnTo>
                  <a:lnTo>
                    <a:pt x="5565958" y="159010"/>
                  </a:lnTo>
                  <a:lnTo>
                    <a:pt x="5583797" y="201233"/>
                  </a:lnTo>
                  <a:lnTo>
                    <a:pt x="5594944" y="246517"/>
                  </a:lnTo>
                  <a:lnTo>
                    <a:pt x="5598795" y="294259"/>
                  </a:lnTo>
                  <a:lnTo>
                    <a:pt x="5598795" y="1084961"/>
                  </a:lnTo>
                  <a:lnTo>
                    <a:pt x="5699760" y="1084961"/>
                  </a:lnTo>
                  <a:lnTo>
                    <a:pt x="5519674" y="1339596"/>
                  </a:lnTo>
                  <a:lnTo>
                    <a:pt x="5339588" y="1084961"/>
                  </a:lnTo>
                  <a:lnTo>
                    <a:pt x="5440553" y="1084961"/>
                  </a:lnTo>
                  <a:lnTo>
                    <a:pt x="5440553" y="294259"/>
                  </a:lnTo>
                  <a:lnTo>
                    <a:pt x="5433624" y="251229"/>
                  </a:lnTo>
                  <a:lnTo>
                    <a:pt x="5414328" y="213856"/>
                  </a:lnTo>
                  <a:lnTo>
                    <a:pt x="5384893" y="184384"/>
                  </a:lnTo>
                  <a:lnTo>
                    <a:pt x="5347552" y="165056"/>
                  </a:lnTo>
                  <a:lnTo>
                    <a:pt x="5304536" y="158115"/>
                  </a:lnTo>
                  <a:lnTo>
                    <a:pt x="0" y="158115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6588" y="4171188"/>
              <a:ext cx="768095" cy="768095"/>
            </a:xfrm>
            <a:prstGeom prst="rect">
              <a:avLst/>
            </a:prstGeom>
          </p:spPr>
        </p:pic>
        <p:pic>
          <p:nvPicPr>
            <p:cNvPr id="21" name="object 2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7991" y="3561588"/>
              <a:ext cx="757427" cy="757428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7758683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40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27" name="object 27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28" name="object 28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079240" y="1734439"/>
            <a:ext cx="1179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77495" marR="5080" indent="-265430">
              <a:lnSpc>
                <a:spcPct val="105300"/>
              </a:lnSpc>
              <a:spcBef>
                <a:spcPts val="100"/>
              </a:spcBef>
            </a:pPr>
            <a:r>
              <a:rPr dirty="0" sz="1500" spc="-30" b="1">
                <a:solidFill>
                  <a:srgbClr val="C00000"/>
                </a:solidFill>
                <a:latin typeface="Arial"/>
                <a:cs typeface="Arial"/>
              </a:rPr>
              <a:t>Unsupported </a:t>
            </a:r>
            <a:r>
              <a:rPr dirty="0" sz="1500" spc="-10" b="1">
                <a:solidFill>
                  <a:srgbClr val="C00000"/>
                </a:solidFill>
                <a:latin typeface="Arial"/>
                <a:cs typeface="Arial"/>
              </a:rPr>
              <a:t>Format</a:t>
            </a:r>
            <a:endParaRPr sz="15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366128" y="5330767"/>
            <a:ext cx="1305560" cy="50673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dirty="0" sz="1500" spc="-50" b="1">
                <a:solidFill>
                  <a:srgbClr val="C00000"/>
                </a:solidFill>
                <a:latin typeface="Arial"/>
                <a:cs typeface="Arial"/>
              </a:rPr>
              <a:t>Bug-</a:t>
            </a:r>
            <a:r>
              <a:rPr dirty="0" sz="1500" spc="-10" b="1">
                <a:solidFill>
                  <a:srgbClr val="C00000"/>
                </a:solidFill>
                <a:latin typeface="Arial"/>
                <a:cs typeface="Arial"/>
              </a:rPr>
              <a:t>Unrelated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500" spc="-10" b="1">
                <a:solidFill>
                  <a:srgbClr val="C00000"/>
                </a:solidFill>
                <a:latin typeface="Arial"/>
                <a:cs typeface="Arial"/>
              </a:rPr>
              <a:t>Paths</a:t>
            </a:r>
            <a:endParaRPr sz="15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67841" y="5017770"/>
            <a:ext cx="13785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0" b="1">
                <a:latin typeface="Arial"/>
                <a:cs typeface="Arial"/>
              </a:rPr>
              <a:t>Program</a:t>
            </a:r>
            <a:r>
              <a:rPr dirty="0" sz="1500" spc="-65" b="1">
                <a:latin typeface="Arial"/>
                <a:cs typeface="Arial"/>
              </a:rPr>
              <a:t> </a:t>
            </a:r>
            <a:r>
              <a:rPr dirty="0" sz="1500" spc="-25" b="1">
                <a:latin typeface="Arial"/>
                <a:cs typeface="Arial"/>
              </a:rPr>
              <a:t>Inputs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641819" y="2994532"/>
            <a:ext cx="2916555" cy="2734310"/>
            <a:chOff x="1641819" y="2994532"/>
            <a:chExt cx="2916555" cy="2734310"/>
          </a:xfrm>
        </p:grpSpPr>
        <p:sp>
          <p:nvSpPr>
            <p:cNvPr id="33" name="object 33"/>
            <p:cNvSpPr/>
            <p:nvPr/>
          </p:nvSpPr>
          <p:spPr>
            <a:xfrm>
              <a:off x="2548890" y="4453890"/>
              <a:ext cx="1999614" cy="1264920"/>
            </a:xfrm>
            <a:custGeom>
              <a:avLst/>
              <a:gdLst/>
              <a:ahLst/>
              <a:cxnLst/>
              <a:rect l="l" t="t" r="r" b="b"/>
              <a:pathLst>
                <a:path w="1999614" h="1264920">
                  <a:moveTo>
                    <a:pt x="1562481" y="0"/>
                  </a:moveTo>
                  <a:lnTo>
                    <a:pt x="0" y="0"/>
                  </a:lnTo>
                  <a:lnTo>
                    <a:pt x="0" y="144653"/>
                  </a:lnTo>
                  <a:lnTo>
                    <a:pt x="1562481" y="144653"/>
                  </a:lnTo>
                  <a:lnTo>
                    <a:pt x="1609917" y="151026"/>
                  </a:lnTo>
                  <a:lnTo>
                    <a:pt x="1652542" y="169013"/>
                  </a:lnTo>
                  <a:lnTo>
                    <a:pt x="1688655" y="196913"/>
                  </a:lnTo>
                  <a:lnTo>
                    <a:pt x="1716555" y="233026"/>
                  </a:lnTo>
                  <a:lnTo>
                    <a:pt x="1734542" y="275651"/>
                  </a:lnTo>
                  <a:lnTo>
                    <a:pt x="1740915" y="323088"/>
                  </a:lnTo>
                  <a:lnTo>
                    <a:pt x="1740915" y="1012571"/>
                  </a:lnTo>
                  <a:lnTo>
                    <a:pt x="1626997" y="1012571"/>
                  </a:lnTo>
                  <a:lnTo>
                    <a:pt x="1813179" y="1264920"/>
                  </a:lnTo>
                  <a:lnTo>
                    <a:pt x="1999488" y="1012571"/>
                  </a:lnTo>
                  <a:lnTo>
                    <a:pt x="1885569" y="1012571"/>
                  </a:lnTo>
                  <a:lnTo>
                    <a:pt x="1885569" y="323088"/>
                  </a:lnTo>
                  <a:lnTo>
                    <a:pt x="1882065" y="275344"/>
                  </a:lnTo>
                  <a:lnTo>
                    <a:pt x="1871889" y="229776"/>
                  </a:lnTo>
                  <a:lnTo>
                    <a:pt x="1855540" y="186882"/>
                  </a:lnTo>
                  <a:lnTo>
                    <a:pt x="1833517" y="147163"/>
                  </a:lnTo>
                  <a:lnTo>
                    <a:pt x="1806320" y="111119"/>
                  </a:lnTo>
                  <a:lnTo>
                    <a:pt x="1774449" y="79248"/>
                  </a:lnTo>
                  <a:lnTo>
                    <a:pt x="1738405" y="52051"/>
                  </a:lnTo>
                  <a:lnTo>
                    <a:pt x="1698686" y="30028"/>
                  </a:lnTo>
                  <a:lnTo>
                    <a:pt x="1655792" y="13679"/>
                  </a:lnTo>
                  <a:lnTo>
                    <a:pt x="1610224" y="3503"/>
                  </a:lnTo>
                  <a:lnTo>
                    <a:pt x="1562481" y="0"/>
                  </a:lnTo>
                  <a:close/>
                </a:path>
              </a:pathLst>
            </a:custGeom>
            <a:solidFill>
              <a:srgbClr val="A6C9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548890" y="4453890"/>
              <a:ext cx="1999614" cy="1264920"/>
            </a:xfrm>
            <a:custGeom>
              <a:avLst/>
              <a:gdLst/>
              <a:ahLst/>
              <a:cxnLst/>
              <a:rect l="l" t="t" r="r" b="b"/>
              <a:pathLst>
                <a:path w="1999614" h="1264920">
                  <a:moveTo>
                    <a:pt x="0" y="0"/>
                  </a:moveTo>
                  <a:lnTo>
                    <a:pt x="1562481" y="0"/>
                  </a:lnTo>
                  <a:lnTo>
                    <a:pt x="1610224" y="3503"/>
                  </a:lnTo>
                  <a:lnTo>
                    <a:pt x="1655792" y="13679"/>
                  </a:lnTo>
                  <a:lnTo>
                    <a:pt x="1698686" y="30028"/>
                  </a:lnTo>
                  <a:lnTo>
                    <a:pt x="1738405" y="52051"/>
                  </a:lnTo>
                  <a:lnTo>
                    <a:pt x="1774449" y="79248"/>
                  </a:lnTo>
                  <a:lnTo>
                    <a:pt x="1806320" y="111119"/>
                  </a:lnTo>
                  <a:lnTo>
                    <a:pt x="1833517" y="147163"/>
                  </a:lnTo>
                  <a:lnTo>
                    <a:pt x="1855540" y="186882"/>
                  </a:lnTo>
                  <a:lnTo>
                    <a:pt x="1871889" y="229776"/>
                  </a:lnTo>
                  <a:lnTo>
                    <a:pt x="1882065" y="275344"/>
                  </a:lnTo>
                  <a:lnTo>
                    <a:pt x="1885569" y="323088"/>
                  </a:lnTo>
                  <a:lnTo>
                    <a:pt x="1885569" y="1012571"/>
                  </a:lnTo>
                  <a:lnTo>
                    <a:pt x="1999488" y="1012571"/>
                  </a:lnTo>
                  <a:lnTo>
                    <a:pt x="1813179" y="1264920"/>
                  </a:lnTo>
                  <a:lnTo>
                    <a:pt x="1626997" y="1012571"/>
                  </a:lnTo>
                  <a:lnTo>
                    <a:pt x="1740915" y="1012571"/>
                  </a:lnTo>
                  <a:lnTo>
                    <a:pt x="1740915" y="323088"/>
                  </a:lnTo>
                  <a:lnTo>
                    <a:pt x="1734542" y="275651"/>
                  </a:lnTo>
                  <a:lnTo>
                    <a:pt x="1716555" y="233026"/>
                  </a:lnTo>
                  <a:lnTo>
                    <a:pt x="1688655" y="196913"/>
                  </a:lnTo>
                  <a:lnTo>
                    <a:pt x="1652542" y="169013"/>
                  </a:lnTo>
                  <a:lnTo>
                    <a:pt x="1609917" y="151026"/>
                  </a:lnTo>
                  <a:lnTo>
                    <a:pt x="1562481" y="144653"/>
                  </a:lnTo>
                  <a:lnTo>
                    <a:pt x="0" y="144653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41819" y="2994532"/>
              <a:ext cx="395296" cy="465075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53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7555" cy="6858000"/>
          </a:xfrm>
          <a:custGeom>
            <a:avLst/>
            <a:gdLst/>
            <a:ahLst/>
            <a:cxnLst/>
            <a:rect l="l" t="t" r="r" b="b"/>
            <a:pathLst>
              <a:path w="12187555" h="6858000">
                <a:moveTo>
                  <a:pt x="0" y="6857999"/>
                </a:moveTo>
                <a:lnTo>
                  <a:pt x="12187427" y="6858000"/>
                </a:lnTo>
                <a:lnTo>
                  <a:pt x="12187428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D1D1D1">
              <a:alpha val="8392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82545" y="1177289"/>
            <a:ext cx="7512050" cy="1347470"/>
          </a:xfrm>
          <a:prstGeom prst="rect"/>
          <a:solidFill>
            <a:srgbClr val="FBE7D0"/>
          </a:solidFill>
          <a:ln w="19050">
            <a:solidFill>
              <a:srgbClr val="042333"/>
            </a:solidFill>
          </a:ln>
        </p:spPr>
        <p:txBody>
          <a:bodyPr wrap="square" lIns="0" tIns="198755" rIns="0" bIns="0" rtlCol="0" vert="horz">
            <a:spAutoFit/>
          </a:bodyPr>
          <a:lstStyle/>
          <a:p>
            <a:pPr marL="1617980" marR="555625" indent="-1059815">
              <a:lnSpc>
                <a:spcPct val="125000"/>
              </a:lnSpc>
              <a:spcBef>
                <a:spcPts val="1565"/>
              </a:spcBef>
            </a:pPr>
            <a:r>
              <a:rPr dirty="0" sz="2400" spc="50"/>
              <a:t>But,</a:t>
            </a:r>
            <a:r>
              <a:rPr dirty="0" sz="2400" spc="-50"/>
              <a:t> </a:t>
            </a:r>
            <a:r>
              <a:rPr dirty="0" sz="2400"/>
              <a:t>they</a:t>
            </a:r>
            <a:r>
              <a:rPr dirty="0" sz="2400" spc="-45"/>
              <a:t> </a:t>
            </a:r>
            <a:r>
              <a:rPr dirty="0" sz="2400" spc="60"/>
              <a:t>exhibit</a:t>
            </a:r>
            <a:r>
              <a:rPr dirty="0" sz="2400" spc="-45"/>
              <a:t> </a:t>
            </a:r>
            <a:r>
              <a:rPr dirty="0" u="sng" sz="2400" spc="135">
                <a:uFill>
                  <a:solidFill>
                    <a:srgbClr val="000000"/>
                  </a:solidFill>
                </a:uFill>
              </a:rPr>
              <a:t>*NO*</a:t>
            </a:r>
            <a:r>
              <a:rPr dirty="0" sz="2400" spc="-25"/>
              <a:t> </a:t>
            </a:r>
            <a:r>
              <a:rPr dirty="0" sz="2400" spc="50"/>
              <a:t>behavioral</a:t>
            </a:r>
            <a:r>
              <a:rPr dirty="0" sz="2400" spc="-45"/>
              <a:t> </a:t>
            </a:r>
            <a:r>
              <a:rPr dirty="0" sz="2400" spc="40"/>
              <a:t>differences </a:t>
            </a:r>
            <a:r>
              <a:rPr dirty="0" sz="2400"/>
              <a:t>associated</a:t>
            </a:r>
            <a:r>
              <a:rPr dirty="0" sz="2400" spc="20"/>
              <a:t> </a:t>
            </a:r>
            <a:r>
              <a:rPr dirty="0" sz="2400" spc="110"/>
              <a:t>with</a:t>
            </a:r>
            <a:r>
              <a:rPr dirty="0" sz="2400" spc="40"/>
              <a:t> </a:t>
            </a:r>
            <a:r>
              <a:rPr dirty="0" sz="2400" spc="70"/>
              <a:t>the</a:t>
            </a:r>
            <a:r>
              <a:rPr dirty="0" sz="2400" spc="40"/>
              <a:t> </a:t>
            </a:r>
            <a:r>
              <a:rPr dirty="0" sz="2400" spc="95"/>
              <a:t>root</a:t>
            </a:r>
            <a:r>
              <a:rPr dirty="0" sz="2400" spc="25"/>
              <a:t> </a:t>
            </a:r>
            <a:r>
              <a:rPr dirty="0" sz="2400" spc="-10"/>
              <a:t>cause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8488870" y="2776918"/>
            <a:ext cx="1496695" cy="2125980"/>
            <a:chOff x="8488870" y="2776918"/>
            <a:chExt cx="1496695" cy="2125980"/>
          </a:xfrm>
        </p:grpSpPr>
        <p:sp>
          <p:nvSpPr>
            <p:cNvPr id="5" name="object 5"/>
            <p:cNvSpPr/>
            <p:nvPr/>
          </p:nvSpPr>
          <p:spPr>
            <a:xfrm>
              <a:off x="8503157" y="2791205"/>
              <a:ext cx="1468120" cy="2097405"/>
            </a:xfrm>
            <a:custGeom>
              <a:avLst/>
              <a:gdLst/>
              <a:ahLst/>
              <a:cxnLst/>
              <a:rect l="l" t="t" r="r" b="b"/>
              <a:pathLst>
                <a:path w="1468120" h="2097404">
                  <a:moveTo>
                    <a:pt x="1305052" y="0"/>
                  </a:moveTo>
                  <a:lnTo>
                    <a:pt x="162560" y="0"/>
                  </a:lnTo>
                  <a:lnTo>
                    <a:pt x="119341" y="5806"/>
                  </a:lnTo>
                  <a:lnTo>
                    <a:pt x="80508" y="22192"/>
                  </a:lnTo>
                  <a:lnTo>
                    <a:pt x="47609" y="47609"/>
                  </a:lnTo>
                  <a:lnTo>
                    <a:pt x="22192" y="80508"/>
                  </a:lnTo>
                  <a:lnTo>
                    <a:pt x="5806" y="119341"/>
                  </a:lnTo>
                  <a:lnTo>
                    <a:pt x="0" y="162560"/>
                  </a:lnTo>
                  <a:lnTo>
                    <a:pt x="0" y="1934464"/>
                  </a:lnTo>
                  <a:lnTo>
                    <a:pt x="5806" y="1977682"/>
                  </a:lnTo>
                  <a:lnTo>
                    <a:pt x="22192" y="2016515"/>
                  </a:lnTo>
                  <a:lnTo>
                    <a:pt x="47609" y="2049414"/>
                  </a:lnTo>
                  <a:lnTo>
                    <a:pt x="80508" y="2074831"/>
                  </a:lnTo>
                  <a:lnTo>
                    <a:pt x="119341" y="2091217"/>
                  </a:lnTo>
                  <a:lnTo>
                    <a:pt x="162560" y="2097024"/>
                  </a:lnTo>
                  <a:lnTo>
                    <a:pt x="1305052" y="2097024"/>
                  </a:lnTo>
                  <a:lnTo>
                    <a:pt x="1348270" y="2091217"/>
                  </a:lnTo>
                  <a:lnTo>
                    <a:pt x="1387103" y="2074831"/>
                  </a:lnTo>
                  <a:lnTo>
                    <a:pt x="1420002" y="2049414"/>
                  </a:lnTo>
                  <a:lnTo>
                    <a:pt x="1445419" y="2016515"/>
                  </a:lnTo>
                  <a:lnTo>
                    <a:pt x="1461805" y="1977682"/>
                  </a:lnTo>
                  <a:lnTo>
                    <a:pt x="1467612" y="1934464"/>
                  </a:lnTo>
                  <a:lnTo>
                    <a:pt x="1467612" y="162560"/>
                  </a:lnTo>
                  <a:lnTo>
                    <a:pt x="1461805" y="119341"/>
                  </a:lnTo>
                  <a:lnTo>
                    <a:pt x="1445419" y="80508"/>
                  </a:lnTo>
                  <a:lnTo>
                    <a:pt x="1420002" y="47609"/>
                  </a:lnTo>
                  <a:lnTo>
                    <a:pt x="1387103" y="22192"/>
                  </a:lnTo>
                  <a:lnTo>
                    <a:pt x="1348270" y="5806"/>
                  </a:lnTo>
                  <a:lnTo>
                    <a:pt x="13050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503157" y="2791205"/>
              <a:ext cx="1468120" cy="2097405"/>
            </a:xfrm>
            <a:custGeom>
              <a:avLst/>
              <a:gdLst/>
              <a:ahLst/>
              <a:cxnLst/>
              <a:rect l="l" t="t" r="r" b="b"/>
              <a:pathLst>
                <a:path w="1468120" h="2097404">
                  <a:moveTo>
                    <a:pt x="0" y="162560"/>
                  </a:moveTo>
                  <a:lnTo>
                    <a:pt x="5806" y="119341"/>
                  </a:lnTo>
                  <a:lnTo>
                    <a:pt x="22192" y="80508"/>
                  </a:lnTo>
                  <a:lnTo>
                    <a:pt x="47609" y="47609"/>
                  </a:lnTo>
                  <a:lnTo>
                    <a:pt x="80508" y="22192"/>
                  </a:lnTo>
                  <a:lnTo>
                    <a:pt x="119341" y="5806"/>
                  </a:lnTo>
                  <a:lnTo>
                    <a:pt x="162560" y="0"/>
                  </a:lnTo>
                  <a:lnTo>
                    <a:pt x="1305052" y="0"/>
                  </a:lnTo>
                  <a:lnTo>
                    <a:pt x="1348270" y="5806"/>
                  </a:lnTo>
                  <a:lnTo>
                    <a:pt x="1387103" y="22192"/>
                  </a:lnTo>
                  <a:lnTo>
                    <a:pt x="1420002" y="47609"/>
                  </a:lnTo>
                  <a:lnTo>
                    <a:pt x="1445419" y="80508"/>
                  </a:lnTo>
                  <a:lnTo>
                    <a:pt x="1461805" y="119341"/>
                  </a:lnTo>
                  <a:lnTo>
                    <a:pt x="1467612" y="162560"/>
                  </a:lnTo>
                  <a:lnTo>
                    <a:pt x="1467612" y="1934464"/>
                  </a:lnTo>
                  <a:lnTo>
                    <a:pt x="1461805" y="1977682"/>
                  </a:lnTo>
                  <a:lnTo>
                    <a:pt x="1445419" y="2016515"/>
                  </a:lnTo>
                  <a:lnTo>
                    <a:pt x="1420002" y="2049414"/>
                  </a:lnTo>
                  <a:lnTo>
                    <a:pt x="1387103" y="2074831"/>
                  </a:lnTo>
                  <a:lnTo>
                    <a:pt x="1348270" y="2091217"/>
                  </a:lnTo>
                  <a:lnTo>
                    <a:pt x="1305052" y="2097024"/>
                  </a:lnTo>
                  <a:lnTo>
                    <a:pt x="162560" y="2097024"/>
                  </a:lnTo>
                  <a:lnTo>
                    <a:pt x="119341" y="2091217"/>
                  </a:lnTo>
                  <a:lnTo>
                    <a:pt x="80508" y="2074831"/>
                  </a:lnTo>
                  <a:lnTo>
                    <a:pt x="47609" y="2049414"/>
                  </a:lnTo>
                  <a:lnTo>
                    <a:pt x="22192" y="2016515"/>
                  </a:lnTo>
                  <a:lnTo>
                    <a:pt x="5806" y="1977682"/>
                  </a:lnTo>
                  <a:lnTo>
                    <a:pt x="0" y="1934464"/>
                  </a:lnTo>
                  <a:lnTo>
                    <a:pt x="0" y="162560"/>
                  </a:lnTo>
                  <a:close/>
                </a:path>
              </a:pathLst>
            </a:custGeom>
            <a:ln w="2857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10" name="object 10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11" name="object 1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53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0"/>
              <a:t>Root</a:t>
            </a:r>
            <a:r>
              <a:rPr dirty="0" spc="-85"/>
              <a:t> </a:t>
            </a:r>
            <a:r>
              <a:rPr dirty="0" spc="85"/>
              <a:t>Cause</a:t>
            </a:r>
            <a:r>
              <a:rPr dirty="0" spc="-90"/>
              <a:t> </a:t>
            </a:r>
            <a:r>
              <a:rPr dirty="0" spc="60"/>
              <a:t>Revealing</a:t>
            </a:r>
            <a:r>
              <a:rPr dirty="0" spc="-110"/>
              <a:t> </a:t>
            </a:r>
            <a:r>
              <a:rPr dirty="0" spc="60"/>
              <a:t>Behavior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3692" y="1314957"/>
            <a:ext cx="34004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000" spc="75">
                <a:latin typeface="Tahoma"/>
                <a:cs typeface="Tahoma"/>
              </a:rPr>
              <a:t>CVE-</a:t>
            </a:r>
            <a:r>
              <a:rPr dirty="0" sz="2000" spc="90">
                <a:latin typeface="Tahoma"/>
                <a:cs typeface="Tahoma"/>
              </a:rPr>
              <a:t>2019-</a:t>
            </a:r>
            <a:r>
              <a:rPr dirty="0" sz="2000" spc="114">
                <a:latin typeface="Tahoma"/>
                <a:cs typeface="Tahoma"/>
              </a:rPr>
              <a:t>6977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requires...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1139" y="2563367"/>
            <a:ext cx="3834765" cy="192214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525"/>
              </a:spcBef>
            </a:pPr>
            <a:r>
              <a:rPr dirty="0" sz="1200" spc="-10">
                <a:latin typeface="Consolas"/>
                <a:cs typeface="Consolas"/>
              </a:rPr>
              <a:t>&lt;?php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$img1</a:t>
            </a:r>
            <a:r>
              <a:rPr dirty="0" sz="1200" spc="-4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5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imagecreatetrucolor(0xfff,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</a:t>
            </a:r>
            <a:endParaRPr sz="1200">
              <a:latin typeface="Consolas"/>
              <a:cs typeface="Consolas"/>
            </a:endParaRPr>
          </a:p>
          <a:p>
            <a:pPr marL="259079" marR="622300">
              <a:lnSpc>
                <a:spcPct val="125000"/>
              </a:lnSpc>
            </a:pPr>
            <a:r>
              <a:rPr dirty="0" sz="1200">
                <a:latin typeface="Consolas"/>
                <a:cs typeface="Consolas"/>
              </a:rPr>
              <a:t>$img2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imgcreate(0xfff,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 </a:t>
            </a:r>
            <a:r>
              <a:rPr dirty="0" sz="1200">
                <a:latin typeface="Consolas"/>
                <a:cs typeface="Consolas"/>
              </a:rPr>
              <a:t>imagecolorallocate($img2,</a:t>
            </a:r>
            <a:r>
              <a:rPr dirty="0" sz="1200" spc="-5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25">
                <a:latin typeface="Consolas"/>
                <a:cs typeface="Consolas"/>
              </a:rPr>
              <a:t>0);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Consolas"/>
              <a:cs typeface="Consolas"/>
            </a:endParaRPr>
          </a:p>
          <a:p>
            <a:pPr marL="259079" marR="791210">
              <a:lnSpc>
                <a:spcPct val="125000"/>
              </a:lnSpc>
              <a:spcBef>
                <a:spcPts val="5"/>
              </a:spcBef>
            </a:pPr>
            <a:r>
              <a:rPr dirty="0" sz="1200">
                <a:latin typeface="Consolas"/>
                <a:cs typeface="Consolas"/>
              </a:rPr>
              <a:t>imagesetpixel($img2,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0x80); </a:t>
            </a:r>
            <a:r>
              <a:rPr dirty="0" sz="1200">
                <a:latin typeface="Consolas"/>
                <a:cs typeface="Consolas"/>
              </a:rPr>
              <a:t>imagecolormatch($img1,</a:t>
            </a:r>
            <a:r>
              <a:rPr dirty="0" sz="1200" spc="-10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$img2);</a:t>
            </a:r>
            <a:endParaRPr sz="12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359"/>
              </a:spcBef>
            </a:pPr>
            <a:r>
              <a:rPr dirty="0" sz="1200" spc="-25">
                <a:latin typeface="Consolas"/>
                <a:cs typeface="Consolas"/>
              </a:rPr>
              <a:t>?&gt;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6476" y="2449067"/>
            <a:ext cx="3834765" cy="21520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515"/>
              </a:spcBef>
            </a:pPr>
            <a:r>
              <a:rPr dirty="0" sz="1200" spc="-10">
                <a:latin typeface="Consolas"/>
                <a:cs typeface="Consolas"/>
              </a:rPr>
              <a:t>&lt;?php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$img1</a:t>
            </a:r>
            <a:r>
              <a:rPr dirty="0" sz="1200" spc="-4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5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imagecreatetrucolor(0xfff,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</a:t>
            </a:r>
            <a:endParaRPr sz="1200">
              <a:latin typeface="Consolas"/>
              <a:cs typeface="Consolas"/>
            </a:endParaRPr>
          </a:p>
          <a:p>
            <a:pPr marL="259079" marR="876935">
              <a:lnSpc>
                <a:spcPts val="1800"/>
              </a:lnSpc>
              <a:spcBef>
                <a:spcPts val="120"/>
              </a:spcBef>
            </a:pPr>
            <a:r>
              <a:rPr dirty="0" sz="1200">
                <a:latin typeface="Consolas"/>
                <a:cs typeface="Consolas"/>
              </a:rPr>
              <a:t>$img2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imgcreate(0xfff,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for</a:t>
            </a:r>
            <a:r>
              <a:rPr dirty="0" sz="1200" spc="-1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($i</a:t>
            </a:r>
            <a:r>
              <a:rPr dirty="0" sz="1200" spc="-1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=</a:t>
            </a:r>
            <a:r>
              <a:rPr dirty="0" sz="1200" spc="-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0;</a:t>
            </a:r>
            <a:r>
              <a:rPr dirty="0" sz="1200" spc="-1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$i</a:t>
            </a:r>
            <a:r>
              <a:rPr dirty="0" sz="1200" spc="-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&lt;</a:t>
            </a:r>
            <a:r>
              <a:rPr dirty="0" sz="1200" spc="-1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255;</a:t>
            </a:r>
            <a:r>
              <a:rPr dirty="0" sz="1200" spc="-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$i+=1)</a:t>
            </a:r>
            <a:r>
              <a:rPr dirty="0" sz="1200" spc="-1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 spc="-50">
                <a:solidFill>
                  <a:srgbClr val="C00000"/>
                </a:solidFill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  <a:spcBef>
                <a:spcPts val="245"/>
              </a:spcBef>
            </a:pP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imagecolorallocate($img2,</a:t>
            </a:r>
            <a:r>
              <a:rPr dirty="0" sz="1200" spc="-3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0,</a:t>
            </a:r>
            <a:r>
              <a:rPr dirty="0" sz="1200" spc="-4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0,</a:t>
            </a:r>
            <a:r>
              <a:rPr dirty="0" sz="1200" spc="-3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C00000"/>
                </a:solidFill>
                <a:latin typeface="Consolas"/>
                <a:cs typeface="Consolas"/>
              </a:rPr>
              <a:t>0);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solidFill>
                  <a:srgbClr val="C00000"/>
                </a:solidFill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259079" marR="791210">
              <a:lnSpc>
                <a:spcPct val="125000"/>
              </a:lnSpc>
            </a:pPr>
            <a:r>
              <a:rPr dirty="0" sz="1200">
                <a:latin typeface="Consolas"/>
                <a:cs typeface="Consolas"/>
              </a:rPr>
              <a:t>imagesetpixel($img2,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0x80); </a:t>
            </a:r>
            <a:r>
              <a:rPr dirty="0" sz="1200">
                <a:latin typeface="Consolas"/>
                <a:cs typeface="Consolas"/>
              </a:rPr>
              <a:t>imagecolormatch($img1,</a:t>
            </a:r>
            <a:r>
              <a:rPr dirty="0" sz="1200" spc="-10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$img2);</a:t>
            </a:r>
            <a:endParaRPr sz="12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?&gt;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543169" y="3228213"/>
            <a:ext cx="1107440" cy="593725"/>
            <a:chOff x="5543169" y="3228213"/>
            <a:chExt cx="1107440" cy="593725"/>
          </a:xfrm>
        </p:grpSpPr>
        <p:sp>
          <p:nvSpPr>
            <p:cNvPr id="7" name="object 7"/>
            <p:cNvSpPr/>
            <p:nvPr/>
          </p:nvSpPr>
          <p:spPr>
            <a:xfrm>
              <a:off x="5552694" y="3237738"/>
              <a:ext cx="1088390" cy="574675"/>
            </a:xfrm>
            <a:custGeom>
              <a:avLst/>
              <a:gdLst/>
              <a:ahLst/>
              <a:cxnLst/>
              <a:rect l="l" t="t" r="r" b="b"/>
              <a:pathLst>
                <a:path w="1088390" h="574675">
                  <a:moveTo>
                    <a:pt x="800861" y="0"/>
                  </a:moveTo>
                  <a:lnTo>
                    <a:pt x="800861" y="143637"/>
                  </a:lnTo>
                  <a:lnTo>
                    <a:pt x="0" y="143637"/>
                  </a:lnTo>
                  <a:lnTo>
                    <a:pt x="0" y="430911"/>
                  </a:lnTo>
                  <a:lnTo>
                    <a:pt x="800861" y="430911"/>
                  </a:lnTo>
                  <a:lnTo>
                    <a:pt x="800861" y="574548"/>
                  </a:lnTo>
                  <a:lnTo>
                    <a:pt x="1088135" y="287274"/>
                  </a:lnTo>
                  <a:lnTo>
                    <a:pt x="80086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552694" y="3237738"/>
              <a:ext cx="1088390" cy="574675"/>
            </a:xfrm>
            <a:custGeom>
              <a:avLst/>
              <a:gdLst/>
              <a:ahLst/>
              <a:cxnLst/>
              <a:rect l="l" t="t" r="r" b="b"/>
              <a:pathLst>
                <a:path w="1088390" h="574675">
                  <a:moveTo>
                    <a:pt x="0" y="143637"/>
                  </a:moveTo>
                  <a:lnTo>
                    <a:pt x="800861" y="143637"/>
                  </a:lnTo>
                  <a:lnTo>
                    <a:pt x="800861" y="0"/>
                  </a:lnTo>
                  <a:lnTo>
                    <a:pt x="1088135" y="287274"/>
                  </a:lnTo>
                  <a:lnTo>
                    <a:pt x="800861" y="574548"/>
                  </a:lnTo>
                  <a:lnTo>
                    <a:pt x="800861" y="430911"/>
                  </a:lnTo>
                  <a:lnTo>
                    <a:pt x="0" y="430911"/>
                  </a:lnTo>
                  <a:lnTo>
                    <a:pt x="0" y="143637"/>
                  </a:lnTo>
                  <a:close/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819394" y="2619197"/>
            <a:ext cx="509270" cy="575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latin typeface="Malgun Gothic"/>
                <a:cs typeface="Malgun Gothic"/>
              </a:rPr>
              <a:t>NOT</a:t>
            </a:r>
            <a:endParaRPr sz="1800">
              <a:latin typeface="Malgun Gothic"/>
              <a:cs typeface="Malgun Gothic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1800" spc="-20" b="1">
                <a:latin typeface="Malgun Gothic"/>
                <a:cs typeface="Malgun Gothic"/>
              </a:rPr>
              <a:t>easy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53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104257" y="2622930"/>
            <a:ext cx="198373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35">
                <a:solidFill>
                  <a:srgbClr val="252525"/>
                </a:solidFill>
              </a:rPr>
              <a:t>Our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 spc="-50">
                <a:solidFill>
                  <a:srgbClr val="252525"/>
                </a:solidFill>
              </a:rPr>
              <a:t>Idea: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17191" y="3446145"/>
            <a:ext cx="73552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110">
                <a:solidFill>
                  <a:srgbClr val="252525"/>
                </a:solidFill>
                <a:latin typeface="Tahoma"/>
                <a:cs typeface="Tahoma"/>
              </a:rPr>
              <a:t>Under-</a:t>
            </a:r>
            <a:r>
              <a:rPr dirty="0" sz="3600" spc="105">
                <a:solidFill>
                  <a:srgbClr val="252525"/>
                </a:solidFill>
                <a:latin typeface="Tahoma"/>
                <a:cs typeface="Tahoma"/>
              </a:rPr>
              <a:t>Constrained</a:t>
            </a:r>
            <a:r>
              <a:rPr dirty="0" sz="3600" spc="-8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3600" spc="5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3600" spc="-10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3600" spc="185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76802" y="4623133"/>
            <a:ext cx="4436745" cy="939800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95"/>
              </a:spcBef>
            </a:pPr>
            <a:r>
              <a:rPr dirty="0" sz="2000" spc="140">
                <a:latin typeface="Tahoma"/>
                <a:cs typeface="Tahoma"/>
              </a:rPr>
              <a:t>We</a:t>
            </a:r>
            <a:r>
              <a:rPr dirty="0" sz="2000">
                <a:latin typeface="Tahoma"/>
                <a:cs typeface="Tahoma"/>
              </a:rPr>
              <a:t> forcefully</a:t>
            </a:r>
            <a:r>
              <a:rPr dirty="0" sz="2000" spc="-1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mutate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b="1">
                <a:latin typeface="Arial"/>
                <a:cs typeface="Arial"/>
              </a:rPr>
              <a:t>a</a:t>
            </a:r>
            <a:r>
              <a:rPr dirty="0" sz="2000" spc="6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program</a:t>
            </a:r>
            <a:r>
              <a:rPr dirty="0" sz="2000" spc="5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state</a:t>
            </a:r>
            <a:endParaRPr sz="2000">
              <a:latin typeface="Arial"/>
              <a:cs typeface="Arial"/>
            </a:endParaRPr>
          </a:p>
          <a:p>
            <a:pPr algn="ctr" marL="635">
              <a:lnSpc>
                <a:spcPct val="100000"/>
              </a:lnSpc>
              <a:spcBef>
                <a:spcPts val="1200"/>
              </a:spcBef>
            </a:pPr>
            <a:r>
              <a:rPr dirty="0" sz="2000" spc="60">
                <a:latin typeface="Tahoma"/>
                <a:cs typeface="Tahoma"/>
              </a:rPr>
              <a:t>in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the</a:t>
            </a:r>
            <a:r>
              <a:rPr dirty="0" sz="2000" spc="-8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middle</a:t>
            </a:r>
            <a:r>
              <a:rPr dirty="0" sz="2000" spc="-60">
                <a:latin typeface="Tahoma"/>
                <a:cs typeface="Tahoma"/>
              </a:rPr>
              <a:t> </a:t>
            </a:r>
            <a:r>
              <a:rPr dirty="0" sz="2000" spc="100">
                <a:latin typeface="Tahoma"/>
                <a:cs typeface="Tahoma"/>
              </a:rPr>
              <a:t>of</a:t>
            </a:r>
            <a:r>
              <a:rPr dirty="0" sz="2000" spc="-55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execution!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Intuition</a:t>
            </a:r>
            <a:r>
              <a:rPr dirty="0" spc="-70"/>
              <a:t> </a:t>
            </a:r>
            <a:r>
              <a:rPr dirty="0" spc="185"/>
              <a:t>of</a:t>
            </a:r>
            <a:r>
              <a:rPr dirty="0" spc="-80"/>
              <a:t> </a:t>
            </a:r>
            <a:r>
              <a:rPr dirty="0" spc="55"/>
              <a:t>State</a:t>
            </a:r>
            <a:r>
              <a:rPr dirty="0" spc="-90"/>
              <a:t> </a:t>
            </a:r>
            <a:r>
              <a:rPr dirty="0" spc="185"/>
              <a:t>Mutation</a:t>
            </a:r>
          </a:p>
        </p:txBody>
      </p:sp>
      <p:sp>
        <p:nvSpPr>
          <p:cNvPr id="5" name="object 5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8" name="object 8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50615" y="3690857"/>
            <a:ext cx="1330960" cy="109283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94310" indent="-156210">
              <a:lnSpc>
                <a:spcPct val="100000"/>
              </a:lnSpc>
              <a:spcBef>
                <a:spcPts val="495"/>
              </a:spcBef>
              <a:buChar char="*"/>
              <a:tabLst>
                <a:tab pos="194310" algn="l"/>
              </a:tabLst>
            </a:pP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196215" indent="-156210">
              <a:lnSpc>
                <a:spcPct val="100000"/>
              </a:lnSpc>
              <a:spcBef>
                <a:spcPts val="400"/>
              </a:spcBef>
              <a:buChar char="*"/>
              <a:tabLst>
                <a:tab pos="196215" algn="l"/>
              </a:tabLst>
            </a:pP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40005" marR="481330" indent="156210">
              <a:lnSpc>
                <a:spcPct val="125000"/>
              </a:lnSpc>
              <a:spcBef>
                <a:spcPts val="45"/>
              </a:spcBef>
              <a:buChar char="*"/>
              <a:tabLst>
                <a:tab pos="196215" algn="l"/>
              </a:tabLst>
            </a:pP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35" b="1">
                <a:latin typeface="Arial"/>
                <a:cs typeface="Arial"/>
              </a:rPr>
              <a:t>Check</a:t>
            </a:r>
            <a:r>
              <a:rPr dirty="0" baseline="17857" sz="2100" spc="-52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pic>
        <p:nvPicPr>
          <p:cNvPr id="12" name="object 12" descr="블랙, 어둠이(가) 표시된 사진  자동 생성된 설명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2888" y="3770376"/>
            <a:ext cx="1051560" cy="1051560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5346191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39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58683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40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947927" y="3218688"/>
            <a:ext cx="869950" cy="1021080"/>
            <a:chOff x="947927" y="3218688"/>
            <a:chExt cx="869950" cy="1021080"/>
          </a:xfrm>
        </p:grpSpPr>
        <p:pic>
          <p:nvPicPr>
            <p:cNvPr id="22" name="object 22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4621" y="3575603"/>
              <a:ext cx="563140" cy="663864"/>
            </a:xfrm>
            <a:prstGeom prst="rect">
              <a:avLst/>
            </a:prstGeom>
          </p:spPr>
        </p:pic>
        <p:pic>
          <p:nvPicPr>
            <p:cNvPr id="23" name="object 23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7927" y="3218688"/>
              <a:ext cx="542544" cy="541019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2135504" y="3610736"/>
            <a:ext cx="1106170" cy="593725"/>
            <a:chOff x="2135504" y="3610736"/>
            <a:chExt cx="1106170" cy="593725"/>
          </a:xfrm>
        </p:grpSpPr>
        <p:sp>
          <p:nvSpPr>
            <p:cNvPr id="25" name="object 25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799338" y="0"/>
                  </a:moveTo>
                  <a:lnTo>
                    <a:pt x="799338" y="143637"/>
                  </a:lnTo>
                  <a:lnTo>
                    <a:pt x="0" y="143637"/>
                  </a:lnTo>
                  <a:lnTo>
                    <a:pt x="0" y="430911"/>
                  </a:lnTo>
                  <a:lnTo>
                    <a:pt x="799338" y="430911"/>
                  </a:lnTo>
                  <a:lnTo>
                    <a:pt x="799338" y="574548"/>
                  </a:lnTo>
                  <a:lnTo>
                    <a:pt x="1086612" y="287274"/>
                  </a:lnTo>
                  <a:lnTo>
                    <a:pt x="799338" y="0"/>
                  </a:lnTo>
                  <a:close/>
                </a:path>
              </a:pathLst>
            </a:custGeom>
            <a:solidFill>
              <a:srgbClr val="4E94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0" y="143637"/>
                  </a:moveTo>
                  <a:lnTo>
                    <a:pt x="799338" y="143637"/>
                  </a:lnTo>
                  <a:lnTo>
                    <a:pt x="799338" y="0"/>
                  </a:lnTo>
                  <a:lnTo>
                    <a:pt x="1086612" y="287274"/>
                  </a:lnTo>
                  <a:lnTo>
                    <a:pt x="799338" y="574548"/>
                  </a:lnTo>
                  <a:lnTo>
                    <a:pt x="799338" y="430911"/>
                  </a:lnTo>
                  <a:lnTo>
                    <a:pt x="0" y="430911"/>
                  </a:lnTo>
                  <a:lnTo>
                    <a:pt x="0" y="143637"/>
                  </a:lnTo>
                  <a:close/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1280541" y="4445889"/>
            <a:ext cx="511809" cy="799465"/>
            <a:chOff x="1280541" y="4445889"/>
            <a:chExt cx="511809" cy="799465"/>
          </a:xfrm>
        </p:grpSpPr>
        <p:sp>
          <p:nvSpPr>
            <p:cNvPr id="28" name="object 28"/>
            <p:cNvSpPr/>
            <p:nvPr/>
          </p:nvSpPr>
          <p:spPr>
            <a:xfrm>
              <a:off x="1290066" y="4455414"/>
              <a:ext cx="492759" cy="780415"/>
            </a:xfrm>
            <a:custGeom>
              <a:avLst/>
              <a:gdLst/>
              <a:ahLst/>
              <a:cxnLst/>
              <a:rect l="l" t="t" r="r" b="b"/>
              <a:pathLst>
                <a:path w="492760" h="780414">
                  <a:moveTo>
                    <a:pt x="246125" y="0"/>
                  </a:moveTo>
                  <a:lnTo>
                    <a:pt x="0" y="246125"/>
                  </a:lnTo>
                  <a:lnTo>
                    <a:pt x="123062" y="246125"/>
                  </a:lnTo>
                  <a:lnTo>
                    <a:pt x="123062" y="780288"/>
                  </a:lnTo>
                  <a:lnTo>
                    <a:pt x="369189" y="780288"/>
                  </a:lnTo>
                  <a:lnTo>
                    <a:pt x="369189" y="246125"/>
                  </a:lnTo>
                  <a:lnTo>
                    <a:pt x="492252" y="246125"/>
                  </a:lnTo>
                  <a:lnTo>
                    <a:pt x="24612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290066" y="4455414"/>
              <a:ext cx="492759" cy="780415"/>
            </a:xfrm>
            <a:custGeom>
              <a:avLst/>
              <a:gdLst/>
              <a:ahLst/>
              <a:cxnLst/>
              <a:rect l="l" t="t" r="r" b="b"/>
              <a:pathLst>
                <a:path w="492760" h="780414">
                  <a:moveTo>
                    <a:pt x="123062" y="780288"/>
                  </a:moveTo>
                  <a:lnTo>
                    <a:pt x="123062" y="246125"/>
                  </a:lnTo>
                  <a:lnTo>
                    <a:pt x="0" y="246125"/>
                  </a:lnTo>
                  <a:lnTo>
                    <a:pt x="246125" y="0"/>
                  </a:lnTo>
                  <a:lnTo>
                    <a:pt x="492252" y="246125"/>
                  </a:lnTo>
                  <a:lnTo>
                    <a:pt x="369189" y="246125"/>
                  </a:lnTo>
                  <a:lnTo>
                    <a:pt x="369189" y="780288"/>
                  </a:lnTo>
                  <a:lnTo>
                    <a:pt x="123062" y="78028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031544" y="5370646"/>
            <a:ext cx="1009015" cy="71247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Mutation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here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60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Intuition</a:t>
            </a:r>
            <a:r>
              <a:rPr dirty="0" spc="-70"/>
              <a:t> </a:t>
            </a:r>
            <a:r>
              <a:rPr dirty="0" spc="185"/>
              <a:t>of</a:t>
            </a:r>
            <a:r>
              <a:rPr dirty="0" spc="-80"/>
              <a:t> </a:t>
            </a:r>
            <a:r>
              <a:rPr dirty="0" spc="55"/>
              <a:t>State</a:t>
            </a:r>
            <a:r>
              <a:rPr dirty="0" spc="-90"/>
              <a:t> </a:t>
            </a:r>
            <a:r>
              <a:rPr dirty="0" spc="185"/>
              <a:t>Mutation</a:t>
            </a:r>
          </a:p>
        </p:txBody>
      </p:sp>
      <p:sp>
        <p:nvSpPr>
          <p:cNvPr id="5" name="object 5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8" name="object 8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50615" y="3690857"/>
            <a:ext cx="1330960" cy="109283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94310" indent="-156210">
              <a:lnSpc>
                <a:spcPct val="100000"/>
              </a:lnSpc>
              <a:spcBef>
                <a:spcPts val="495"/>
              </a:spcBef>
              <a:buChar char="*"/>
              <a:tabLst>
                <a:tab pos="194310" algn="l"/>
              </a:tabLst>
            </a:pP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196215" indent="-156210">
              <a:lnSpc>
                <a:spcPct val="100000"/>
              </a:lnSpc>
              <a:spcBef>
                <a:spcPts val="400"/>
              </a:spcBef>
              <a:buChar char="*"/>
              <a:tabLst>
                <a:tab pos="196215" algn="l"/>
              </a:tabLst>
            </a:pP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40005" marR="481330" indent="156210">
              <a:lnSpc>
                <a:spcPct val="125000"/>
              </a:lnSpc>
              <a:spcBef>
                <a:spcPts val="45"/>
              </a:spcBef>
              <a:buChar char="*"/>
              <a:tabLst>
                <a:tab pos="196215" algn="l"/>
              </a:tabLst>
            </a:pP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35" b="1">
                <a:latin typeface="Arial"/>
                <a:cs typeface="Arial"/>
              </a:rPr>
              <a:t>Check</a:t>
            </a:r>
            <a:r>
              <a:rPr dirty="0" baseline="17857" sz="2100" spc="-52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16" name="object 16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17" name="object 17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1280541" y="4445889"/>
            <a:ext cx="511809" cy="799465"/>
            <a:chOff x="1280541" y="4445889"/>
            <a:chExt cx="511809" cy="799465"/>
          </a:xfrm>
        </p:grpSpPr>
        <p:sp>
          <p:nvSpPr>
            <p:cNvPr id="19" name="object 19"/>
            <p:cNvSpPr/>
            <p:nvPr/>
          </p:nvSpPr>
          <p:spPr>
            <a:xfrm>
              <a:off x="1290066" y="4455414"/>
              <a:ext cx="492759" cy="780415"/>
            </a:xfrm>
            <a:custGeom>
              <a:avLst/>
              <a:gdLst/>
              <a:ahLst/>
              <a:cxnLst/>
              <a:rect l="l" t="t" r="r" b="b"/>
              <a:pathLst>
                <a:path w="492760" h="780414">
                  <a:moveTo>
                    <a:pt x="246125" y="0"/>
                  </a:moveTo>
                  <a:lnTo>
                    <a:pt x="0" y="246125"/>
                  </a:lnTo>
                  <a:lnTo>
                    <a:pt x="123062" y="246125"/>
                  </a:lnTo>
                  <a:lnTo>
                    <a:pt x="123062" y="780288"/>
                  </a:lnTo>
                  <a:lnTo>
                    <a:pt x="369189" y="780288"/>
                  </a:lnTo>
                  <a:lnTo>
                    <a:pt x="369189" y="246125"/>
                  </a:lnTo>
                  <a:lnTo>
                    <a:pt x="492252" y="246125"/>
                  </a:lnTo>
                  <a:lnTo>
                    <a:pt x="24612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290066" y="4455414"/>
              <a:ext cx="492759" cy="780415"/>
            </a:xfrm>
            <a:custGeom>
              <a:avLst/>
              <a:gdLst/>
              <a:ahLst/>
              <a:cxnLst/>
              <a:rect l="l" t="t" r="r" b="b"/>
              <a:pathLst>
                <a:path w="492760" h="780414">
                  <a:moveTo>
                    <a:pt x="123062" y="780288"/>
                  </a:moveTo>
                  <a:lnTo>
                    <a:pt x="123062" y="246125"/>
                  </a:lnTo>
                  <a:lnTo>
                    <a:pt x="0" y="246125"/>
                  </a:lnTo>
                  <a:lnTo>
                    <a:pt x="246125" y="0"/>
                  </a:lnTo>
                  <a:lnTo>
                    <a:pt x="492252" y="246125"/>
                  </a:lnTo>
                  <a:lnTo>
                    <a:pt x="369189" y="246125"/>
                  </a:lnTo>
                  <a:lnTo>
                    <a:pt x="369189" y="780288"/>
                  </a:lnTo>
                  <a:lnTo>
                    <a:pt x="123062" y="78028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1635442" y="1656778"/>
            <a:ext cx="6710045" cy="3488054"/>
            <a:chOff x="1635442" y="1656778"/>
            <a:chExt cx="6710045" cy="3488054"/>
          </a:xfrm>
        </p:grpSpPr>
        <p:pic>
          <p:nvPicPr>
            <p:cNvPr id="22" name="object 22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2888" y="3770376"/>
              <a:ext cx="1051560" cy="105156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346192" y="3685031"/>
              <a:ext cx="2999740" cy="426720"/>
            </a:xfrm>
            <a:custGeom>
              <a:avLst/>
              <a:gdLst/>
              <a:ahLst/>
              <a:cxnLst/>
              <a:rect l="l" t="t" r="r" b="b"/>
              <a:pathLst>
                <a:path w="2999740" h="426720">
                  <a:moveTo>
                    <a:pt x="586740" y="213360"/>
                  </a:moveTo>
                  <a:lnTo>
                    <a:pt x="373380" y="0"/>
                  </a:lnTo>
                  <a:lnTo>
                    <a:pt x="373380" y="106680"/>
                  </a:lnTo>
                  <a:lnTo>
                    <a:pt x="0" y="106680"/>
                  </a:lnTo>
                  <a:lnTo>
                    <a:pt x="0" y="320040"/>
                  </a:lnTo>
                  <a:lnTo>
                    <a:pt x="373380" y="320040"/>
                  </a:lnTo>
                  <a:lnTo>
                    <a:pt x="373380" y="426720"/>
                  </a:lnTo>
                  <a:lnTo>
                    <a:pt x="586740" y="213360"/>
                  </a:lnTo>
                  <a:close/>
                </a:path>
                <a:path w="2999740" h="426720">
                  <a:moveTo>
                    <a:pt x="2999232" y="213360"/>
                  </a:moveTo>
                  <a:lnTo>
                    <a:pt x="2785872" y="0"/>
                  </a:lnTo>
                  <a:lnTo>
                    <a:pt x="2785872" y="106680"/>
                  </a:lnTo>
                  <a:lnTo>
                    <a:pt x="2412492" y="106680"/>
                  </a:lnTo>
                  <a:lnTo>
                    <a:pt x="2412492" y="320040"/>
                  </a:lnTo>
                  <a:lnTo>
                    <a:pt x="2785872" y="320040"/>
                  </a:lnTo>
                  <a:lnTo>
                    <a:pt x="2785872" y="426720"/>
                  </a:lnTo>
                  <a:lnTo>
                    <a:pt x="2999232" y="213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799338" y="0"/>
                  </a:moveTo>
                  <a:lnTo>
                    <a:pt x="799338" y="143637"/>
                  </a:lnTo>
                  <a:lnTo>
                    <a:pt x="0" y="143637"/>
                  </a:lnTo>
                  <a:lnTo>
                    <a:pt x="0" y="430911"/>
                  </a:lnTo>
                  <a:lnTo>
                    <a:pt x="799338" y="430911"/>
                  </a:lnTo>
                  <a:lnTo>
                    <a:pt x="799338" y="574548"/>
                  </a:lnTo>
                  <a:lnTo>
                    <a:pt x="1086612" y="287274"/>
                  </a:lnTo>
                  <a:lnTo>
                    <a:pt x="799338" y="0"/>
                  </a:lnTo>
                  <a:close/>
                </a:path>
              </a:pathLst>
            </a:custGeom>
            <a:solidFill>
              <a:srgbClr val="4E94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0" y="143637"/>
                  </a:moveTo>
                  <a:lnTo>
                    <a:pt x="799338" y="143637"/>
                  </a:lnTo>
                  <a:lnTo>
                    <a:pt x="799338" y="0"/>
                  </a:lnTo>
                  <a:lnTo>
                    <a:pt x="1086612" y="287274"/>
                  </a:lnTo>
                  <a:lnTo>
                    <a:pt x="799338" y="574548"/>
                  </a:lnTo>
                  <a:lnTo>
                    <a:pt x="799338" y="430911"/>
                  </a:lnTo>
                  <a:lnTo>
                    <a:pt x="0" y="430911"/>
                  </a:lnTo>
                  <a:lnTo>
                    <a:pt x="0" y="143637"/>
                  </a:lnTo>
                  <a:close/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441953" y="2548890"/>
              <a:ext cx="4261485" cy="2581910"/>
            </a:xfrm>
            <a:custGeom>
              <a:avLst/>
              <a:gdLst/>
              <a:ahLst/>
              <a:cxnLst/>
              <a:rect l="l" t="t" r="r" b="b"/>
              <a:pathLst>
                <a:path w="4261484" h="258191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4024884" y="0"/>
                  </a:lnTo>
                  <a:lnTo>
                    <a:pt x="4072481" y="4800"/>
                  </a:lnTo>
                  <a:lnTo>
                    <a:pt x="4116818" y="18567"/>
                  </a:lnTo>
                  <a:lnTo>
                    <a:pt x="4156942" y="40351"/>
                  </a:lnTo>
                  <a:lnTo>
                    <a:pt x="4191904" y="69199"/>
                  </a:lnTo>
                  <a:lnTo>
                    <a:pt x="4220752" y="104161"/>
                  </a:lnTo>
                  <a:lnTo>
                    <a:pt x="4242536" y="144285"/>
                  </a:lnTo>
                  <a:lnTo>
                    <a:pt x="4256303" y="188622"/>
                  </a:lnTo>
                  <a:lnTo>
                    <a:pt x="4261104" y="236220"/>
                  </a:lnTo>
                  <a:lnTo>
                    <a:pt x="4261104" y="2345436"/>
                  </a:lnTo>
                  <a:lnTo>
                    <a:pt x="4256303" y="2393033"/>
                  </a:lnTo>
                  <a:lnTo>
                    <a:pt x="4242536" y="2437370"/>
                  </a:lnTo>
                  <a:lnTo>
                    <a:pt x="4220752" y="2477494"/>
                  </a:lnTo>
                  <a:lnTo>
                    <a:pt x="4191904" y="2512456"/>
                  </a:lnTo>
                  <a:lnTo>
                    <a:pt x="4156942" y="2541304"/>
                  </a:lnTo>
                  <a:lnTo>
                    <a:pt x="4116818" y="2563088"/>
                  </a:lnTo>
                  <a:lnTo>
                    <a:pt x="4072481" y="2576855"/>
                  </a:lnTo>
                  <a:lnTo>
                    <a:pt x="4024884" y="2581656"/>
                  </a:lnTo>
                  <a:lnTo>
                    <a:pt x="236220" y="2581656"/>
                  </a:lnTo>
                  <a:lnTo>
                    <a:pt x="188622" y="2576855"/>
                  </a:lnTo>
                  <a:lnTo>
                    <a:pt x="144285" y="2563088"/>
                  </a:lnTo>
                  <a:lnTo>
                    <a:pt x="104161" y="2541304"/>
                  </a:lnTo>
                  <a:lnTo>
                    <a:pt x="69199" y="2512456"/>
                  </a:lnTo>
                  <a:lnTo>
                    <a:pt x="40351" y="2477494"/>
                  </a:lnTo>
                  <a:lnTo>
                    <a:pt x="18567" y="2437370"/>
                  </a:lnTo>
                  <a:lnTo>
                    <a:pt x="4800" y="2393033"/>
                  </a:lnTo>
                  <a:lnTo>
                    <a:pt x="0" y="2345436"/>
                  </a:lnTo>
                  <a:lnTo>
                    <a:pt x="0" y="23622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649729" y="1671066"/>
              <a:ext cx="5104130" cy="945515"/>
            </a:xfrm>
            <a:custGeom>
              <a:avLst/>
              <a:gdLst/>
              <a:ahLst/>
              <a:cxnLst/>
              <a:rect l="l" t="t" r="r" b="b"/>
              <a:pathLst>
                <a:path w="5104130" h="945514">
                  <a:moveTo>
                    <a:pt x="2126615" y="516636"/>
                  </a:moveTo>
                  <a:lnTo>
                    <a:pt x="850645" y="516636"/>
                  </a:lnTo>
                  <a:lnTo>
                    <a:pt x="2320290" y="945134"/>
                  </a:lnTo>
                  <a:lnTo>
                    <a:pt x="2126615" y="516636"/>
                  </a:lnTo>
                  <a:close/>
                </a:path>
                <a:path w="5104130" h="945514">
                  <a:moveTo>
                    <a:pt x="5017770" y="0"/>
                  </a:moveTo>
                  <a:lnTo>
                    <a:pt x="86106" y="0"/>
                  </a:lnTo>
                  <a:lnTo>
                    <a:pt x="52613" y="6774"/>
                  </a:lnTo>
                  <a:lnTo>
                    <a:pt x="25241" y="25241"/>
                  </a:lnTo>
                  <a:lnTo>
                    <a:pt x="6774" y="52613"/>
                  </a:lnTo>
                  <a:lnTo>
                    <a:pt x="0" y="86106"/>
                  </a:lnTo>
                  <a:lnTo>
                    <a:pt x="0" y="430530"/>
                  </a:lnTo>
                  <a:lnTo>
                    <a:pt x="6774" y="464022"/>
                  </a:lnTo>
                  <a:lnTo>
                    <a:pt x="25241" y="491394"/>
                  </a:lnTo>
                  <a:lnTo>
                    <a:pt x="52613" y="509861"/>
                  </a:lnTo>
                  <a:lnTo>
                    <a:pt x="86106" y="516636"/>
                  </a:lnTo>
                  <a:lnTo>
                    <a:pt x="5017770" y="516636"/>
                  </a:lnTo>
                  <a:lnTo>
                    <a:pt x="5051262" y="509861"/>
                  </a:lnTo>
                  <a:lnTo>
                    <a:pt x="5078634" y="491394"/>
                  </a:lnTo>
                  <a:lnTo>
                    <a:pt x="5097101" y="464022"/>
                  </a:lnTo>
                  <a:lnTo>
                    <a:pt x="5103876" y="430530"/>
                  </a:lnTo>
                  <a:lnTo>
                    <a:pt x="5103876" y="86106"/>
                  </a:lnTo>
                  <a:lnTo>
                    <a:pt x="5097101" y="52613"/>
                  </a:lnTo>
                  <a:lnTo>
                    <a:pt x="5078634" y="25241"/>
                  </a:lnTo>
                  <a:lnTo>
                    <a:pt x="5051262" y="6774"/>
                  </a:lnTo>
                  <a:lnTo>
                    <a:pt x="50177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1649729" y="1671066"/>
              <a:ext cx="5104130" cy="945515"/>
            </a:xfrm>
            <a:custGeom>
              <a:avLst/>
              <a:gdLst/>
              <a:ahLst/>
              <a:cxnLst/>
              <a:rect l="l" t="t" r="r" b="b"/>
              <a:pathLst>
                <a:path w="5104130" h="945514">
                  <a:moveTo>
                    <a:pt x="0" y="86106"/>
                  </a:moveTo>
                  <a:lnTo>
                    <a:pt x="6774" y="52613"/>
                  </a:lnTo>
                  <a:lnTo>
                    <a:pt x="25241" y="25241"/>
                  </a:lnTo>
                  <a:lnTo>
                    <a:pt x="52613" y="6774"/>
                  </a:lnTo>
                  <a:lnTo>
                    <a:pt x="86106" y="0"/>
                  </a:lnTo>
                  <a:lnTo>
                    <a:pt x="850645" y="0"/>
                  </a:lnTo>
                  <a:lnTo>
                    <a:pt x="2126615" y="0"/>
                  </a:lnTo>
                  <a:lnTo>
                    <a:pt x="5017770" y="0"/>
                  </a:lnTo>
                  <a:lnTo>
                    <a:pt x="5051262" y="6774"/>
                  </a:lnTo>
                  <a:lnTo>
                    <a:pt x="5078634" y="25241"/>
                  </a:lnTo>
                  <a:lnTo>
                    <a:pt x="5097101" y="52613"/>
                  </a:lnTo>
                  <a:lnTo>
                    <a:pt x="5103876" y="86106"/>
                  </a:lnTo>
                  <a:lnTo>
                    <a:pt x="5103876" y="301371"/>
                  </a:lnTo>
                  <a:lnTo>
                    <a:pt x="5103876" y="430530"/>
                  </a:lnTo>
                  <a:lnTo>
                    <a:pt x="5097101" y="464022"/>
                  </a:lnTo>
                  <a:lnTo>
                    <a:pt x="5078634" y="491394"/>
                  </a:lnTo>
                  <a:lnTo>
                    <a:pt x="5051262" y="509861"/>
                  </a:lnTo>
                  <a:lnTo>
                    <a:pt x="5017770" y="516636"/>
                  </a:lnTo>
                  <a:lnTo>
                    <a:pt x="2126615" y="516636"/>
                  </a:lnTo>
                  <a:lnTo>
                    <a:pt x="2320290" y="945134"/>
                  </a:lnTo>
                  <a:lnTo>
                    <a:pt x="850645" y="516636"/>
                  </a:lnTo>
                  <a:lnTo>
                    <a:pt x="86106" y="516636"/>
                  </a:lnTo>
                  <a:lnTo>
                    <a:pt x="52613" y="509861"/>
                  </a:lnTo>
                  <a:lnTo>
                    <a:pt x="25241" y="491394"/>
                  </a:lnTo>
                  <a:lnTo>
                    <a:pt x="6774" y="464022"/>
                  </a:lnTo>
                  <a:lnTo>
                    <a:pt x="0" y="430530"/>
                  </a:lnTo>
                  <a:lnTo>
                    <a:pt x="0" y="301371"/>
                  </a:lnTo>
                  <a:lnTo>
                    <a:pt x="0" y="86106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947927" y="3218688"/>
            <a:ext cx="869950" cy="1021080"/>
            <a:chOff x="947927" y="3218688"/>
            <a:chExt cx="869950" cy="1021080"/>
          </a:xfrm>
        </p:grpSpPr>
        <p:pic>
          <p:nvPicPr>
            <p:cNvPr id="30" name="object 30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4621" y="3575603"/>
              <a:ext cx="563140" cy="663864"/>
            </a:xfrm>
            <a:prstGeom prst="rect">
              <a:avLst/>
            </a:prstGeom>
          </p:spPr>
        </p:pic>
        <p:pic>
          <p:nvPicPr>
            <p:cNvPr id="31" name="object 31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927" y="3218688"/>
              <a:ext cx="542544" cy="54101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1031544" y="5370646"/>
            <a:ext cx="1009015" cy="712470"/>
          </a:xfrm>
          <a:prstGeom prst="rect">
            <a:avLst/>
          </a:prstGeom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Mutation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here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774698" y="1757629"/>
            <a:ext cx="485330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Arial"/>
                <a:cs typeface="Arial"/>
              </a:rPr>
              <a:t>It</a:t>
            </a:r>
            <a:r>
              <a:rPr dirty="0" sz="2000" spc="-9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must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spc="-155" b="1">
                <a:latin typeface="Arial"/>
                <a:cs typeface="Arial"/>
              </a:rPr>
              <a:t>pass</a:t>
            </a:r>
            <a:r>
              <a:rPr dirty="0" sz="2000" spc="-10" b="1">
                <a:latin typeface="Arial"/>
                <a:cs typeface="Arial"/>
              </a:rPr>
              <a:t> </a:t>
            </a:r>
            <a:r>
              <a:rPr dirty="0" sz="2000" b="1">
                <a:latin typeface="Arial"/>
                <a:cs typeface="Arial"/>
              </a:rPr>
              <a:t>through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40" b="1">
                <a:latin typeface="Arial"/>
                <a:cs typeface="Arial"/>
              </a:rPr>
              <a:t>complex</a:t>
            </a:r>
            <a:r>
              <a:rPr dirty="0" sz="2000" spc="-55" b="1">
                <a:latin typeface="Arial"/>
                <a:cs typeface="Arial"/>
              </a:rPr>
              <a:t> </a:t>
            </a:r>
            <a:r>
              <a:rPr dirty="0" sz="2000" spc="-45" b="1">
                <a:latin typeface="Arial"/>
                <a:cs typeface="Arial"/>
              </a:rPr>
              <a:t>constraints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4" name="object 34" descr="블랙, 어둠이(가) 표시된 사진  자동 생성된 설명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98192" y="3226307"/>
            <a:ext cx="569976" cy="569976"/>
          </a:xfrm>
          <a:prstGeom prst="rect">
            <a:avLst/>
          </a:prstGeom>
        </p:spPr>
      </p:pic>
      <p:sp>
        <p:nvSpPr>
          <p:cNvPr id="35" name="object 3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60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Intuition</a:t>
            </a:r>
            <a:r>
              <a:rPr dirty="0" spc="-70"/>
              <a:t> </a:t>
            </a:r>
            <a:r>
              <a:rPr dirty="0" spc="185"/>
              <a:t>of</a:t>
            </a:r>
            <a:r>
              <a:rPr dirty="0" spc="-80"/>
              <a:t> </a:t>
            </a:r>
            <a:r>
              <a:rPr dirty="0" spc="55"/>
              <a:t>State</a:t>
            </a:r>
            <a:r>
              <a:rPr dirty="0" spc="-90"/>
              <a:t> </a:t>
            </a:r>
            <a:r>
              <a:rPr dirty="0" spc="185"/>
              <a:t>Mutation</a:t>
            </a:r>
          </a:p>
        </p:txBody>
      </p:sp>
      <p:sp>
        <p:nvSpPr>
          <p:cNvPr id="5" name="object 5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8" name="object 8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50615" y="3690857"/>
            <a:ext cx="1330960" cy="1092835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94310" indent="-156210">
              <a:lnSpc>
                <a:spcPct val="100000"/>
              </a:lnSpc>
              <a:spcBef>
                <a:spcPts val="495"/>
              </a:spcBef>
              <a:buChar char="*"/>
              <a:tabLst>
                <a:tab pos="194310" algn="l"/>
              </a:tabLst>
            </a:pP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196215" indent="-156210">
              <a:lnSpc>
                <a:spcPct val="100000"/>
              </a:lnSpc>
              <a:spcBef>
                <a:spcPts val="400"/>
              </a:spcBef>
              <a:buChar char="*"/>
              <a:tabLst>
                <a:tab pos="196215" algn="l"/>
              </a:tabLst>
            </a:pP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  <a:p>
            <a:pPr marL="40005" marR="481330" indent="156210">
              <a:lnSpc>
                <a:spcPct val="125000"/>
              </a:lnSpc>
              <a:spcBef>
                <a:spcPts val="45"/>
              </a:spcBef>
              <a:buChar char="*"/>
              <a:tabLst>
                <a:tab pos="196215" algn="l"/>
              </a:tabLst>
            </a:pP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35" b="1">
                <a:latin typeface="Arial"/>
                <a:cs typeface="Arial"/>
              </a:rPr>
              <a:t>Check</a:t>
            </a:r>
            <a:r>
              <a:rPr dirty="0" baseline="17857" sz="2100" spc="-52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16" name="object 16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17" name="object 17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947927" y="3218688"/>
            <a:ext cx="869950" cy="1021080"/>
            <a:chOff x="947927" y="3218688"/>
            <a:chExt cx="869950" cy="1021080"/>
          </a:xfrm>
        </p:grpSpPr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4621" y="3575603"/>
              <a:ext cx="563140" cy="663864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927" y="3218688"/>
              <a:ext cx="542544" cy="541019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2135504" y="3226307"/>
            <a:ext cx="1106170" cy="978535"/>
            <a:chOff x="2135504" y="3226307"/>
            <a:chExt cx="1106170" cy="978535"/>
          </a:xfrm>
        </p:grpSpPr>
        <p:sp>
          <p:nvSpPr>
            <p:cNvPr id="22" name="object 22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799338" y="0"/>
                  </a:moveTo>
                  <a:lnTo>
                    <a:pt x="799338" y="143637"/>
                  </a:lnTo>
                  <a:lnTo>
                    <a:pt x="0" y="143637"/>
                  </a:lnTo>
                  <a:lnTo>
                    <a:pt x="0" y="430911"/>
                  </a:lnTo>
                  <a:lnTo>
                    <a:pt x="799338" y="430911"/>
                  </a:lnTo>
                  <a:lnTo>
                    <a:pt x="799338" y="574548"/>
                  </a:lnTo>
                  <a:lnTo>
                    <a:pt x="1086612" y="287274"/>
                  </a:lnTo>
                  <a:lnTo>
                    <a:pt x="799338" y="0"/>
                  </a:lnTo>
                  <a:close/>
                </a:path>
              </a:pathLst>
            </a:custGeom>
            <a:solidFill>
              <a:srgbClr val="4E94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0" y="143637"/>
                  </a:moveTo>
                  <a:lnTo>
                    <a:pt x="799338" y="143637"/>
                  </a:lnTo>
                  <a:lnTo>
                    <a:pt x="799338" y="0"/>
                  </a:lnTo>
                  <a:lnTo>
                    <a:pt x="1086612" y="287274"/>
                  </a:lnTo>
                  <a:lnTo>
                    <a:pt x="799338" y="574548"/>
                  </a:lnTo>
                  <a:lnTo>
                    <a:pt x="799338" y="430911"/>
                  </a:lnTo>
                  <a:lnTo>
                    <a:pt x="0" y="430911"/>
                  </a:lnTo>
                  <a:lnTo>
                    <a:pt x="0" y="143637"/>
                  </a:lnTo>
                  <a:close/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98191" y="3226307"/>
              <a:ext cx="569976" cy="569976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7800213" y="4387977"/>
            <a:ext cx="509905" cy="801370"/>
            <a:chOff x="7800213" y="4387977"/>
            <a:chExt cx="509905" cy="801370"/>
          </a:xfrm>
        </p:grpSpPr>
        <p:sp>
          <p:nvSpPr>
            <p:cNvPr id="26" name="object 26"/>
            <p:cNvSpPr/>
            <p:nvPr/>
          </p:nvSpPr>
          <p:spPr>
            <a:xfrm>
              <a:off x="7809738" y="4397502"/>
              <a:ext cx="490855" cy="782320"/>
            </a:xfrm>
            <a:custGeom>
              <a:avLst/>
              <a:gdLst/>
              <a:ahLst/>
              <a:cxnLst/>
              <a:rect l="l" t="t" r="r" b="b"/>
              <a:pathLst>
                <a:path w="490854" h="782320">
                  <a:moveTo>
                    <a:pt x="245363" y="0"/>
                  </a:moveTo>
                  <a:lnTo>
                    <a:pt x="0" y="245364"/>
                  </a:lnTo>
                  <a:lnTo>
                    <a:pt x="122681" y="245364"/>
                  </a:lnTo>
                  <a:lnTo>
                    <a:pt x="122681" y="781812"/>
                  </a:lnTo>
                  <a:lnTo>
                    <a:pt x="368045" y="781812"/>
                  </a:lnTo>
                  <a:lnTo>
                    <a:pt x="368045" y="245364"/>
                  </a:lnTo>
                  <a:lnTo>
                    <a:pt x="490727" y="245364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7809738" y="4397502"/>
              <a:ext cx="490855" cy="782320"/>
            </a:xfrm>
            <a:custGeom>
              <a:avLst/>
              <a:gdLst/>
              <a:ahLst/>
              <a:cxnLst/>
              <a:rect l="l" t="t" r="r" b="b"/>
              <a:pathLst>
                <a:path w="490854" h="782320">
                  <a:moveTo>
                    <a:pt x="122681" y="781812"/>
                  </a:moveTo>
                  <a:lnTo>
                    <a:pt x="122681" y="245364"/>
                  </a:lnTo>
                  <a:lnTo>
                    <a:pt x="0" y="245364"/>
                  </a:lnTo>
                  <a:lnTo>
                    <a:pt x="245363" y="0"/>
                  </a:lnTo>
                  <a:lnTo>
                    <a:pt x="490727" y="245364"/>
                  </a:lnTo>
                  <a:lnTo>
                    <a:pt x="368045" y="245364"/>
                  </a:lnTo>
                  <a:lnTo>
                    <a:pt x="368045" y="781812"/>
                  </a:lnTo>
                  <a:lnTo>
                    <a:pt x="122681" y="781812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3427666" y="2534602"/>
            <a:ext cx="4918075" cy="2610485"/>
            <a:chOff x="3427666" y="2534602"/>
            <a:chExt cx="4918075" cy="2610485"/>
          </a:xfrm>
        </p:grpSpPr>
        <p:pic>
          <p:nvPicPr>
            <p:cNvPr id="29" name="object 29" descr="블랙, 어둠이(가) 표시된 사진  자동 생성된 설명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42887" y="3770375"/>
              <a:ext cx="1051560" cy="105156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346192" y="3685031"/>
              <a:ext cx="2999740" cy="426720"/>
            </a:xfrm>
            <a:custGeom>
              <a:avLst/>
              <a:gdLst/>
              <a:ahLst/>
              <a:cxnLst/>
              <a:rect l="l" t="t" r="r" b="b"/>
              <a:pathLst>
                <a:path w="2999740" h="426720">
                  <a:moveTo>
                    <a:pt x="586740" y="213360"/>
                  </a:moveTo>
                  <a:lnTo>
                    <a:pt x="373380" y="0"/>
                  </a:lnTo>
                  <a:lnTo>
                    <a:pt x="373380" y="106680"/>
                  </a:lnTo>
                  <a:lnTo>
                    <a:pt x="0" y="106680"/>
                  </a:lnTo>
                  <a:lnTo>
                    <a:pt x="0" y="320040"/>
                  </a:lnTo>
                  <a:lnTo>
                    <a:pt x="373380" y="320040"/>
                  </a:lnTo>
                  <a:lnTo>
                    <a:pt x="373380" y="426720"/>
                  </a:lnTo>
                  <a:lnTo>
                    <a:pt x="586740" y="213360"/>
                  </a:lnTo>
                  <a:close/>
                </a:path>
                <a:path w="2999740" h="426720">
                  <a:moveTo>
                    <a:pt x="2999232" y="213360"/>
                  </a:moveTo>
                  <a:lnTo>
                    <a:pt x="2785872" y="0"/>
                  </a:lnTo>
                  <a:lnTo>
                    <a:pt x="2785872" y="106680"/>
                  </a:lnTo>
                  <a:lnTo>
                    <a:pt x="2412492" y="106680"/>
                  </a:lnTo>
                  <a:lnTo>
                    <a:pt x="2412492" y="320040"/>
                  </a:lnTo>
                  <a:lnTo>
                    <a:pt x="2785872" y="320040"/>
                  </a:lnTo>
                  <a:lnTo>
                    <a:pt x="2785872" y="426720"/>
                  </a:lnTo>
                  <a:lnTo>
                    <a:pt x="2999232" y="2133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441953" y="2548889"/>
              <a:ext cx="4261485" cy="2581910"/>
            </a:xfrm>
            <a:custGeom>
              <a:avLst/>
              <a:gdLst/>
              <a:ahLst/>
              <a:cxnLst/>
              <a:rect l="l" t="t" r="r" b="b"/>
              <a:pathLst>
                <a:path w="4261484" h="2581910">
                  <a:moveTo>
                    <a:pt x="0" y="236220"/>
                  </a:moveTo>
                  <a:lnTo>
                    <a:pt x="4800" y="188622"/>
                  </a:lnTo>
                  <a:lnTo>
                    <a:pt x="18567" y="144285"/>
                  </a:lnTo>
                  <a:lnTo>
                    <a:pt x="40351" y="104161"/>
                  </a:lnTo>
                  <a:lnTo>
                    <a:pt x="69199" y="69199"/>
                  </a:lnTo>
                  <a:lnTo>
                    <a:pt x="104161" y="40351"/>
                  </a:lnTo>
                  <a:lnTo>
                    <a:pt x="144285" y="18567"/>
                  </a:lnTo>
                  <a:lnTo>
                    <a:pt x="188622" y="4800"/>
                  </a:lnTo>
                  <a:lnTo>
                    <a:pt x="236220" y="0"/>
                  </a:lnTo>
                  <a:lnTo>
                    <a:pt x="4024884" y="0"/>
                  </a:lnTo>
                  <a:lnTo>
                    <a:pt x="4072481" y="4800"/>
                  </a:lnTo>
                  <a:lnTo>
                    <a:pt x="4116818" y="18567"/>
                  </a:lnTo>
                  <a:lnTo>
                    <a:pt x="4156942" y="40351"/>
                  </a:lnTo>
                  <a:lnTo>
                    <a:pt x="4191904" y="69199"/>
                  </a:lnTo>
                  <a:lnTo>
                    <a:pt x="4220752" y="104161"/>
                  </a:lnTo>
                  <a:lnTo>
                    <a:pt x="4242536" y="144285"/>
                  </a:lnTo>
                  <a:lnTo>
                    <a:pt x="4256303" y="188622"/>
                  </a:lnTo>
                  <a:lnTo>
                    <a:pt x="4261104" y="236220"/>
                  </a:lnTo>
                  <a:lnTo>
                    <a:pt x="4261104" y="2345436"/>
                  </a:lnTo>
                  <a:lnTo>
                    <a:pt x="4256303" y="2393033"/>
                  </a:lnTo>
                  <a:lnTo>
                    <a:pt x="4242536" y="2437370"/>
                  </a:lnTo>
                  <a:lnTo>
                    <a:pt x="4220752" y="2477494"/>
                  </a:lnTo>
                  <a:lnTo>
                    <a:pt x="4191904" y="2512456"/>
                  </a:lnTo>
                  <a:lnTo>
                    <a:pt x="4156942" y="2541304"/>
                  </a:lnTo>
                  <a:lnTo>
                    <a:pt x="4116818" y="2563088"/>
                  </a:lnTo>
                  <a:lnTo>
                    <a:pt x="4072481" y="2576855"/>
                  </a:lnTo>
                  <a:lnTo>
                    <a:pt x="4024884" y="2581656"/>
                  </a:lnTo>
                  <a:lnTo>
                    <a:pt x="236220" y="2581656"/>
                  </a:lnTo>
                  <a:lnTo>
                    <a:pt x="188622" y="2576855"/>
                  </a:lnTo>
                  <a:lnTo>
                    <a:pt x="144285" y="2563088"/>
                  </a:lnTo>
                  <a:lnTo>
                    <a:pt x="104161" y="2541304"/>
                  </a:lnTo>
                  <a:lnTo>
                    <a:pt x="69199" y="2512456"/>
                  </a:lnTo>
                  <a:lnTo>
                    <a:pt x="40351" y="2477494"/>
                  </a:lnTo>
                  <a:lnTo>
                    <a:pt x="18567" y="2437370"/>
                  </a:lnTo>
                  <a:lnTo>
                    <a:pt x="4800" y="2393033"/>
                  </a:lnTo>
                  <a:lnTo>
                    <a:pt x="0" y="2345436"/>
                  </a:lnTo>
                  <a:lnTo>
                    <a:pt x="0" y="23622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/>
          <p:nvPr/>
        </p:nvSpPr>
        <p:spPr>
          <a:xfrm>
            <a:off x="2539745" y="5798540"/>
            <a:ext cx="4933315" cy="553085"/>
          </a:xfrm>
          <a:custGeom>
            <a:avLst/>
            <a:gdLst/>
            <a:ahLst/>
            <a:cxnLst/>
            <a:rect l="l" t="t" r="r" b="b"/>
            <a:pathLst>
              <a:path w="4933315" h="553085">
                <a:moveTo>
                  <a:pt x="0" y="122199"/>
                </a:moveTo>
                <a:lnTo>
                  <a:pt x="6774" y="88685"/>
                </a:lnTo>
                <a:lnTo>
                  <a:pt x="25241" y="61315"/>
                </a:lnTo>
                <a:lnTo>
                  <a:pt x="52613" y="42860"/>
                </a:lnTo>
                <a:lnTo>
                  <a:pt x="86106" y="36093"/>
                </a:lnTo>
                <a:lnTo>
                  <a:pt x="2525649" y="36093"/>
                </a:lnTo>
                <a:lnTo>
                  <a:pt x="3608070" y="36093"/>
                </a:lnTo>
                <a:lnTo>
                  <a:pt x="4243578" y="36093"/>
                </a:lnTo>
                <a:lnTo>
                  <a:pt x="4277070" y="42860"/>
                </a:lnTo>
                <a:lnTo>
                  <a:pt x="4304442" y="61315"/>
                </a:lnTo>
                <a:lnTo>
                  <a:pt x="4322909" y="88685"/>
                </a:lnTo>
                <a:lnTo>
                  <a:pt x="4329683" y="122199"/>
                </a:lnTo>
                <a:lnTo>
                  <a:pt x="4933187" y="0"/>
                </a:lnTo>
                <a:lnTo>
                  <a:pt x="4329683" y="251358"/>
                </a:lnTo>
                <a:lnTo>
                  <a:pt x="4329683" y="466623"/>
                </a:lnTo>
                <a:lnTo>
                  <a:pt x="4322909" y="500137"/>
                </a:lnTo>
                <a:lnTo>
                  <a:pt x="4304442" y="527507"/>
                </a:lnTo>
                <a:lnTo>
                  <a:pt x="4277070" y="545961"/>
                </a:lnTo>
                <a:lnTo>
                  <a:pt x="4243578" y="552729"/>
                </a:lnTo>
                <a:lnTo>
                  <a:pt x="3608070" y="552729"/>
                </a:lnTo>
                <a:lnTo>
                  <a:pt x="2525649" y="552729"/>
                </a:lnTo>
                <a:lnTo>
                  <a:pt x="86106" y="552729"/>
                </a:lnTo>
                <a:lnTo>
                  <a:pt x="52613" y="545961"/>
                </a:lnTo>
                <a:lnTo>
                  <a:pt x="25241" y="527507"/>
                </a:lnTo>
                <a:lnTo>
                  <a:pt x="6774" y="500137"/>
                </a:lnTo>
                <a:lnTo>
                  <a:pt x="0" y="466623"/>
                </a:lnTo>
                <a:lnTo>
                  <a:pt x="0" y="251358"/>
                </a:lnTo>
                <a:lnTo>
                  <a:pt x="0" y="122199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2766441" y="5314594"/>
            <a:ext cx="5791200" cy="939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52695" marR="5080" indent="-256540">
              <a:lnSpc>
                <a:spcPct val="125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Mutation 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here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1789"/>
              </a:lnSpc>
            </a:pPr>
            <a:r>
              <a:rPr dirty="0" sz="2000" spc="-95" b="1">
                <a:latin typeface="Arial"/>
                <a:cs typeface="Arial"/>
              </a:rPr>
              <a:t>Skip</a:t>
            </a:r>
            <a:r>
              <a:rPr dirty="0" sz="2000" spc="85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difficult-</a:t>
            </a:r>
            <a:r>
              <a:rPr dirty="0" sz="2000" b="1">
                <a:latin typeface="Arial"/>
                <a:cs typeface="Arial"/>
              </a:rPr>
              <a:t>to-</a:t>
            </a:r>
            <a:r>
              <a:rPr dirty="0" sz="2000" spc="-155" b="1">
                <a:latin typeface="Arial"/>
                <a:cs typeface="Arial"/>
              </a:rPr>
              <a:t>pass</a:t>
            </a:r>
            <a:r>
              <a:rPr dirty="0" sz="2000" spc="45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constraints!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60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134861" y="2809494"/>
            <a:ext cx="1469390" cy="2095500"/>
          </a:xfrm>
          <a:custGeom>
            <a:avLst/>
            <a:gdLst/>
            <a:ahLst/>
            <a:cxnLst/>
            <a:rect l="l" t="t" r="r" b="b"/>
            <a:pathLst>
              <a:path w="1469390" h="2095500">
                <a:moveTo>
                  <a:pt x="0" y="162686"/>
                </a:moveTo>
                <a:lnTo>
                  <a:pt x="5806" y="119415"/>
                </a:lnTo>
                <a:lnTo>
                  <a:pt x="22196" y="80546"/>
                </a:lnTo>
                <a:lnTo>
                  <a:pt x="47625" y="47624"/>
                </a:lnTo>
                <a:lnTo>
                  <a:pt x="80546" y="22196"/>
                </a:lnTo>
                <a:lnTo>
                  <a:pt x="119415" y="5806"/>
                </a:lnTo>
                <a:lnTo>
                  <a:pt x="162687" y="0"/>
                </a:lnTo>
                <a:lnTo>
                  <a:pt x="1306448" y="0"/>
                </a:lnTo>
                <a:lnTo>
                  <a:pt x="1349720" y="5806"/>
                </a:lnTo>
                <a:lnTo>
                  <a:pt x="1388589" y="22196"/>
                </a:lnTo>
                <a:lnTo>
                  <a:pt x="1421511" y="47625"/>
                </a:lnTo>
                <a:lnTo>
                  <a:pt x="1446939" y="80546"/>
                </a:lnTo>
                <a:lnTo>
                  <a:pt x="1463329" y="119415"/>
                </a:lnTo>
                <a:lnTo>
                  <a:pt x="1469136" y="162686"/>
                </a:lnTo>
                <a:lnTo>
                  <a:pt x="1469136" y="1932812"/>
                </a:lnTo>
                <a:lnTo>
                  <a:pt x="1463329" y="1976084"/>
                </a:lnTo>
                <a:lnTo>
                  <a:pt x="1446939" y="2014953"/>
                </a:lnTo>
                <a:lnTo>
                  <a:pt x="1421511" y="2047875"/>
                </a:lnTo>
                <a:lnTo>
                  <a:pt x="1388589" y="2073303"/>
                </a:lnTo>
                <a:lnTo>
                  <a:pt x="1349720" y="2089693"/>
                </a:lnTo>
                <a:lnTo>
                  <a:pt x="1306448" y="2095499"/>
                </a:lnTo>
                <a:lnTo>
                  <a:pt x="162687" y="2095499"/>
                </a:lnTo>
                <a:lnTo>
                  <a:pt x="119415" y="2089693"/>
                </a:lnTo>
                <a:lnTo>
                  <a:pt x="80546" y="2073303"/>
                </a:lnTo>
                <a:lnTo>
                  <a:pt x="47625" y="2047874"/>
                </a:lnTo>
                <a:lnTo>
                  <a:pt x="22196" y="2014953"/>
                </a:lnTo>
                <a:lnTo>
                  <a:pt x="5806" y="1976084"/>
                </a:lnTo>
                <a:lnTo>
                  <a:pt x="0" y="1932812"/>
                </a:lnTo>
                <a:lnTo>
                  <a:pt x="0" y="162686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434073" y="2945501"/>
            <a:ext cx="822325" cy="5080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200"/>
              </a:spcBef>
            </a:pPr>
            <a:r>
              <a:rPr dirty="0" sz="1500" spc="-20" b="1">
                <a:latin typeface="Arial"/>
                <a:cs typeface="Arial"/>
              </a:rPr>
              <a:t>Complex</a:t>
            </a:r>
            <a:endParaRPr sz="15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500" spc="-75" b="1">
                <a:latin typeface="Arial"/>
                <a:cs typeface="Arial"/>
              </a:rPr>
              <a:t>Branches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5"/>
              <a:t>Intuition</a:t>
            </a:r>
            <a:r>
              <a:rPr dirty="0" spc="-70"/>
              <a:t> </a:t>
            </a:r>
            <a:r>
              <a:rPr dirty="0" spc="185"/>
              <a:t>of</a:t>
            </a:r>
            <a:r>
              <a:rPr dirty="0" spc="-80"/>
              <a:t> </a:t>
            </a:r>
            <a:r>
              <a:rPr dirty="0" spc="55"/>
              <a:t>State</a:t>
            </a:r>
            <a:r>
              <a:rPr dirty="0" spc="-90"/>
              <a:t> </a:t>
            </a:r>
            <a:r>
              <a:rPr dirty="0" spc="185"/>
              <a:t>Mutation</a:t>
            </a:r>
          </a:p>
        </p:txBody>
      </p:sp>
      <p:sp>
        <p:nvSpPr>
          <p:cNvPr id="5" name="object 5"/>
          <p:cNvSpPr/>
          <p:nvPr/>
        </p:nvSpPr>
        <p:spPr>
          <a:xfrm>
            <a:off x="3550158" y="2833877"/>
            <a:ext cx="1584960" cy="2095500"/>
          </a:xfrm>
          <a:custGeom>
            <a:avLst/>
            <a:gdLst/>
            <a:ahLst/>
            <a:cxnLst/>
            <a:rect l="l" t="t" r="r" b="b"/>
            <a:pathLst>
              <a:path w="1584960" h="2095500">
                <a:moveTo>
                  <a:pt x="0" y="175513"/>
                </a:moveTo>
                <a:lnTo>
                  <a:pt x="6271" y="128866"/>
                </a:lnTo>
                <a:lnTo>
                  <a:pt x="23970" y="86943"/>
                </a:lnTo>
                <a:lnTo>
                  <a:pt x="51419" y="51419"/>
                </a:lnTo>
                <a:lnTo>
                  <a:pt x="86943" y="23970"/>
                </a:lnTo>
                <a:lnTo>
                  <a:pt x="128866" y="6271"/>
                </a:lnTo>
                <a:lnTo>
                  <a:pt x="175513" y="0"/>
                </a:lnTo>
                <a:lnTo>
                  <a:pt x="1409445" y="0"/>
                </a:lnTo>
                <a:lnTo>
                  <a:pt x="1456093" y="6271"/>
                </a:lnTo>
                <a:lnTo>
                  <a:pt x="1498016" y="23970"/>
                </a:lnTo>
                <a:lnTo>
                  <a:pt x="1533540" y="51419"/>
                </a:lnTo>
                <a:lnTo>
                  <a:pt x="1560989" y="86943"/>
                </a:lnTo>
                <a:lnTo>
                  <a:pt x="1578688" y="128866"/>
                </a:lnTo>
                <a:lnTo>
                  <a:pt x="1584959" y="175513"/>
                </a:lnTo>
                <a:lnTo>
                  <a:pt x="1584959" y="1919986"/>
                </a:lnTo>
                <a:lnTo>
                  <a:pt x="1578688" y="1966633"/>
                </a:lnTo>
                <a:lnTo>
                  <a:pt x="1560989" y="2008556"/>
                </a:lnTo>
                <a:lnTo>
                  <a:pt x="1533540" y="2044080"/>
                </a:lnTo>
                <a:lnTo>
                  <a:pt x="1498016" y="2071529"/>
                </a:lnTo>
                <a:lnTo>
                  <a:pt x="1456093" y="2089228"/>
                </a:lnTo>
                <a:lnTo>
                  <a:pt x="1409445" y="2095500"/>
                </a:lnTo>
                <a:lnTo>
                  <a:pt x="175513" y="2095500"/>
                </a:lnTo>
                <a:lnTo>
                  <a:pt x="128866" y="2089228"/>
                </a:lnTo>
                <a:lnTo>
                  <a:pt x="86943" y="2071529"/>
                </a:lnTo>
                <a:lnTo>
                  <a:pt x="51419" y="2044080"/>
                </a:lnTo>
                <a:lnTo>
                  <a:pt x="23970" y="2008556"/>
                </a:lnTo>
                <a:lnTo>
                  <a:pt x="6271" y="1966633"/>
                </a:lnTo>
                <a:lnTo>
                  <a:pt x="0" y="1919986"/>
                </a:lnTo>
                <a:lnTo>
                  <a:pt x="0" y="175513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934714" y="2916428"/>
            <a:ext cx="798830" cy="507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4940">
              <a:lnSpc>
                <a:spcPct val="105300"/>
              </a:lnSpc>
              <a:spcBef>
                <a:spcPts val="100"/>
              </a:spcBef>
            </a:pPr>
            <a:r>
              <a:rPr dirty="0" sz="1500" spc="-10" b="1">
                <a:latin typeface="Arial"/>
                <a:cs typeface="Arial"/>
              </a:rPr>
              <a:t>Input </a:t>
            </a:r>
            <a:r>
              <a:rPr dirty="0" sz="1500" spc="-55" b="1">
                <a:latin typeface="Arial"/>
                <a:cs typeface="Arial"/>
              </a:rPr>
              <a:t>Handlers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48836" y="3616833"/>
            <a:ext cx="1395730" cy="1186815"/>
            <a:chOff x="3648836" y="3616833"/>
            <a:chExt cx="1395730" cy="1186815"/>
          </a:xfrm>
        </p:grpSpPr>
        <p:sp>
          <p:nvSpPr>
            <p:cNvPr id="8" name="object 8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1181608" y="0"/>
                  </a:moveTo>
                  <a:lnTo>
                    <a:pt x="194563" y="0"/>
                  </a:lnTo>
                  <a:lnTo>
                    <a:pt x="149956" y="5139"/>
                  </a:lnTo>
                  <a:lnTo>
                    <a:pt x="109005" y="19777"/>
                  </a:lnTo>
                  <a:lnTo>
                    <a:pt x="72879" y="42747"/>
                  </a:lnTo>
                  <a:lnTo>
                    <a:pt x="42747" y="72879"/>
                  </a:lnTo>
                  <a:lnTo>
                    <a:pt x="19777" y="109005"/>
                  </a:lnTo>
                  <a:lnTo>
                    <a:pt x="5139" y="149956"/>
                  </a:lnTo>
                  <a:lnTo>
                    <a:pt x="0" y="194564"/>
                  </a:lnTo>
                  <a:lnTo>
                    <a:pt x="0" y="972820"/>
                  </a:lnTo>
                  <a:lnTo>
                    <a:pt x="5139" y="1017427"/>
                  </a:lnTo>
                  <a:lnTo>
                    <a:pt x="19777" y="1058378"/>
                  </a:lnTo>
                  <a:lnTo>
                    <a:pt x="42747" y="1094504"/>
                  </a:lnTo>
                  <a:lnTo>
                    <a:pt x="72879" y="1124636"/>
                  </a:lnTo>
                  <a:lnTo>
                    <a:pt x="109005" y="1147606"/>
                  </a:lnTo>
                  <a:lnTo>
                    <a:pt x="149956" y="1162244"/>
                  </a:lnTo>
                  <a:lnTo>
                    <a:pt x="194563" y="1167384"/>
                  </a:lnTo>
                  <a:lnTo>
                    <a:pt x="1181608" y="1167384"/>
                  </a:lnTo>
                  <a:lnTo>
                    <a:pt x="1226215" y="1162244"/>
                  </a:lnTo>
                  <a:lnTo>
                    <a:pt x="1267166" y="1147606"/>
                  </a:lnTo>
                  <a:lnTo>
                    <a:pt x="1303292" y="1124636"/>
                  </a:lnTo>
                  <a:lnTo>
                    <a:pt x="1333424" y="1094504"/>
                  </a:lnTo>
                  <a:lnTo>
                    <a:pt x="1356394" y="1058378"/>
                  </a:lnTo>
                  <a:lnTo>
                    <a:pt x="1371032" y="1017427"/>
                  </a:lnTo>
                  <a:lnTo>
                    <a:pt x="1376172" y="972820"/>
                  </a:lnTo>
                  <a:lnTo>
                    <a:pt x="1376172" y="194564"/>
                  </a:lnTo>
                  <a:lnTo>
                    <a:pt x="1371032" y="149956"/>
                  </a:lnTo>
                  <a:lnTo>
                    <a:pt x="1356394" y="109005"/>
                  </a:lnTo>
                  <a:lnTo>
                    <a:pt x="1333424" y="72879"/>
                  </a:lnTo>
                  <a:lnTo>
                    <a:pt x="1303292" y="42747"/>
                  </a:lnTo>
                  <a:lnTo>
                    <a:pt x="1267166" y="19777"/>
                  </a:lnTo>
                  <a:lnTo>
                    <a:pt x="1226215" y="5139"/>
                  </a:lnTo>
                  <a:lnTo>
                    <a:pt x="11816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658361" y="3626358"/>
              <a:ext cx="1376680" cy="1167765"/>
            </a:xfrm>
            <a:custGeom>
              <a:avLst/>
              <a:gdLst/>
              <a:ahLst/>
              <a:cxnLst/>
              <a:rect l="l" t="t" r="r" b="b"/>
              <a:pathLst>
                <a:path w="1376679" h="1167764">
                  <a:moveTo>
                    <a:pt x="0" y="194564"/>
                  </a:moveTo>
                  <a:lnTo>
                    <a:pt x="5139" y="149956"/>
                  </a:lnTo>
                  <a:lnTo>
                    <a:pt x="19777" y="109005"/>
                  </a:lnTo>
                  <a:lnTo>
                    <a:pt x="42747" y="72879"/>
                  </a:lnTo>
                  <a:lnTo>
                    <a:pt x="72879" y="42747"/>
                  </a:lnTo>
                  <a:lnTo>
                    <a:pt x="109005" y="19777"/>
                  </a:lnTo>
                  <a:lnTo>
                    <a:pt x="149956" y="5139"/>
                  </a:lnTo>
                  <a:lnTo>
                    <a:pt x="194563" y="0"/>
                  </a:lnTo>
                  <a:lnTo>
                    <a:pt x="1181608" y="0"/>
                  </a:lnTo>
                  <a:lnTo>
                    <a:pt x="1226215" y="5139"/>
                  </a:lnTo>
                  <a:lnTo>
                    <a:pt x="1267166" y="19777"/>
                  </a:lnTo>
                  <a:lnTo>
                    <a:pt x="1303292" y="42747"/>
                  </a:lnTo>
                  <a:lnTo>
                    <a:pt x="1333424" y="72879"/>
                  </a:lnTo>
                  <a:lnTo>
                    <a:pt x="1356394" y="109005"/>
                  </a:lnTo>
                  <a:lnTo>
                    <a:pt x="1371032" y="149956"/>
                  </a:lnTo>
                  <a:lnTo>
                    <a:pt x="1376172" y="194564"/>
                  </a:lnTo>
                  <a:lnTo>
                    <a:pt x="1376172" y="972820"/>
                  </a:lnTo>
                  <a:lnTo>
                    <a:pt x="1371032" y="1017427"/>
                  </a:lnTo>
                  <a:lnTo>
                    <a:pt x="1356394" y="1058378"/>
                  </a:lnTo>
                  <a:lnTo>
                    <a:pt x="1333424" y="1094504"/>
                  </a:lnTo>
                  <a:lnTo>
                    <a:pt x="1303292" y="1124636"/>
                  </a:lnTo>
                  <a:lnTo>
                    <a:pt x="1267166" y="1147606"/>
                  </a:lnTo>
                  <a:lnTo>
                    <a:pt x="1226215" y="1162244"/>
                  </a:lnTo>
                  <a:lnTo>
                    <a:pt x="1181608" y="1167384"/>
                  </a:lnTo>
                  <a:lnTo>
                    <a:pt x="194563" y="1167384"/>
                  </a:lnTo>
                  <a:lnTo>
                    <a:pt x="149956" y="1162244"/>
                  </a:lnTo>
                  <a:lnTo>
                    <a:pt x="109005" y="1147606"/>
                  </a:lnTo>
                  <a:lnTo>
                    <a:pt x="72879" y="1124636"/>
                  </a:lnTo>
                  <a:lnTo>
                    <a:pt x="42747" y="1094504"/>
                  </a:lnTo>
                  <a:lnTo>
                    <a:pt x="19777" y="1058378"/>
                  </a:lnTo>
                  <a:lnTo>
                    <a:pt x="5139" y="1017427"/>
                  </a:lnTo>
                  <a:lnTo>
                    <a:pt x="0" y="972820"/>
                  </a:lnTo>
                  <a:lnTo>
                    <a:pt x="0" y="194564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676015" y="3690857"/>
            <a:ext cx="1280160" cy="553720"/>
          </a:xfrm>
          <a:prstGeom prst="rect">
            <a:avLst/>
          </a:prstGeom>
        </p:spPr>
        <p:txBody>
          <a:bodyPr wrap="square" lIns="0" tIns="62865" rIns="0" bIns="0" rtlCol="0" vert="horz">
            <a:spAutoFit/>
          </a:bodyPr>
          <a:lstStyle/>
          <a:p>
            <a:pPr marL="168910" indent="-156210">
              <a:lnSpc>
                <a:spcPct val="100000"/>
              </a:lnSpc>
              <a:spcBef>
                <a:spcPts val="495"/>
              </a:spcBef>
              <a:buChar char="*"/>
              <a:tabLst>
                <a:tab pos="168910" algn="l"/>
              </a:tabLst>
            </a:pPr>
            <a:r>
              <a:rPr dirty="0" sz="1400" spc="-10" b="1"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marL="170815" indent="-156210">
              <a:lnSpc>
                <a:spcPct val="100000"/>
              </a:lnSpc>
              <a:spcBef>
                <a:spcPts val="400"/>
              </a:spcBef>
              <a:buChar char="*"/>
              <a:tabLst>
                <a:tab pos="170815" algn="l"/>
              </a:tabLst>
            </a:pPr>
            <a:r>
              <a:rPr dirty="0" sz="1400" spc="-60" b="1">
                <a:latin typeface="Arial"/>
                <a:cs typeface="Arial"/>
              </a:rPr>
              <a:t>Syntax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30" b="1">
                <a:latin typeface="Arial"/>
                <a:cs typeface="Arial"/>
              </a:rPr>
              <a:t>Check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53028" y="4224770"/>
            <a:ext cx="877569" cy="558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25000"/>
              </a:lnSpc>
              <a:spcBef>
                <a:spcPts val="95"/>
              </a:spcBef>
            </a:pPr>
            <a:r>
              <a:rPr dirty="0" sz="1400" spc="295" b="1">
                <a:latin typeface="Arial"/>
                <a:cs typeface="Arial"/>
              </a:rPr>
              <a:t>*</a:t>
            </a:r>
            <a:r>
              <a:rPr dirty="0" sz="1400" spc="-5" b="1">
                <a:latin typeface="Arial"/>
                <a:cs typeface="Arial"/>
              </a:rPr>
              <a:t> </a:t>
            </a:r>
            <a:r>
              <a:rPr dirty="0" sz="1400" spc="-10" b="1">
                <a:latin typeface="Arial"/>
                <a:cs typeface="Arial"/>
              </a:rPr>
              <a:t>Format </a:t>
            </a:r>
            <a:r>
              <a:rPr dirty="0" sz="1400" spc="-40" b="1">
                <a:latin typeface="Arial"/>
                <a:cs typeface="Arial"/>
              </a:rPr>
              <a:t>Check</a:t>
            </a:r>
            <a:r>
              <a:rPr dirty="0" baseline="17857" sz="2100" spc="-60" b="1">
                <a:latin typeface="Consolas"/>
                <a:cs typeface="Consolas"/>
              </a:rPr>
              <a:t>...</a:t>
            </a:r>
            <a:endParaRPr baseline="17857" sz="21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63029" y="3782644"/>
            <a:ext cx="81216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b="1">
                <a:latin typeface="Consolas"/>
                <a:cs typeface="Consolas"/>
              </a:rPr>
              <a:t>if</a:t>
            </a:r>
            <a:r>
              <a:rPr dirty="0" sz="1400" spc="-30" b="1">
                <a:latin typeface="Consolas"/>
                <a:cs typeface="Consolas"/>
              </a:rPr>
              <a:t> </a:t>
            </a:r>
            <a:r>
              <a:rPr dirty="0" sz="1400" spc="-10" b="1">
                <a:latin typeface="Consolas"/>
                <a:cs typeface="Consolas"/>
              </a:rPr>
              <a:t>(...)</a:t>
            </a:r>
            <a:endParaRPr sz="1400">
              <a:latin typeface="Consolas"/>
              <a:cs typeface="Consola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346191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39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758683" y="3685032"/>
            <a:ext cx="586740" cy="426720"/>
          </a:xfrm>
          <a:custGeom>
            <a:avLst/>
            <a:gdLst/>
            <a:ahLst/>
            <a:cxnLst/>
            <a:rect l="l" t="t" r="r" b="b"/>
            <a:pathLst>
              <a:path w="586740" h="426720">
                <a:moveTo>
                  <a:pt x="373380" y="0"/>
                </a:moveTo>
                <a:lnTo>
                  <a:pt x="373380" y="106680"/>
                </a:lnTo>
                <a:lnTo>
                  <a:pt x="0" y="106680"/>
                </a:lnTo>
                <a:lnTo>
                  <a:pt x="0" y="320040"/>
                </a:lnTo>
                <a:lnTo>
                  <a:pt x="373380" y="320040"/>
                </a:lnTo>
                <a:lnTo>
                  <a:pt x="373380" y="426720"/>
                </a:lnTo>
                <a:lnTo>
                  <a:pt x="586740" y="213360"/>
                </a:lnTo>
                <a:lnTo>
                  <a:pt x="3733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503157" y="2791205"/>
            <a:ext cx="1468120" cy="2097405"/>
          </a:xfrm>
          <a:custGeom>
            <a:avLst/>
            <a:gdLst/>
            <a:ahLst/>
            <a:cxnLst/>
            <a:rect l="l" t="t" r="r" b="b"/>
            <a:pathLst>
              <a:path w="1468120" h="2097404">
                <a:moveTo>
                  <a:pt x="0" y="162560"/>
                </a:moveTo>
                <a:lnTo>
                  <a:pt x="5806" y="119341"/>
                </a:lnTo>
                <a:lnTo>
                  <a:pt x="22192" y="80508"/>
                </a:lnTo>
                <a:lnTo>
                  <a:pt x="47609" y="47609"/>
                </a:lnTo>
                <a:lnTo>
                  <a:pt x="80508" y="22192"/>
                </a:lnTo>
                <a:lnTo>
                  <a:pt x="119341" y="5806"/>
                </a:lnTo>
                <a:lnTo>
                  <a:pt x="162560" y="0"/>
                </a:lnTo>
                <a:lnTo>
                  <a:pt x="1305052" y="0"/>
                </a:lnTo>
                <a:lnTo>
                  <a:pt x="1348270" y="5806"/>
                </a:lnTo>
                <a:lnTo>
                  <a:pt x="1387103" y="22192"/>
                </a:lnTo>
                <a:lnTo>
                  <a:pt x="1420002" y="47609"/>
                </a:lnTo>
                <a:lnTo>
                  <a:pt x="1445419" y="80508"/>
                </a:lnTo>
                <a:lnTo>
                  <a:pt x="1461805" y="119341"/>
                </a:lnTo>
                <a:lnTo>
                  <a:pt x="1467612" y="162560"/>
                </a:lnTo>
                <a:lnTo>
                  <a:pt x="1467612" y="1934464"/>
                </a:lnTo>
                <a:lnTo>
                  <a:pt x="1461805" y="1977682"/>
                </a:lnTo>
                <a:lnTo>
                  <a:pt x="1445419" y="2016515"/>
                </a:lnTo>
                <a:lnTo>
                  <a:pt x="1420002" y="2049414"/>
                </a:lnTo>
                <a:lnTo>
                  <a:pt x="1387103" y="2074831"/>
                </a:lnTo>
                <a:lnTo>
                  <a:pt x="1348270" y="2091217"/>
                </a:lnTo>
                <a:lnTo>
                  <a:pt x="1305052" y="2097024"/>
                </a:lnTo>
                <a:lnTo>
                  <a:pt x="162560" y="2097024"/>
                </a:lnTo>
                <a:lnTo>
                  <a:pt x="119341" y="2091217"/>
                </a:lnTo>
                <a:lnTo>
                  <a:pt x="80508" y="2074831"/>
                </a:lnTo>
                <a:lnTo>
                  <a:pt x="47609" y="2049414"/>
                </a:lnTo>
                <a:lnTo>
                  <a:pt x="22192" y="2016515"/>
                </a:lnTo>
                <a:lnTo>
                  <a:pt x="5806" y="1977682"/>
                </a:lnTo>
                <a:lnTo>
                  <a:pt x="0" y="1934464"/>
                </a:lnTo>
                <a:lnTo>
                  <a:pt x="0" y="162560"/>
                </a:lnTo>
                <a:close/>
              </a:path>
            </a:pathLst>
          </a:custGeom>
          <a:ln w="28575">
            <a:solidFill>
              <a:srgbClr val="0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8682608" y="2860675"/>
            <a:ext cx="109474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5" b="1">
                <a:latin typeface="Arial"/>
                <a:cs typeface="Arial"/>
              </a:rPr>
              <a:t>Buggy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20" b="1">
                <a:latin typeface="Arial"/>
                <a:cs typeface="Arial"/>
              </a:rPr>
              <a:t>Code</a:t>
            </a:r>
            <a:endParaRPr sz="15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61856" y="4215206"/>
            <a:ext cx="9671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latin typeface="Arial"/>
                <a:cs typeface="Arial"/>
              </a:rPr>
              <a:t>Root</a:t>
            </a:r>
            <a:r>
              <a:rPr dirty="0" sz="1400" spc="-65" b="1">
                <a:latin typeface="Arial"/>
                <a:cs typeface="Arial"/>
              </a:rPr>
              <a:t> </a:t>
            </a:r>
            <a:r>
              <a:rPr dirty="0" sz="1400" spc="-45" b="1">
                <a:latin typeface="Arial"/>
                <a:cs typeface="Arial"/>
              </a:rPr>
              <a:t>Cause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711183" y="3386328"/>
            <a:ext cx="1051560" cy="1036319"/>
            <a:chOff x="8711183" y="3386328"/>
            <a:chExt cx="1051560" cy="1036319"/>
          </a:xfrm>
        </p:grpSpPr>
        <p:pic>
          <p:nvPicPr>
            <p:cNvPr id="19" name="object 19" descr="블랙, 어둠이(가) 표시된 사진  자동 생성된 설명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27947" y="3386328"/>
              <a:ext cx="1034796" cy="1036320"/>
            </a:xfrm>
            <a:prstGeom prst="rect">
              <a:avLst/>
            </a:prstGeom>
          </p:spPr>
        </p:pic>
        <p:pic>
          <p:nvPicPr>
            <p:cNvPr id="20" name="object 20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11183" y="3476244"/>
              <a:ext cx="364235" cy="362711"/>
            </a:xfrm>
            <a:prstGeom prst="rect">
              <a:avLst/>
            </a:prstGeom>
          </p:spPr>
        </p:pic>
      </p:grpSp>
      <p:grpSp>
        <p:nvGrpSpPr>
          <p:cNvPr id="21" name="object 21"/>
          <p:cNvGrpSpPr/>
          <p:nvPr/>
        </p:nvGrpSpPr>
        <p:grpSpPr>
          <a:xfrm>
            <a:off x="947927" y="3218688"/>
            <a:ext cx="869950" cy="1021080"/>
            <a:chOff x="947927" y="3218688"/>
            <a:chExt cx="869950" cy="1021080"/>
          </a:xfrm>
        </p:grpSpPr>
        <p:pic>
          <p:nvPicPr>
            <p:cNvPr id="22" name="object 22" descr="블랙, 어둠이(가) 표시된 사진  자동 생성된 설명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54621" y="3575603"/>
              <a:ext cx="563140" cy="663864"/>
            </a:xfrm>
            <a:prstGeom prst="rect">
              <a:avLst/>
            </a:prstGeom>
          </p:spPr>
        </p:pic>
        <p:pic>
          <p:nvPicPr>
            <p:cNvPr id="23" name="object 23" descr="블랙, 어둠이(가) 표시된 사진  자동 생성된 설명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7927" y="3218688"/>
              <a:ext cx="542544" cy="541019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2135504" y="3610736"/>
            <a:ext cx="1106170" cy="593725"/>
            <a:chOff x="2135504" y="3610736"/>
            <a:chExt cx="1106170" cy="593725"/>
          </a:xfrm>
        </p:grpSpPr>
        <p:sp>
          <p:nvSpPr>
            <p:cNvPr id="25" name="object 25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799338" y="0"/>
                  </a:moveTo>
                  <a:lnTo>
                    <a:pt x="799338" y="143637"/>
                  </a:lnTo>
                  <a:lnTo>
                    <a:pt x="0" y="143637"/>
                  </a:lnTo>
                  <a:lnTo>
                    <a:pt x="0" y="430911"/>
                  </a:lnTo>
                  <a:lnTo>
                    <a:pt x="799338" y="430911"/>
                  </a:lnTo>
                  <a:lnTo>
                    <a:pt x="799338" y="574548"/>
                  </a:lnTo>
                  <a:lnTo>
                    <a:pt x="1086612" y="287274"/>
                  </a:lnTo>
                  <a:lnTo>
                    <a:pt x="799338" y="0"/>
                  </a:lnTo>
                  <a:close/>
                </a:path>
              </a:pathLst>
            </a:custGeom>
            <a:solidFill>
              <a:srgbClr val="4E94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145029" y="3620261"/>
              <a:ext cx="1087120" cy="574675"/>
            </a:xfrm>
            <a:custGeom>
              <a:avLst/>
              <a:gdLst/>
              <a:ahLst/>
              <a:cxnLst/>
              <a:rect l="l" t="t" r="r" b="b"/>
              <a:pathLst>
                <a:path w="1087120" h="574675">
                  <a:moveTo>
                    <a:pt x="0" y="143637"/>
                  </a:moveTo>
                  <a:lnTo>
                    <a:pt x="799338" y="143637"/>
                  </a:lnTo>
                  <a:lnTo>
                    <a:pt x="799338" y="0"/>
                  </a:lnTo>
                  <a:lnTo>
                    <a:pt x="1086612" y="287274"/>
                  </a:lnTo>
                  <a:lnTo>
                    <a:pt x="799338" y="574548"/>
                  </a:lnTo>
                  <a:lnTo>
                    <a:pt x="799338" y="430911"/>
                  </a:lnTo>
                  <a:lnTo>
                    <a:pt x="0" y="430911"/>
                  </a:lnTo>
                  <a:lnTo>
                    <a:pt x="0" y="143637"/>
                  </a:lnTo>
                  <a:close/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7800213" y="4387977"/>
            <a:ext cx="509905" cy="801370"/>
            <a:chOff x="7800213" y="4387977"/>
            <a:chExt cx="509905" cy="801370"/>
          </a:xfrm>
        </p:grpSpPr>
        <p:sp>
          <p:nvSpPr>
            <p:cNvPr id="28" name="object 28"/>
            <p:cNvSpPr/>
            <p:nvPr/>
          </p:nvSpPr>
          <p:spPr>
            <a:xfrm>
              <a:off x="7809738" y="4397502"/>
              <a:ext cx="490855" cy="782320"/>
            </a:xfrm>
            <a:custGeom>
              <a:avLst/>
              <a:gdLst/>
              <a:ahLst/>
              <a:cxnLst/>
              <a:rect l="l" t="t" r="r" b="b"/>
              <a:pathLst>
                <a:path w="490854" h="782320">
                  <a:moveTo>
                    <a:pt x="245363" y="0"/>
                  </a:moveTo>
                  <a:lnTo>
                    <a:pt x="0" y="245364"/>
                  </a:lnTo>
                  <a:lnTo>
                    <a:pt x="122681" y="245364"/>
                  </a:lnTo>
                  <a:lnTo>
                    <a:pt x="122681" y="781812"/>
                  </a:lnTo>
                  <a:lnTo>
                    <a:pt x="368045" y="781812"/>
                  </a:lnTo>
                  <a:lnTo>
                    <a:pt x="368045" y="245364"/>
                  </a:lnTo>
                  <a:lnTo>
                    <a:pt x="490727" y="245364"/>
                  </a:lnTo>
                  <a:lnTo>
                    <a:pt x="245363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809738" y="4397502"/>
              <a:ext cx="490855" cy="782320"/>
            </a:xfrm>
            <a:custGeom>
              <a:avLst/>
              <a:gdLst/>
              <a:ahLst/>
              <a:cxnLst/>
              <a:rect l="l" t="t" r="r" b="b"/>
              <a:pathLst>
                <a:path w="490854" h="782320">
                  <a:moveTo>
                    <a:pt x="122681" y="781812"/>
                  </a:moveTo>
                  <a:lnTo>
                    <a:pt x="122681" y="245364"/>
                  </a:lnTo>
                  <a:lnTo>
                    <a:pt x="0" y="245364"/>
                  </a:lnTo>
                  <a:lnTo>
                    <a:pt x="245363" y="0"/>
                  </a:lnTo>
                  <a:lnTo>
                    <a:pt x="490727" y="245364"/>
                  </a:lnTo>
                  <a:lnTo>
                    <a:pt x="368045" y="245364"/>
                  </a:lnTo>
                  <a:lnTo>
                    <a:pt x="368045" y="781812"/>
                  </a:lnTo>
                  <a:lnTo>
                    <a:pt x="122681" y="781812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0" name="object 30"/>
          <p:cNvGrpSpPr/>
          <p:nvPr/>
        </p:nvGrpSpPr>
        <p:grpSpPr>
          <a:xfrm>
            <a:off x="2799778" y="1847278"/>
            <a:ext cx="5132705" cy="2974975"/>
            <a:chOff x="2799778" y="1847278"/>
            <a:chExt cx="5132705" cy="2974975"/>
          </a:xfrm>
        </p:grpSpPr>
        <p:pic>
          <p:nvPicPr>
            <p:cNvPr id="31" name="object 31" descr="블랙, 어둠이(가) 표시된 사진  자동 생성된 설명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42887" y="3770376"/>
              <a:ext cx="1051560" cy="105156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14066" y="1861566"/>
              <a:ext cx="5104130" cy="1528445"/>
            </a:xfrm>
            <a:custGeom>
              <a:avLst/>
              <a:gdLst/>
              <a:ahLst/>
              <a:cxnLst/>
              <a:rect l="l" t="t" r="r" b="b"/>
              <a:pathLst>
                <a:path w="5104130" h="1528445">
                  <a:moveTo>
                    <a:pt x="4253230" y="583692"/>
                  </a:moveTo>
                  <a:lnTo>
                    <a:pt x="2977260" y="583692"/>
                  </a:lnTo>
                  <a:lnTo>
                    <a:pt x="5071744" y="1527937"/>
                  </a:lnTo>
                  <a:lnTo>
                    <a:pt x="4253230" y="583692"/>
                  </a:lnTo>
                  <a:close/>
                </a:path>
                <a:path w="5104130" h="1528445">
                  <a:moveTo>
                    <a:pt x="5006593" y="0"/>
                  </a:moveTo>
                  <a:lnTo>
                    <a:pt x="97281" y="0"/>
                  </a:lnTo>
                  <a:lnTo>
                    <a:pt x="59418" y="7645"/>
                  </a:lnTo>
                  <a:lnTo>
                    <a:pt x="28495" y="28495"/>
                  </a:lnTo>
                  <a:lnTo>
                    <a:pt x="7645" y="59418"/>
                  </a:lnTo>
                  <a:lnTo>
                    <a:pt x="0" y="97282"/>
                  </a:lnTo>
                  <a:lnTo>
                    <a:pt x="0" y="486410"/>
                  </a:lnTo>
                  <a:lnTo>
                    <a:pt x="7645" y="524273"/>
                  </a:lnTo>
                  <a:lnTo>
                    <a:pt x="28495" y="555196"/>
                  </a:lnTo>
                  <a:lnTo>
                    <a:pt x="59418" y="576046"/>
                  </a:lnTo>
                  <a:lnTo>
                    <a:pt x="97281" y="583692"/>
                  </a:lnTo>
                  <a:lnTo>
                    <a:pt x="5006593" y="583692"/>
                  </a:lnTo>
                  <a:lnTo>
                    <a:pt x="5044457" y="576046"/>
                  </a:lnTo>
                  <a:lnTo>
                    <a:pt x="5075380" y="555196"/>
                  </a:lnTo>
                  <a:lnTo>
                    <a:pt x="5096230" y="524273"/>
                  </a:lnTo>
                  <a:lnTo>
                    <a:pt x="5103876" y="486410"/>
                  </a:lnTo>
                  <a:lnTo>
                    <a:pt x="5103876" y="97282"/>
                  </a:lnTo>
                  <a:lnTo>
                    <a:pt x="5096230" y="59418"/>
                  </a:lnTo>
                  <a:lnTo>
                    <a:pt x="5075380" y="28495"/>
                  </a:lnTo>
                  <a:lnTo>
                    <a:pt x="5044457" y="7645"/>
                  </a:lnTo>
                  <a:lnTo>
                    <a:pt x="50065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814066" y="1861566"/>
              <a:ext cx="5104130" cy="1528445"/>
            </a:xfrm>
            <a:custGeom>
              <a:avLst/>
              <a:gdLst/>
              <a:ahLst/>
              <a:cxnLst/>
              <a:rect l="l" t="t" r="r" b="b"/>
              <a:pathLst>
                <a:path w="5104130" h="1528445">
                  <a:moveTo>
                    <a:pt x="0" y="97282"/>
                  </a:moveTo>
                  <a:lnTo>
                    <a:pt x="7645" y="59418"/>
                  </a:lnTo>
                  <a:lnTo>
                    <a:pt x="28495" y="28495"/>
                  </a:lnTo>
                  <a:lnTo>
                    <a:pt x="59418" y="7645"/>
                  </a:lnTo>
                  <a:lnTo>
                    <a:pt x="97281" y="0"/>
                  </a:lnTo>
                  <a:lnTo>
                    <a:pt x="2977260" y="0"/>
                  </a:lnTo>
                  <a:lnTo>
                    <a:pt x="4253230" y="0"/>
                  </a:lnTo>
                  <a:lnTo>
                    <a:pt x="5006593" y="0"/>
                  </a:lnTo>
                  <a:lnTo>
                    <a:pt x="5044457" y="7645"/>
                  </a:lnTo>
                  <a:lnTo>
                    <a:pt x="5075380" y="28495"/>
                  </a:lnTo>
                  <a:lnTo>
                    <a:pt x="5096230" y="59418"/>
                  </a:lnTo>
                  <a:lnTo>
                    <a:pt x="5103876" y="97282"/>
                  </a:lnTo>
                  <a:lnTo>
                    <a:pt x="5103876" y="340487"/>
                  </a:lnTo>
                  <a:lnTo>
                    <a:pt x="5103876" y="486410"/>
                  </a:lnTo>
                  <a:lnTo>
                    <a:pt x="5096230" y="524273"/>
                  </a:lnTo>
                  <a:lnTo>
                    <a:pt x="5075380" y="555196"/>
                  </a:lnTo>
                  <a:lnTo>
                    <a:pt x="5044457" y="576046"/>
                  </a:lnTo>
                  <a:lnTo>
                    <a:pt x="5006593" y="583692"/>
                  </a:lnTo>
                  <a:lnTo>
                    <a:pt x="4253230" y="583692"/>
                  </a:lnTo>
                  <a:lnTo>
                    <a:pt x="5071744" y="1527937"/>
                  </a:lnTo>
                  <a:lnTo>
                    <a:pt x="2977260" y="583692"/>
                  </a:lnTo>
                  <a:lnTo>
                    <a:pt x="97281" y="583692"/>
                  </a:lnTo>
                  <a:lnTo>
                    <a:pt x="59418" y="576046"/>
                  </a:lnTo>
                  <a:lnTo>
                    <a:pt x="28495" y="555196"/>
                  </a:lnTo>
                  <a:lnTo>
                    <a:pt x="7645" y="524273"/>
                  </a:lnTo>
                  <a:lnTo>
                    <a:pt x="0" y="486410"/>
                  </a:lnTo>
                  <a:lnTo>
                    <a:pt x="0" y="340487"/>
                  </a:lnTo>
                  <a:lnTo>
                    <a:pt x="0" y="97282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550911" y="5314594"/>
            <a:ext cx="100711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8605" marR="5080" indent="-256540">
              <a:lnSpc>
                <a:spcPct val="125000"/>
              </a:lnSpc>
              <a:spcBef>
                <a:spcPts val="100"/>
              </a:spcBef>
            </a:pP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Mutation 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here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60</a:t>
            </a:fld>
          </a:p>
        </p:txBody>
      </p:sp>
      <p:sp>
        <p:nvSpPr>
          <p:cNvPr id="35" name="object 35"/>
          <p:cNvSpPr txBox="1"/>
          <p:nvPr/>
        </p:nvSpPr>
        <p:spPr>
          <a:xfrm>
            <a:off x="3322065" y="1981962"/>
            <a:ext cx="4088129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It</a:t>
            </a:r>
            <a:r>
              <a:rPr dirty="0" sz="20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40" b="1">
                <a:solidFill>
                  <a:srgbClr val="C00000"/>
                </a:solidFill>
                <a:latin typeface="Arial"/>
                <a:cs typeface="Arial"/>
              </a:rPr>
              <a:t>can</a:t>
            </a:r>
            <a:r>
              <a:rPr dirty="0" sz="20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5" b="1">
                <a:solidFill>
                  <a:srgbClr val="C00000"/>
                </a:solidFill>
                <a:latin typeface="Arial"/>
                <a:cs typeface="Arial"/>
              </a:rPr>
              <a:t>easily</a:t>
            </a:r>
            <a:r>
              <a:rPr dirty="0" sz="20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45" b="1">
                <a:solidFill>
                  <a:srgbClr val="C00000"/>
                </a:solidFill>
                <a:latin typeface="Arial"/>
                <a:cs typeface="Arial"/>
              </a:rPr>
              <a:t>reach </a:t>
            </a:r>
            <a:r>
              <a:rPr dirty="0" sz="2000" b="1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dirty="0" sz="20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40" b="1">
                <a:solidFill>
                  <a:srgbClr val="C00000"/>
                </a:solidFill>
                <a:latin typeface="Arial"/>
                <a:cs typeface="Arial"/>
              </a:rPr>
              <a:t>buggy</a:t>
            </a:r>
            <a:r>
              <a:rPr dirty="0" sz="20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Arial"/>
                <a:cs typeface="Arial"/>
              </a:rPr>
              <a:t>code!</a:t>
            </a:r>
            <a:endParaRPr sz="20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9969" y="4392879"/>
            <a:ext cx="6229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5" b="1">
                <a:latin typeface="Arial"/>
                <a:cs typeface="Arial"/>
              </a:rPr>
              <a:t>Crash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Under-Constrained</a:t>
            </a:r>
            <a:r>
              <a:rPr dirty="0" spc="-90"/>
              <a:t> </a:t>
            </a:r>
            <a:r>
              <a:rPr dirty="0" spc="50"/>
              <a:t>State</a:t>
            </a:r>
            <a:r>
              <a:rPr dirty="0" spc="-10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38069" y="1537842"/>
            <a:ext cx="1360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Source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1687" y="1924811"/>
            <a:ext cx="6047740" cy="31457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7112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6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8107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emalloc(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58825" indent="-222885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58825" marR="2724150">
              <a:lnSpc>
                <a:spcPct val="125000"/>
              </a:lnSpc>
              <a:spcBef>
                <a:spcPts val="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98107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Under-Constrained</a:t>
            </a:r>
            <a:r>
              <a:rPr dirty="0" spc="-90"/>
              <a:t> </a:t>
            </a:r>
            <a:r>
              <a:rPr dirty="0" spc="50"/>
              <a:t>State</a:t>
            </a:r>
            <a:r>
              <a:rPr dirty="0" spc="-10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77556" y="1891283"/>
            <a:ext cx="3636645" cy="1797050"/>
          </a:xfrm>
          <a:prstGeom prst="rect">
            <a:avLst/>
          </a:prstGeom>
          <a:solidFill>
            <a:srgbClr val="DCEAF7">
              <a:alpha val="43920"/>
            </a:srgbClr>
          </a:solidFill>
          <a:ln w="9525">
            <a:solidFill>
              <a:srgbClr val="000000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467359">
              <a:lnSpc>
                <a:spcPct val="100000"/>
              </a:lnSpc>
              <a:spcBef>
                <a:spcPts val="590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540"/>
              </a:spcBef>
            </a:pPr>
            <a:r>
              <a:rPr dirty="0" sz="1800">
                <a:latin typeface="Consolas"/>
                <a:cs typeface="Consolas"/>
              </a:rPr>
              <a:t>jle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0x555555800bc9</a:t>
            </a:r>
            <a:endParaRPr sz="1800">
              <a:latin typeface="Consolas"/>
              <a:cs typeface="Consolas"/>
            </a:endParaRPr>
          </a:p>
          <a:p>
            <a:pPr marL="92710" marR="1029335">
              <a:lnSpc>
                <a:spcPct val="125000"/>
              </a:lnSpc>
            </a:pPr>
            <a:r>
              <a:rPr dirty="0" sz="1800">
                <a:latin typeface="Consolas"/>
                <a:cs typeface="Consolas"/>
              </a:rPr>
              <a:t>lea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esi,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[rax+rax*4] </a:t>
            </a:r>
            <a:r>
              <a:rPr dirty="0" sz="1800">
                <a:latin typeface="Consolas"/>
                <a:cs typeface="Consolas"/>
              </a:rPr>
              <a:t>xor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edx,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edx</a:t>
            </a:r>
            <a:endParaRPr sz="1800">
              <a:latin typeface="Consolas"/>
              <a:cs typeface="Consolas"/>
            </a:endParaRPr>
          </a:p>
          <a:p>
            <a:pPr marL="467359">
              <a:lnSpc>
                <a:spcPct val="100000"/>
              </a:lnSpc>
              <a:spcBef>
                <a:spcPts val="540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38069" y="1537842"/>
            <a:ext cx="1360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Source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6669" y="1537842"/>
            <a:ext cx="1557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Machine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644009" y="1466469"/>
            <a:ext cx="3653790" cy="401955"/>
            <a:chOff x="4644009" y="1466469"/>
            <a:chExt cx="3653790" cy="401955"/>
          </a:xfrm>
        </p:grpSpPr>
        <p:sp>
          <p:nvSpPr>
            <p:cNvPr id="7" name="object 7"/>
            <p:cNvSpPr/>
            <p:nvPr/>
          </p:nvSpPr>
          <p:spPr>
            <a:xfrm>
              <a:off x="4653534" y="1475994"/>
              <a:ext cx="3634740" cy="382905"/>
            </a:xfrm>
            <a:custGeom>
              <a:avLst/>
              <a:gdLst/>
              <a:ahLst/>
              <a:cxnLst/>
              <a:rect l="l" t="t" r="r" b="b"/>
              <a:pathLst>
                <a:path w="3634740" h="382905">
                  <a:moveTo>
                    <a:pt x="3443477" y="0"/>
                  </a:moveTo>
                  <a:lnTo>
                    <a:pt x="3443477" y="95630"/>
                  </a:lnTo>
                  <a:lnTo>
                    <a:pt x="0" y="95630"/>
                  </a:lnTo>
                  <a:lnTo>
                    <a:pt x="0" y="286892"/>
                  </a:lnTo>
                  <a:lnTo>
                    <a:pt x="3443477" y="286892"/>
                  </a:lnTo>
                  <a:lnTo>
                    <a:pt x="3443477" y="382523"/>
                  </a:lnTo>
                  <a:lnTo>
                    <a:pt x="3634740" y="191261"/>
                  </a:lnTo>
                  <a:lnTo>
                    <a:pt x="3443477" y="0"/>
                  </a:lnTo>
                  <a:close/>
                </a:path>
              </a:pathLst>
            </a:custGeom>
            <a:solidFill>
              <a:srgbClr val="4E94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653534" y="1475994"/>
              <a:ext cx="3634740" cy="382905"/>
            </a:xfrm>
            <a:custGeom>
              <a:avLst/>
              <a:gdLst/>
              <a:ahLst/>
              <a:cxnLst/>
              <a:rect l="l" t="t" r="r" b="b"/>
              <a:pathLst>
                <a:path w="3634740" h="382905">
                  <a:moveTo>
                    <a:pt x="0" y="95630"/>
                  </a:moveTo>
                  <a:lnTo>
                    <a:pt x="3443477" y="95630"/>
                  </a:lnTo>
                  <a:lnTo>
                    <a:pt x="3443477" y="0"/>
                  </a:lnTo>
                  <a:lnTo>
                    <a:pt x="3634740" y="191261"/>
                  </a:lnTo>
                  <a:lnTo>
                    <a:pt x="3443477" y="382523"/>
                  </a:lnTo>
                  <a:lnTo>
                    <a:pt x="3443477" y="286892"/>
                  </a:lnTo>
                  <a:lnTo>
                    <a:pt x="0" y="286892"/>
                  </a:lnTo>
                  <a:lnTo>
                    <a:pt x="0" y="9563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551687" y="1924811"/>
            <a:ext cx="6047740" cy="31457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7112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6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8107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emalloc(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58825" indent="-222885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58825" marR="2724150">
              <a:lnSpc>
                <a:spcPct val="125000"/>
              </a:lnSpc>
              <a:spcBef>
                <a:spcPts val="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98107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60</a:t>
            </a:fld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1687" y="1924811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0123" y="1922170"/>
            <a:ext cx="2917190" cy="9404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02969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2932" y="2898393"/>
            <a:ext cx="38061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emalloc(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2932" y="3141624"/>
            <a:ext cx="3138170" cy="15500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57200" indent="-222885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457200" marR="116205">
              <a:lnSpc>
                <a:spcPct val="125000"/>
              </a:lnSpc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68008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0123" y="4727575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872793" y="1886521"/>
            <a:ext cx="3646170" cy="1806575"/>
            <a:chOff x="7872793" y="1886521"/>
            <a:chExt cx="3646170" cy="1806575"/>
          </a:xfrm>
        </p:grpSpPr>
        <p:sp>
          <p:nvSpPr>
            <p:cNvPr id="8" name="object 8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3636263" y="0"/>
                  </a:moveTo>
                  <a:lnTo>
                    <a:pt x="0" y="0"/>
                  </a:lnTo>
                  <a:lnTo>
                    <a:pt x="0" y="1796795"/>
                  </a:lnTo>
                  <a:lnTo>
                    <a:pt x="3636263" y="1796795"/>
                  </a:lnTo>
                  <a:lnTo>
                    <a:pt x="3636263" y="0"/>
                  </a:lnTo>
                  <a:close/>
                </a:path>
              </a:pathLst>
            </a:custGeom>
            <a:solidFill>
              <a:srgbClr val="DCEAF7">
                <a:alpha val="4392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0" y="1796795"/>
                  </a:moveTo>
                  <a:lnTo>
                    <a:pt x="3636263" y="1796795"/>
                  </a:lnTo>
                  <a:lnTo>
                    <a:pt x="3636263" y="0"/>
                  </a:lnTo>
                  <a:lnTo>
                    <a:pt x="0" y="0"/>
                  </a:lnTo>
                  <a:lnTo>
                    <a:pt x="0" y="17967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957819" y="1885329"/>
            <a:ext cx="2281555" cy="7112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635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>
                <a:latin typeface="Consolas"/>
                <a:cs typeface="Consolas"/>
              </a:rPr>
              <a:t>jle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0x555555800bc9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7819" y="2639695"/>
            <a:ext cx="25317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onsolas"/>
                <a:cs typeface="Consolas"/>
              </a:rPr>
              <a:t>lea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esi,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[rax+rax*4]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7819" y="2914015"/>
            <a:ext cx="1529080" cy="7112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Consolas"/>
                <a:cs typeface="Consolas"/>
              </a:rPr>
              <a:t>xor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edx,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edx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540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Under-Constrained</a:t>
            </a:r>
            <a:r>
              <a:rPr dirty="0" spc="-90"/>
              <a:t> </a:t>
            </a:r>
            <a:r>
              <a:rPr dirty="0" spc="50"/>
              <a:t>State</a:t>
            </a:r>
            <a:r>
              <a:rPr dirty="0" spc="-105"/>
              <a:t> </a:t>
            </a:r>
            <a:r>
              <a:rPr dirty="0" spc="185"/>
              <a:t>Mutation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838069" y="1537842"/>
            <a:ext cx="1360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Source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59442" y="2411476"/>
            <a:ext cx="6477000" cy="778510"/>
            <a:chOff x="3159442" y="2411476"/>
            <a:chExt cx="6477000" cy="778510"/>
          </a:xfrm>
        </p:grpSpPr>
        <p:sp>
          <p:nvSpPr>
            <p:cNvPr id="16" name="object 16"/>
            <p:cNvSpPr/>
            <p:nvPr/>
          </p:nvSpPr>
          <p:spPr>
            <a:xfrm>
              <a:off x="3173729" y="2654046"/>
              <a:ext cx="6448425" cy="521334"/>
            </a:xfrm>
            <a:custGeom>
              <a:avLst/>
              <a:gdLst/>
              <a:ahLst/>
              <a:cxnLst/>
              <a:rect l="l" t="t" r="r" b="b"/>
              <a:pathLst>
                <a:path w="6448425" h="521335">
                  <a:moveTo>
                    <a:pt x="0" y="521208"/>
                  </a:moveTo>
                  <a:lnTo>
                    <a:pt x="1245108" y="521208"/>
                  </a:lnTo>
                  <a:lnTo>
                    <a:pt x="1245108" y="263652"/>
                  </a:lnTo>
                  <a:lnTo>
                    <a:pt x="0" y="263652"/>
                  </a:lnTo>
                  <a:lnTo>
                    <a:pt x="0" y="521208"/>
                  </a:lnTo>
                  <a:close/>
                </a:path>
                <a:path w="6448425" h="521335">
                  <a:moveTo>
                    <a:pt x="6027420" y="327660"/>
                  </a:moveTo>
                  <a:lnTo>
                    <a:pt x="6448044" y="327660"/>
                  </a:lnTo>
                  <a:lnTo>
                    <a:pt x="6448044" y="0"/>
                  </a:lnTo>
                  <a:lnTo>
                    <a:pt x="6027420" y="0"/>
                  </a:lnTo>
                  <a:lnTo>
                    <a:pt x="6027420" y="32766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18710" y="2411476"/>
              <a:ext cx="4994275" cy="650240"/>
            </a:xfrm>
            <a:custGeom>
              <a:avLst/>
              <a:gdLst/>
              <a:ahLst/>
              <a:cxnLst/>
              <a:rect l="l" t="t" r="r" b="b"/>
              <a:pathLst>
                <a:path w="4994275" h="650239">
                  <a:moveTo>
                    <a:pt x="1972705" y="502956"/>
                  </a:moveTo>
                  <a:lnTo>
                    <a:pt x="1802897" y="502956"/>
                  </a:lnTo>
                  <a:lnTo>
                    <a:pt x="1642490" y="525779"/>
                  </a:lnTo>
                  <a:lnTo>
                    <a:pt x="1375790" y="556260"/>
                  </a:lnTo>
                  <a:lnTo>
                    <a:pt x="1183513" y="574039"/>
                  </a:lnTo>
                  <a:lnTo>
                    <a:pt x="980888" y="589322"/>
                  </a:lnTo>
                  <a:lnTo>
                    <a:pt x="771651" y="601979"/>
                  </a:lnTo>
                  <a:lnTo>
                    <a:pt x="664210" y="607060"/>
                  </a:lnTo>
                  <a:lnTo>
                    <a:pt x="223774" y="621029"/>
                  </a:lnTo>
                  <a:lnTo>
                    <a:pt x="0" y="622300"/>
                  </a:lnTo>
                  <a:lnTo>
                    <a:pt x="69" y="629919"/>
                  </a:lnTo>
                  <a:lnTo>
                    <a:pt x="196" y="643889"/>
                  </a:lnTo>
                  <a:lnTo>
                    <a:pt x="253" y="650239"/>
                  </a:lnTo>
                  <a:lnTo>
                    <a:pt x="224281" y="648969"/>
                  </a:lnTo>
                  <a:lnTo>
                    <a:pt x="446659" y="643889"/>
                  </a:lnTo>
                  <a:lnTo>
                    <a:pt x="773176" y="629919"/>
                  </a:lnTo>
                  <a:lnTo>
                    <a:pt x="983488" y="617219"/>
                  </a:lnTo>
                  <a:lnTo>
                    <a:pt x="1185926" y="601979"/>
                  </a:lnTo>
                  <a:lnTo>
                    <a:pt x="1378839" y="584200"/>
                  </a:lnTo>
                  <a:lnTo>
                    <a:pt x="1646301" y="553719"/>
                  </a:lnTo>
                  <a:lnTo>
                    <a:pt x="1807337" y="530860"/>
                  </a:lnTo>
                  <a:lnTo>
                    <a:pt x="1882266" y="519429"/>
                  </a:lnTo>
                  <a:lnTo>
                    <a:pt x="1953005" y="506729"/>
                  </a:lnTo>
                  <a:lnTo>
                    <a:pt x="1972705" y="502956"/>
                  </a:lnTo>
                  <a:close/>
                </a:path>
                <a:path w="4994275" h="650239">
                  <a:moveTo>
                    <a:pt x="2086544" y="478830"/>
                  </a:moveTo>
                  <a:lnTo>
                    <a:pt x="1947678" y="478830"/>
                  </a:lnTo>
                  <a:lnTo>
                    <a:pt x="1801396" y="503174"/>
                  </a:lnTo>
                  <a:lnTo>
                    <a:pt x="1802897" y="502956"/>
                  </a:lnTo>
                  <a:lnTo>
                    <a:pt x="1972705" y="502956"/>
                  </a:lnTo>
                  <a:lnTo>
                    <a:pt x="2019300" y="494029"/>
                  </a:lnTo>
                  <a:lnTo>
                    <a:pt x="2086544" y="478830"/>
                  </a:lnTo>
                  <a:close/>
                </a:path>
                <a:path w="4994275" h="650239">
                  <a:moveTo>
                    <a:pt x="2142515" y="466160"/>
                  </a:moveTo>
                  <a:lnTo>
                    <a:pt x="2013471" y="466160"/>
                  </a:lnTo>
                  <a:lnTo>
                    <a:pt x="1946297" y="479055"/>
                  </a:lnTo>
                  <a:lnTo>
                    <a:pt x="1947678" y="478830"/>
                  </a:lnTo>
                  <a:lnTo>
                    <a:pt x="2086544" y="478830"/>
                  </a:lnTo>
                  <a:lnTo>
                    <a:pt x="2138044" y="467360"/>
                  </a:lnTo>
                  <a:lnTo>
                    <a:pt x="2142515" y="466160"/>
                  </a:lnTo>
                  <a:close/>
                </a:path>
                <a:path w="4994275" h="650239">
                  <a:moveTo>
                    <a:pt x="2236705" y="439501"/>
                  </a:moveTo>
                  <a:lnTo>
                    <a:pt x="2130951" y="439501"/>
                  </a:lnTo>
                  <a:lnTo>
                    <a:pt x="2120495" y="441763"/>
                  </a:lnTo>
                  <a:lnTo>
                    <a:pt x="2074684" y="452174"/>
                  </a:lnTo>
                  <a:lnTo>
                    <a:pt x="2074435" y="452174"/>
                  </a:lnTo>
                  <a:lnTo>
                    <a:pt x="2011396" y="466560"/>
                  </a:lnTo>
                  <a:lnTo>
                    <a:pt x="2013471" y="466160"/>
                  </a:lnTo>
                  <a:lnTo>
                    <a:pt x="2142515" y="466160"/>
                  </a:lnTo>
                  <a:lnTo>
                    <a:pt x="2190115" y="453389"/>
                  </a:lnTo>
                  <a:lnTo>
                    <a:pt x="2236705" y="439501"/>
                  </a:lnTo>
                  <a:close/>
                </a:path>
                <a:path w="4994275" h="650239">
                  <a:moveTo>
                    <a:pt x="2182621" y="425450"/>
                  </a:moveTo>
                  <a:lnTo>
                    <a:pt x="2130573" y="439501"/>
                  </a:lnTo>
                  <a:lnTo>
                    <a:pt x="2129078" y="439921"/>
                  </a:lnTo>
                  <a:lnTo>
                    <a:pt x="2130951" y="439501"/>
                  </a:lnTo>
                  <a:lnTo>
                    <a:pt x="2236736" y="439501"/>
                  </a:lnTo>
                  <a:lnTo>
                    <a:pt x="2274731" y="426719"/>
                  </a:lnTo>
                  <a:lnTo>
                    <a:pt x="2182114" y="426719"/>
                  </a:lnTo>
                  <a:lnTo>
                    <a:pt x="2182621" y="425450"/>
                  </a:lnTo>
                  <a:close/>
                </a:path>
                <a:path w="4994275" h="650239">
                  <a:moveTo>
                    <a:pt x="2318131" y="377189"/>
                  </a:moveTo>
                  <a:lnTo>
                    <a:pt x="2302637" y="384810"/>
                  </a:lnTo>
                  <a:lnTo>
                    <a:pt x="2303398" y="384810"/>
                  </a:lnTo>
                  <a:lnTo>
                    <a:pt x="2268219" y="398779"/>
                  </a:lnTo>
                  <a:lnTo>
                    <a:pt x="2268982" y="398779"/>
                  </a:lnTo>
                  <a:lnTo>
                    <a:pt x="2227961" y="412750"/>
                  </a:lnTo>
                  <a:lnTo>
                    <a:pt x="2228468" y="412750"/>
                  </a:lnTo>
                  <a:lnTo>
                    <a:pt x="2182114" y="426719"/>
                  </a:lnTo>
                  <a:lnTo>
                    <a:pt x="2274731" y="426719"/>
                  </a:lnTo>
                  <a:lnTo>
                    <a:pt x="2314320" y="411479"/>
                  </a:lnTo>
                  <a:lnTo>
                    <a:pt x="2358009" y="388619"/>
                  </a:lnTo>
                  <a:lnTo>
                    <a:pt x="2372952" y="378460"/>
                  </a:lnTo>
                  <a:lnTo>
                    <a:pt x="2317622" y="378460"/>
                  </a:lnTo>
                  <a:lnTo>
                    <a:pt x="2318131" y="377189"/>
                  </a:lnTo>
                  <a:close/>
                </a:path>
                <a:path w="4994275" h="650239">
                  <a:moveTo>
                    <a:pt x="2353310" y="356869"/>
                  </a:moveTo>
                  <a:lnTo>
                    <a:pt x="2342515" y="364489"/>
                  </a:lnTo>
                  <a:lnTo>
                    <a:pt x="2343149" y="364489"/>
                  </a:lnTo>
                  <a:lnTo>
                    <a:pt x="2330831" y="370839"/>
                  </a:lnTo>
                  <a:lnTo>
                    <a:pt x="2331466" y="370839"/>
                  </a:lnTo>
                  <a:lnTo>
                    <a:pt x="2317622" y="378460"/>
                  </a:lnTo>
                  <a:lnTo>
                    <a:pt x="2372952" y="378460"/>
                  </a:lnTo>
                  <a:lnTo>
                    <a:pt x="2379725" y="373379"/>
                  </a:lnTo>
                  <a:lnTo>
                    <a:pt x="2388489" y="364489"/>
                  </a:lnTo>
                  <a:lnTo>
                    <a:pt x="2393659" y="358139"/>
                  </a:lnTo>
                  <a:lnTo>
                    <a:pt x="2352420" y="358139"/>
                  </a:lnTo>
                  <a:lnTo>
                    <a:pt x="2353310" y="356869"/>
                  </a:lnTo>
                  <a:close/>
                </a:path>
                <a:path w="4994275" h="650239">
                  <a:moveTo>
                    <a:pt x="2363088" y="349250"/>
                  </a:moveTo>
                  <a:lnTo>
                    <a:pt x="2352420" y="358139"/>
                  </a:lnTo>
                  <a:lnTo>
                    <a:pt x="2393659" y="358139"/>
                  </a:lnTo>
                  <a:lnTo>
                    <a:pt x="2395728" y="355600"/>
                  </a:lnTo>
                  <a:lnTo>
                    <a:pt x="2398122" y="351789"/>
                  </a:lnTo>
                  <a:lnTo>
                    <a:pt x="2360548" y="351789"/>
                  </a:lnTo>
                  <a:lnTo>
                    <a:pt x="2363088" y="349250"/>
                  </a:lnTo>
                  <a:close/>
                </a:path>
                <a:path w="4994275" h="650239">
                  <a:moveTo>
                    <a:pt x="2402205" y="344169"/>
                  </a:moveTo>
                  <a:lnTo>
                    <a:pt x="2368168" y="344169"/>
                  </a:lnTo>
                  <a:lnTo>
                    <a:pt x="2367553" y="344853"/>
                  </a:lnTo>
                  <a:lnTo>
                    <a:pt x="2366898" y="345439"/>
                  </a:lnTo>
                  <a:lnTo>
                    <a:pt x="2361691" y="350646"/>
                  </a:lnTo>
                  <a:lnTo>
                    <a:pt x="2361045" y="351169"/>
                  </a:lnTo>
                  <a:lnTo>
                    <a:pt x="2360548" y="351789"/>
                  </a:lnTo>
                  <a:lnTo>
                    <a:pt x="2398122" y="351789"/>
                  </a:lnTo>
                  <a:lnTo>
                    <a:pt x="2401316" y="346710"/>
                  </a:lnTo>
                  <a:lnTo>
                    <a:pt x="2402205" y="344169"/>
                  </a:lnTo>
                  <a:close/>
                </a:path>
                <a:path w="4994275" h="650239">
                  <a:moveTo>
                    <a:pt x="2372994" y="337819"/>
                  </a:moveTo>
                  <a:lnTo>
                    <a:pt x="2367485" y="344853"/>
                  </a:lnTo>
                  <a:lnTo>
                    <a:pt x="2368168" y="344169"/>
                  </a:lnTo>
                  <a:lnTo>
                    <a:pt x="2402205" y="344169"/>
                  </a:lnTo>
                  <a:lnTo>
                    <a:pt x="2403538" y="340360"/>
                  </a:lnTo>
                  <a:lnTo>
                    <a:pt x="2371724" y="340360"/>
                  </a:lnTo>
                  <a:lnTo>
                    <a:pt x="2372994" y="337819"/>
                  </a:lnTo>
                  <a:close/>
                </a:path>
                <a:path w="4994275" h="650239">
                  <a:moveTo>
                    <a:pt x="2375323" y="334010"/>
                  </a:moveTo>
                  <a:lnTo>
                    <a:pt x="2371724" y="340360"/>
                  </a:lnTo>
                  <a:lnTo>
                    <a:pt x="2403538" y="340360"/>
                  </a:lnTo>
                  <a:lnTo>
                    <a:pt x="2404871" y="336550"/>
                  </a:lnTo>
                  <a:lnTo>
                    <a:pt x="2405014" y="335279"/>
                  </a:lnTo>
                  <a:lnTo>
                    <a:pt x="2374899" y="335279"/>
                  </a:lnTo>
                  <a:lnTo>
                    <a:pt x="2375323" y="334010"/>
                  </a:lnTo>
                  <a:close/>
                </a:path>
                <a:path w="4994275" h="650239">
                  <a:moveTo>
                    <a:pt x="2376042" y="332739"/>
                  </a:moveTo>
                  <a:lnTo>
                    <a:pt x="2375323" y="334010"/>
                  </a:lnTo>
                  <a:lnTo>
                    <a:pt x="2374899" y="335279"/>
                  </a:lnTo>
                  <a:lnTo>
                    <a:pt x="2376042" y="332739"/>
                  </a:lnTo>
                  <a:close/>
                </a:path>
                <a:path w="4994275" h="650239">
                  <a:moveTo>
                    <a:pt x="2405300" y="332739"/>
                  </a:moveTo>
                  <a:lnTo>
                    <a:pt x="2376042" y="332739"/>
                  </a:lnTo>
                  <a:lnTo>
                    <a:pt x="2374899" y="335279"/>
                  </a:lnTo>
                  <a:lnTo>
                    <a:pt x="2405014" y="335279"/>
                  </a:lnTo>
                  <a:lnTo>
                    <a:pt x="2405300" y="332739"/>
                  </a:lnTo>
                  <a:close/>
                </a:path>
                <a:path w="4994275" h="650239">
                  <a:moveTo>
                    <a:pt x="2376951" y="329125"/>
                  </a:moveTo>
                  <a:lnTo>
                    <a:pt x="2375323" y="334010"/>
                  </a:lnTo>
                  <a:lnTo>
                    <a:pt x="2376042" y="332739"/>
                  </a:lnTo>
                  <a:lnTo>
                    <a:pt x="2405300" y="332739"/>
                  </a:lnTo>
                  <a:lnTo>
                    <a:pt x="2405443" y="331469"/>
                  </a:lnTo>
                  <a:lnTo>
                    <a:pt x="2376678" y="331469"/>
                  </a:lnTo>
                  <a:lnTo>
                    <a:pt x="2376951" y="329125"/>
                  </a:lnTo>
                  <a:close/>
                </a:path>
                <a:path w="4994275" h="650239">
                  <a:moveTo>
                    <a:pt x="2377440" y="327660"/>
                  </a:moveTo>
                  <a:lnTo>
                    <a:pt x="2376951" y="329125"/>
                  </a:lnTo>
                  <a:lnTo>
                    <a:pt x="2376678" y="331469"/>
                  </a:lnTo>
                  <a:lnTo>
                    <a:pt x="2377440" y="327660"/>
                  </a:lnTo>
                  <a:close/>
                </a:path>
                <a:path w="4994275" h="650239">
                  <a:moveTo>
                    <a:pt x="2405872" y="327660"/>
                  </a:moveTo>
                  <a:lnTo>
                    <a:pt x="2377440" y="327660"/>
                  </a:lnTo>
                  <a:lnTo>
                    <a:pt x="2376678" y="331469"/>
                  </a:lnTo>
                  <a:lnTo>
                    <a:pt x="2405443" y="331469"/>
                  </a:lnTo>
                  <a:lnTo>
                    <a:pt x="2405872" y="327660"/>
                  </a:lnTo>
                  <a:close/>
                </a:path>
                <a:path w="4994275" h="650239">
                  <a:moveTo>
                    <a:pt x="3692652" y="0"/>
                  </a:moveTo>
                  <a:lnTo>
                    <a:pt x="3509644" y="3810"/>
                  </a:lnTo>
                  <a:lnTo>
                    <a:pt x="3329940" y="15239"/>
                  </a:lnTo>
                  <a:lnTo>
                    <a:pt x="3271266" y="21589"/>
                  </a:lnTo>
                  <a:lnTo>
                    <a:pt x="3213481" y="26669"/>
                  </a:lnTo>
                  <a:lnTo>
                    <a:pt x="3156585" y="34289"/>
                  </a:lnTo>
                  <a:lnTo>
                    <a:pt x="3100832" y="40639"/>
                  </a:lnTo>
                  <a:lnTo>
                    <a:pt x="2940939" y="67310"/>
                  </a:lnTo>
                  <a:lnTo>
                    <a:pt x="2890646" y="77469"/>
                  </a:lnTo>
                  <a:lnTo>
                    <a:pt x="2795016" y="97789"/>
                  </a:lnTo>
                  <a:lnTo>
                    <a:pt x="2750058" y="109219"/>
                  </a:lnTo>
                  <a:lnTo>
                    <a:pt x="2707005" y="120650"/>
                  </a:lnTo>
                  <a:lnTo>
                    <a:pt x="2666111" y="133350"/>
                  </a:lnTo>
                  <a:lnTo>
                    <a:pt x="2646298" y="138429"/>
                  </a:lnTo>
                  <a:lnTo>
                    <a:pt x="2627248" y="144779"/>
                  </a:lnTo>
                  <a:lnTo>
                    <a:pt x="2608834" y="151129"/>
                  </a:lnTo>
                  <a:lnTo>
                    <a:pt x="2591054" y="158750"/>
                  </a:lnTo>
                  <a:lnTo>
                    <a:pt x="2573782" y="165100"/>
                  </a:lnTo>
                  <a:lnTo>
                    <a:pt x="2557017" y="171450"/>
                  </a:lnTo>
                  <a:lnTo>
                    <a:pt x="2541142" y="177800"/>
                  </a:lnTo>
                  <a:lnTo>
                    <a:pt x="2525584" y="185502"/>
                  </a:lnTo>
                  <a:lnTo>
                    <a:pt x="2510856" y="191855"/>
                  </a:lnTo>
                  <a:lnTo>
                    <a:pt x="2496919" y="198208"/>
                  </a:lnTo>
                  <a:lnTo>
                    <a:pt x="2483739" y="205739"/>
                  </a:lnTo>
                  <a:lnTo>
                    <a:pt x="2471166" y="213360"/>
                  </a:lnTo>
                  <a:lnTo>
                    <a:pt x="2459228" y="219710"/>
                  </a:lnTo>
                  <a:lnTo>
                    <a:pt x="2427986" y="242569"/>
                  </a:lnTo>
                  <a:lnTo>
                    <a:pt x="2396870" y="273050"/>
                  </a:lnTo>
                  <a:lnTo>
                    <a:pt x="2391283" y="281939"/>
                  </a:lnTo>
                  <a:lnTo>
                    <a:pt x="2386457" y="289560"/>
                  </a:lnTo>
                  <a:lnTo>
                    <a:pt x="2377566" y="323850"/>
                  </a:lnTo>
                  <a:lnTo>
                    <a:pt x="2377486" y="324652"/>
                  </a:lnTo>
                  <a:lnTo>
                    <a:pt x="2376951" y="329125"/>
                  </a:lnTo>
                  <a:lnTo>
                    <a:pt x="2377440" y="327660"/>
                  </a:lnTo>
                  <a:lnTo>
                    <a:pt x="2405872" y="327660"/>
                  </a:lnTo>
                  <a:lnTo>
                    <a:pt x="2406015" y="326389"/>
                  </a:lnTo>
                  <a:lnTo>
                    <a:pt x="2406353" y="321310"/>
                  </a:lnTo>
                  <a:lnTo>
                    <a:pt x="2406341" y="320584"/>
                  </a:lnTo>
                  <a:lnTo>
                    <a:pt x="2406522" y="318769"/>
                  </a:lnTo>
                  <a:lnTo>
                    <a:pt x="2406734" y="318769"/>
                  </a:lnTo>
                  <a:lnTo>
                    <a:pt x="2407433" y="314960"/>
                  </a:lnTo>
                  <a:lnTo>
                    <a:pt x="2407285" y="314960"/>
                  </a:lnTo>
                  <a:lnTo>
                    <a:pt x="2407666" y="313689"/>
                  </a:lnTo>
                  <a:lnTo>
                    <a:pt x="2409113" y="309879"/>
                  </a:lnTo>
                  <a:lnTo>
                    <a:pt x="2409421" y="308983"/>
                  </a:lnTo>
                  <a:lnTo>
                    <a:pt x="2411708" y="303529"/>
                  </a:lnTo>
                  <a:lnTo>
                    <a:pt x="2411999" y="302736"/>
                  </a:lnTo>
                  <a:lnTo>
                    <a:pt x="2412238" y="302260"/>
                  </a:lnTo>
                  <a:lnTo>
                    <a:pt x="2414397" y="298450"/>
                  </a:lnTo>
                  <a:lnTo>
                    <a:pt x="2415793" y="295910"/>
                  </a:lnTo>
                  <a:lnTo>
                    <a:pt x="2415980" y="295910"/>
                  </a:lnTo>
                  <a:lnTo>
                    <a:pt x="2420112" y="289560"/>
                  </a:lnTo>
                  <a:lnTo>
                    <a:pt x="2420518" y="289560"/>
                  </a:lnTo>
                  <a:lnTo>
                    <a:pt x="2425191" y="284479"/>
                  </a:lnTo>
                  <a:lnTo>
                    <a:pt x="2424684" y="284479"/>
                  </a:lnTo>
                  <a:lnTo>
                    <a:pt x="2431415" y="276860"/>
                  </a:lnTo>
                  <a:lnTo>
                    <a:pt x="2432049" y="276860"/>
                  </a:lnTo>
                  <a:lnTo>
                    <a:pt x="2438399" y="270510"/>
                  </a:lnTo>
                  <a:lnTo>
                    <a:pt x="2439162" y="270510"/>
                  </a:lnTo>
                  <a:lnTo>
                    <a:pt x="2446146" y="264160"/>
                  </a:lnTo>
                  <a:lnTo>
                    <a:pt x="2445512" y="264160"/>
                  </a:lnTo>
                  <a:lnTo>
                    <a:pt x="2454783" y="257810"/>
                  </a:lnTo>
                  <a:lnTo>
                    <a:pt x="2454402" y="257810"/>
                  </a:lnTo>
                  <a:lnTo>
                    <a:pt x="2464308" y="250189"/>
                  </a:lnTo>
                  <a:lnTo>
                    <a:pt x="2465705" y="250189"/>
                  </a:lnTo>
                  <a:lnTo>
                    <a:pt x="2474594" y="243839"/>
                  </a:lnTo>
                  <a:lnTo>
                    <a:pt x="2474214" y="243839"/>
                  </a:lnTo>
                  <a:lnTo>
                    <a:pt x="2485770" y="237489"/>
                  </a:lnTo>
                  <a:lnTo>
                    <a:pt x="2485390" y="237489"/>
                  </a:lnTo>
                  <a:lnTo>
                    <a:pt x="2497709" y="231139"/>
                  </a:lnTo>
                  <a:lnTo>
                    <a:pt x="2497328" y="231139"/>
                  </a:lnTo>
                  <a:lnTo>
                    <a:pt x="2510282" y="223519"/>
                  </a:lnTo>
                  <a:lnTo>
                    <a:pt x="2512187" y="223519"/>
                  </a:lnTo>
                  <a:lnTo>
                    <a:pt x="2523422" y="217277"/>
                  </a:lnTo>
                  <a:lnTo>
                    <a:pt x="2523119" y="217277"/>
                  </a:lnTo>
                  <a:lnTo>
                    <a:pt x="2537445" y="210913"/>
                  </a:lnTo>
                  <a:lnTo>
                    <a:pt x="2537236" y="210913"/>
                  </a:lnTo>
                  <a:lnTo>
                    <a:pt x="2552572" y="204469"/>
                  </a:lnTo>
                  <a:lnTo>
                    <a:pt x="2552191" y="204469"/>
                  </a:lnTo>
                  <a:lnTo>
                    <a:pt x="2567721" y="198208"/>
                  </a:lnTo>
                  <a:lnTo>
                    <a:pt x="2567456" y="198208"/>
                  </a:lnTo>
                  <a:lnTo>
                    <a:pt x="2583923" y="191855"/>
                  </a:lnTo>
                  <a:lnTo>
                    <a:pt x="2583712" y="191855"/>
                  </a:lnTo>
                  <a:lnTo>
                    <a:pt x="2600809" y="185502"/>
                  </a:lnTo>
                  <a:lnTo>
                    <a:pt x="2600603" y="185502"/>
                  </a:lnTo>
                  <a:lnTo>
                    <a:pt x="2618215" y="179150"/>
                  </a:lnTo>
                  <a:lnTo>
                    <a:pt x="2617999" y="179150"/>
                  </a:lnTo>
                  <a:lnTo>
                    <a:pt x="2655088" y="166447"/>
                  </a:lnTo>
                  <a:lnTo>
                    <a:pt x="2654826" y="166447"/>
                  </a:lnTo>
                  <a:lnTo>
                    <a:pt x="2674492" y="160019"/>
                  </a:lnTo>
                  <a:lnTo>
                    <a:pt x="2714643" y="148656"/>
                  </a:lnTo>
                  <a:lnTo>
                    <a:pt x="2714376" y="148656"/>
                  </a:lnTo>
                  <a:lnTo>
                    <a:pt x="2757035" y="137223"/>
                  </a:lnTo>
                  <a:lnTo>
                    <a:pt x="2756794" y="137223"/>
                  </a:lnTo>
                  <a:lnTo>
                    <a:pt x="2801627" y="125790"/>
                  </a:lnTo>
                  <a:lnTo>
                    <a:pt x="2801341" y="125790"/>
                  </a:lnTo>
                  <a:lnTo>
                    <a:pt x="2847686" y="115654"/>
                  </a:lnTo>
                  <a:lnTo>
                    <a:pt x="2847443" y="115654"/>
                  </a:lnTo>
                  <a:lnTo>
                    <a:pt x="2896088" y="105460"/>
                  </a:lnTo>
                  <a:lnTo>
                    <a:pt x="2895856" y="105460"/>
                  </a:lnTo>
                  <a:lnTo>
                    <a:pt x="2946022" y="95299"/>
                  </a:lnTo>
                  <a:lnTo>
                    <a:pt x="2945730" y="95299"/>
                  </a:lnTo>
                  <a:lnTo>
                    <a:pt x="2997544" y="86402"/>
                  </a:lnTo>
                  <a:lnTo>
                    <a:pt x="2997328" y="86402"/>
                  </a:lnTo>
                  <a:lnTo>
                    <a:pt x="3050540" y="77469"/>
                  </a:lnTo>
                  <a:lnTo>
                    <a:pt x="3104646" y="69884"/>
                  </a:lnTo>
                  <a:lnTo>
                    <a:pt x="3104387" y="69884"/>
                  </a:lnTo>
                  <a:lnTo>
                    <a:pt x="3160013" y="62264"/>
                  </a:lnTo>
                  <a:lnTo>
                    <a:pt x="3159709" y="62264"/>
                  </a:lnTo>
                  <a:lnTo>
                    <a:pt x="3273936" y="49557"/>
                  </a:lnTo>
                  <a:lnTo>
                    <a:pt x="3273615" y="49557"/>
                  </a:lnTo>
                  <a:lnTo>
                    <a:pt x="3391154" y="39391"/>
                  </a:lnTo>
                  <a:lnTo>
                    <a:pt x="3390814" y="39391"/>
                  </a:lnTo>
                  <a:lnTo>
                    <a:pt x="3450970" y="35560"/>
                  </a:lnTo>
                  <a:lnTo>
                    <a:pt x="3511041" y="33019"/>
                  </a:lnTo>
                  <a:lnTo>
                    <a:pt x="3510788" y="33019"/>
                  </a:lnTo>
                  <a:lnTo>
                    <a:pt x="3571113" y="30490"/>
                  </a:lnTo>
                  <a:lnTo>
                    <a:pt x="3570602" y="30490"/>
                  </a:lnTo>
                  <a:lnTo>
                    <a:pt x="3632072" y="29210"/>
                  </a:lnTo>
                  <a:lnTo>
                    <a:pt x="4270311" y="29210"/>
                  </a:lnTo>
                  <a:lnTo>
                    <a:pt x="4113911" y="15239"/>
                  </a:lnTo>
                  <a:lnTo>
                    <a:pt x="4055364" y="11429"/>
                  </a:lnTo>
                  <a:lnTo>
                    <a:pt x="3995928" y="8889"/>
                  </a:lnTo>
                  <a:lnTo>
                    <a:pt x="3936111" y="5079"/>
                  </a:lnTo>
                  <a:lnTo>
                    <a:pt x="3875659" y="3810"/>
                  </a:lnTo>
                  <a:lnTo>
                    <a:pt x="3814953" y="1269"/>
                  </a:lnTo>
                  <a:lnTo>
                    <a:pt x="3753866" y="1269"/>
                  </a:lnTo>
                  <a:lnTo>
                    <a:pt x="3692652" y="0"/>
                  </a:lnTo>
                  <a:close/>
                </a:path>
                <a:path w="4994275" h="650239">
                  <a:moveTo>
                    <a:pt x="2406734" y="318769"/>
                  </a:moveTo>
                  <a:lnTo>
                    <a:pt x="2406522" y="318769"/>
                  </a:lnTo>
                  <a:lnTo>
                    <a:pt x="2406402" y="320584"/>
                  </a:lnTo>
                  <a:lnTo>
                    <a:pt x="2406734" y="318769"/>
                  </a:lnTo>
                  <a:close/>
                </a:path>
                <a:path w="4994275" h="650239">
                  <a:moveTo>
                    <a:pt x="2407586" y="314121"/>
                  </a:moveTo>
                  <a:lnTo>
                    <a:pt x="2407285" y="314960"/>
                  </a:lnTo>
                  <a:lnTo>
                    <a:pt x="2407433" y="314960"/>
                  </a:lnTo>
                  <a:lnTo>
                    <a:pt x="2407586" y="314121"/>
                  </a:lnTo>
                  <a:close/>
                </a:path>
                <a:path w="4994275" h="650239">
                  <a:moveTo>
                    <a:pt x="2415980" y="295910"/>
                  </a:moveTo>
                  <a:lnTo>
                    <a:pt x="2415793" y="295910"/>
                  </a:lnTo>
                  <a:lnTo>
                    <a:pt x="2415110" y="297153"/>
                  </a:lnTo>
                  <a:lnTo>
                    <a:pt x="2415980" y="295910"/>
                  </a:lnTo>
                  <a:close/>
                </a:path>
                <a:path w="4994275" h="650239">
                  <a:moveTo>
                    <a:pt x="2420518" y="289560"/>
                  </a:moveTo>
                  <a:lnTo>
                    <a:pt x="2420112" y="289560"/>
                  </a:lnTo>
                  <a:lnTo>
                    <a:pt x="2419501" y="290577"/>
                  </a:lnTo>
                  <a:lnTo>
                    <a:pt x="2420518" y="289560"/>
                  </a:lnTo>
                  <a:close/>
                </a:path>
                <a:path w="4994275" h="650239">
                  <a:moveTo>
                    <a:pt x="2432049" y="276860"/>
                  </a:moveTo>
                  <a:lnTo>
                    <a:pt x="2431415" y="276860"/>
                  </a:lnTo>
                  <a:lnTo>
                    <a:pt x="2430780" y="278129"/>
                  </a:lnTo>
                  <a:lnTo>
                    <a:pt x="2432049" y="276860"/>
                  </a:lnTo>
                  <a:close/>
                </a:path>
                <a:path w="4994275" h="650239">
                  <a:moveTo>
                    <a:pt x="2439162" y="270510"/>
                  </a:moveTo>
                  <a:lnTo>
                    <a:pt x="2438399" y="270510"/>
                  </a:lnTo>
                  <a:lnTo>
                    <a:pt x="2437765" y="271779"/>
                  </a:lnTo>
                  <a:lnTo>
                    <a:pt x="2439162" y="270510"/>
                  </a:lnTo>
                  <a:close/>
                </a:path>
                <a:path w="4994275" h="650239">
                  <a:moveTo>
                    <a:pt x="2465705" y="250189"/>
                  </a:moveTo>
                  <a:lnTo>
                    <a:pt x="2464308" y="250189"/>
                  </a:lnTo>
                  <a:lnTo>
                    <a:pt x="2463927" y="251460"/>
                  </a:lnTo>
                  <a:lnTo>
                    <a:pt x="2465705" y="250189"/>
                  </a:lnTo>
                  <a:close/>
                </a:path>
                <a:path w="4994275" h="650239">
                  <a:moveTo>
                    <a:pt x="4869453" y="171025"/>
                  </a:moveTo>
                  <a:lnTo>
                    <a:pt x="4836414" y="215900"/>
                  </a:lnTo>
                  <a:lnTo>
                    <a:pt x="4993767" y="243839"/>
                  </a:lnTo>
                  <a:lnTo>
                    <a:pt x="4961193" y="179150"/>
                  </a:lnTo>
                  <a:lnTo>
                    <a:pt x="4883672" y="179150"/>
                  </a:lnTo>
                  <a:lnTo>
                    <a:pt x="4869453" y="171025"/>
                  </a:lnTo>
                  <a:close/>
                </a:path>
                <a:path w="4994275" h="650239">
                  <a:moveTo>
                    <a:pt x="2512187" y="223519"/>
                  </a:moveTo>
                  <a:lnTo>
                    <a:pt x="2510282" y="223519"/>
                  </a:lnTo>
                  <a:lnTo>
                    <a:pt x="2509900" y="224789"/>
                  </a:lnTo>
                  <a:lnTo>
                    <a:pt x="2512187" y="223519"/>
                  </a:lnTo>
                  <a:close/>
                </a:path>
                <a:path w="4994275" h="650239">
                  <a:moveTo>
                    <a:pt x="2524610" y="216617"/>
                  </a:moveTo>
                  <a:lnTo>
                    <a:pt x="2523119" y="217277"/>
                  </a:lnTo>
                  <a:lnTo>
                    <a:pt x="2523422" y="217277"/>
                  </a:lnTo>
                  <a:lnTo>
                    <a:pt x="2524610" y="216617"/>
                  </a:lnTo>
                  <a:close/>
                </a:path>
                <a:path w="4994275" h="650239">
                  <a:moveTo>
                    <a:pt x="2541079" y="209299"/>
                  </a:moveTo>
                  <a:lnTo>
                    <a:pt x="2537236" y="210913"/>
                  </a:lnTo>
                  <a:lnTo>
                    <a:pt x="2537445" y="210913"/>
                  </a:lnTo>
                  <a:lnTo>
                    <a:pt x="2541079" y="209299"/>
                  </a:lnTo>
                  <a:close/>
                </a:path>
                <a:path w="4994275" h="650239">
                  <a:moveTo>
                    <a:pt x="2573189" y="196003"/>
                  </a:moveTo>
                  <a:lnTo>
                    <a:pt x="2567456" y="198208"/>
                  </a:lnTo>
                  <a:lnTo>
                    <a:pt x="2567721" y="198208"/>
                  </a:lnTo>
                  <a:lnTo>
                    <a:pt x="2573189" y="196003"/>
                  </a:lnTo>
                  <a:close/>
                </a:path>
                <a:path w="4994275" h="650239">
                  <a:moveTo>
                    <a:pt x="2588802" y="189969"/>
                  </a:moveTo>
                  <a:lnTo>
                    <a:pt x="2583712" y="191855"/>
                  </a:lnTo>
                  <a:lnTo>
                    <a:pt x="2583923" y="191855"/>
                  </a:lnTo>
                  <a:lnTo>
                    <a:pt x="2588802" y="189969"/>
                  </a:lnTo>
                  <a:close/>
                </a:path>
                <a:path w="4994275" h="650239">
                  <a:moveTo>
                    <a:pt x="2606678" y="183317"/>
                  </a:moveTo>
                  <a:lnTo>
                    <a:pt x="2600603" y="185502"/>
                  </a:lnTo>
                  <a:lnTo>
                    <a:pt x="2600809" y="185502"/>
                  </a:lnTo>
                  <a:lnTo>
                    <a:pt x="2606678" y="183317"/>
                  </a:lnTo>
                  <a:close/>
                </a:path>
                <a:path w="4994275" h="650239">
                  <a:moveTo>
                    <a:pt x="2621951" y="177800"/>
                  </a:moveTo>
                  <a:lnTo>
                    <a:pt x="2617999" y="179150"/>
                  </a:lnTo>
                  <a:lnTo>
                    <a:pt x="2618215" y="179150"/>
                  </a:lnTo>
                  <a:lnTo>
                    <a:pt x="2621951" y="177800"/>
                  </a:lnTo>
                  <a:close/>
                </a:path>
                <a:path w="4994275" h="650239">
                  <a:moveTo>
                    <a:pt x="4886595" y="147743"/>
                  </a:moveTo>
                  <a:lnTo>
                    <a:pt x="4869453" y="171025"/>
                  </a:lnTo>
                  <a:lnTo>
                    <a:pt x="4883672" y="179150"/>
                  </a:lnTo>
                  <a:lnTo>
                    <a:pt x="4883486" y="179150"/>
                  </a:lnTo>
                  <a:lnTo>
                    <a:pt x="4897500" y="153669"/>
                  </a:lnTo>
                  <a:lnTo>
                    <a:pt x="4886595" y="147743"/>
                  </a:lnTo>
                  <a:close/>
                </a:path>
                <a:path w="4994275" h="650239">
                  <a:moveTo>
                    <a:pt x="4921514" y="100351"/>
                  </a:moveTo>
                  <a:lnTo>
                    <a:pt x="4920568" y="101600"/>
                  </a:lnTo>
                  <a:lnTo>
                    <a:pt x="4886595" y="147743"/>
                  </a:lnTo>
                  <a:lnTo>
                    <a:pt x="4897500" y="153669"/>
                  </a:lnTo>
                  <a:lnTo>
                    <a:pt x="4883486" y="179150"/>
                  </a:lnTo>
                  <a:lnTo>
                    <a:pt x="4961193" y="179150"/>
                  </a:lnTo>
                  <a:lnTo>
                    <a:pt x="4921514" y="100351"/>
                  </a:lnTo>
                  <a:close/>
                </a:path>
                <a:path w="4994275" h="650239">
                  <a:moveTo>
                    <a:pt x="4872824" y="166447"/>
                  </a:moveTo>
                  <a:lnTo>
                    <a:pt x="4861444" y="166447"/>
                  </a:lnTo>
                  <a:lnTo>
                    <a:pt x="4869453" y="171025"/>
                  </a:lnTo>
                  <a:lnTo>
                    <a:pt x="4872824" y="166447"/>
                  </a:lnTo>
                  <a:close/>
                </a:path>
                <a:path w="4994275" h="650239">
                  <a:moveTo>
                    <a:pt x="4866259" y="138429"/>
                  </a:moveTo>
                  <a:lnTo>
                    <a:pt x="4768342" y="138429"/>
                  </a:lnTo>
                  <a:lnTo>
                    <a:pt x="4785995" y="143510"/>
                  </a:lnTo>
                  <a:lnTo>
                    <a:pt x="4819015" y="153669"/>
                  </a:lnTo>
                  <a:lnTo>
                    <a:pt x="4834396" y="157421"/>
                  </a:lnTo>
                  <a:lnTo>
                    <a:pt x="4834618" y="157556"/>
                  </a:lnTo>
                  <a:lnTo>
                    <a:pt x="4842911" y="160319"/>
                  </a:lnTo>
                  <a:lnTo>
                    <a:pt x="4844457" y="160866"/>
                  </a:lnTo>
                  <a:lnTo>
                    <a:pt x="4849266" y="162483"/>
                  </a:lnTo>
                  <a:lnTo>
                    <a:pt x="4849467" y="162639"/>
                  </a:lnTo>
                  <a:lnTo>
                    <a:pt x="4863594" y="167639"/>
                  </a:lnTo>
                  <a:lnTo>
                    <a:pt x="4861440" y="166447"/>
                  </a:lnTo>
                  <a:lnTo>
                    <a:pt x="4872824" y="166447"/>
                  </a:lnTo>
                  <a:lnTo>
                    <a:pt x="4886595" y="147743"/>
                  </a:lnTo>
                  <a:lnTo>
                    <a:pt x="4874133" y="140969"/>
                  </a:lnTo>
                  <a:lnTo>
                    <a:pt x="4866259" y="138429"/>
                  </a:lnTo>
                  <a:close/>
                </a:path>
                <a:path w="4994275" h="650239">
                  <a:moveTo>
                    <a:pt x="2659075" y="165100"/>
                  </a:moveTo>
                  <a:lnTo>
                    <a:pt x="2654826" y="166447"/>
                  </a:lnTo>
                  <a:lnTo>
                    <a:pt x="2655088" y="166447"/>
                  </a:lnTo>
                  <a:lnTo>
                    <a:pt x="2659075" y="165100"/>
                  </a:lnTo>
                  <a:close/>
                </a:path>
                <a:path w="4994275" h="650239">
                  <a:moveTo>
                    <a:pt x="4844457" y="160866"/>
                  </a:moveTo>
                  <a:lnTo>
                    <a:pt x="4849467" y="162639"/>
                  </a:lnTo>
                  <a:lnTo>
                    <a:pt x="4849266" y="162483"/>
                  </a:lnTo>
                  <a:lnTo>
                    <a:pt x="4844457" y="160866"/>
                  </a:lnTo>
                  <a:close/>
                </a:path>
                <a:path w="4994275" h="650239">
                  <a:moveTo>
                    <a:pt x="4833710" y="157254"/>
                  </a:moveTo>
                  <a:lnTo>
                    <a:pt x="4834618" y="157556"/>
                  </a:lnTo>
                  <a:lnTo>
                    <a:pt x="4834396" y="157421"/>
                  </a:lnTo>
                  <a:lnTo>
                    <a:pt x="4833710" y="157254"/>
                  </a:lnTo>
                  <a:close/>
                </a:path>
                <a:path w="4994275" h="650239">
                  <a:moveTo>
                    <a:pt x="2717871" y="147743"/>
                  </a:moveTo>
                  <a:lnTo>
                    <a:pt x="2714376" y="148656"/>
                  </a:lnTo>
                  <a:lnTo>
                    <a:pt x="2714643" y="148656"/>
                  </a:lnTo>
                  <a:lnTo>
                    <a:pt x="2717871" y="147743"/>
                  </a:lnTo>
                  <a:close/>
                </a:path>
                <a:path w="4994275" h="650239">
                  <a:moveTo>
                    <a:pt x="4730679" y="129350"/>
                  </a:moveTo>
                  <a:lnTo>
                    <a:pt x="4750308" y="134619"/>
                  </a:lnTo>
                  <a:lnTo>
                    <a:pt x="4768469" y="139700"/>
                  </a:lnTo>
                  <a:lnTo>
                    <a:pt x="4768342" y="138429"/>
                  </a:lnTo>
                  <a:lnTo>
                    <a:pt x="4866259" y="138429"/>
                  </a:lnTo>
                  <a:lnTo>
                    <a:pt x="4858610" y="135962"/>
                  </a:lnTo>
                  <a:lnTo>
                    <a:pt x="4843145" y="130810"/>
                  </a:lnTo>
                  <a:lnTo>
                    <a:pt x="4839375" y="129603"/>
                  </a:lnTo>
                  <a:lnTo>
                    <a:pt x="4731961" y="129603"/>
                  </a:lnTo>
                  <a:lnTo>
                    <a:pt x="4730679" y="129350"/>
                  </a:lnTo>
                  <a:close/>
                </a:path>
                <a:path w="4994275" h="650239">
                  <a:moveTo>
                    <a:pt x="2761739" y="135962"/>
                  </a:moveTo>
                  <a:lnTo>
                    <a:pt x="2756794" y="137223"/>
                  </a:lnTo>
                  <a:lnTo>
                    <a:pt x="2757035" y="137223"/>
                  </a:lnTo>
                  <a:lnTo>
                    <a:pt x="2761739" y="135962"/>
                  </a:lnTo>
                  <a:close/>
                </a:path>
                <a:path w="4994275" h="650239">
                  <a:moveTo>
                    <a:pt x="4270311" y="29210"/>
                  </a:moveTo>
                  <a:lnTo>
                    <a:pt x="3753612" y="29210"/>
                  </a:lnTo>
                  <a:lnTo>
                    <a:pt x="3874769" y="31750"/>
                  </a:lnTo>
                  <a:lnTo>
                    <a:pt x="3994531" y="36829"/>
                  </a:lnTo>
                  <a:lnTo>
                    <a:pt x="4169410" y="48260"/>
                  </a:lnTo>
                  <a:lnTo>
                    <a:pt x="4281618" y="58449"/>
                  </a:lnTo>
                  <a:lnTo>
                    <a:pt x="4440173" y="77469"/>
                  </a:lnTo>
                  <a:lnTo>
                    <a:pt x="4490085" y="85089"/>
                  </a:lnTo>
                  <a:lnTo>
                    <a:pt x="4629404" y="107950"/>
                  </a:lnTo>
                  <a:lnTo>
                    <a:pt x="4672177" y="116893"/>
                  </a:lnTo>
                  <a:lnTo>
                    <a:pt x="4712643" y="125790"/>
                  </a:lnTo>
                  <a:lnTo>
                    <a:pt x="4731961" y="129603"/>
                  </a:lnTo>
                  <a:lnTo>
                    <a:pt x="4839375" y="129603"/>
                  </a:lnTo>
                  <a:lnTo>
                    <a:pt x="4827460" y="125790"/>
                  </a:lnTo>
                  <a:lnTo>
                    <a:pt x="4810633" y="120650"/>
                  </a:lnTo>
                  <a:lnTo>
                    <a:pt x="4793726" y="116893"/>
                  </a:lnTo>
                  <a:lnTo>
                    <a:pt x="4757166" y="106679"/>
                  </a:lnTo>
                  <a:lnTo>
                    <a:pt x="4738116" y="101600"/>
                  </a:lnTo>
                  <a:lnTo>
                    <a:pt x="4718558" y="97789"/>
                  </a:lnTo>
                  <a:lnTo>
                    <a:pt x="4677664" y="88900"/>
                  </a:lnTo>
                  <a:lnTo>
                    <a:pt x="4634738" y="80010"/>
                  </a:lnTo>
                  <a:lnTo>
                    <a:pt x="4589780" y="72389"/>
                  </a:lnTo>
                  <a:lnTo>
                    <a:pt x="4542917" y="63500"/>
                  </a:lnTo>
                  <a:lnTo>
                    <a:pt x="4494148" y="55879"/>
                  </a:lnTo>
                  <a:lnTo>
                    <a:pt x="4284309" y="30490"/>
                  </a:lnTo>
                  <a:lnTo>
                    <a:pt x="4270311" y="29210"/>
                  </a:lnTo>
                  <a:close/>
                </a:path>
                <a:path w="4994275" h="650239">
                  <a:moveTo>
                    <a:pt x="2803339" y="125354"/>
                  </a:moveTo>
                  <a:lnTo>
                    <a:pt x="2801341" y="125790"/>
                  </a:lnTo>
                  <a:lnTo>
                    <a:pt x="2801627" y="125790"/>
                  </a:lnTo>
                  <a:lnTo>
                    <a:pt x="2803339" y="125354"/>
                  </a:lnTo>
                  <a:close/>
                </a:path>
                <a:path w="4994275" h="650239">
                  <a:moveTo>
                    <a:pt x="4666276" y="115654"/>
                  </a:moveTo>
                  <a:lnTo>
                    <a:pt x="4671937" y="116893"/>
                  </a:lnTo>
                  <a:lnTo>
                    <a:pt x="4672189" y="116893"/>
                  </a:lnTo>
                  <a:lnTo>
                    <a:pt x="4666276" y="115654"/>
                  </a:lnTo>
                  <a:close/>
                </a:path>
                <a:path w="4994275" h="650239">
                  <a:moveTo>
                    <a:pt x="2853150" y="114459"/>
                  </a:moveTo>
                  <a:lnTo>
                    <a:pt x="2847443" y="115654"/>
                  </a:lnTo>
                  <a:lnTo>
                    <a:pt x="2847686" y="115654"/>
                  </a:lnTo>
                  <a:lnTo>
                    <a:pt x="2853150" y="114459"/>
                  </a:lnTo>
                  <a:close/>
                </a:path>
                <a:path w="4994275" h="650239">
                  <a:moveTo>
                    <a:pt x="2902764" y="104061"/>
                  </a:moveTo>
                  <a:lnTo>
                    <a:pt x="2895856" y="105460"/>
                  </a:lnTo>
                  <a:lnTo>
                    <a:pt x="2896088" y="105460"/>
                  </a:lnTo>
                  <a:lnTo>
                    <a:pt x="2902764" y="104061"/>
                  </a:lnTo>
                  <a:close/>
                </a:path>
                <a:path w="4994275" h="650239">
                  <a:moveTo>
                    <a:pt x="2947633" y="94972"/>
                  </a:moveTo>
                  <a:lnTo>
                    <a:pt x="2945730" y="95299"/>
                  </a:lnTo>
                  <a:lnTo>
                    <a:pt x="2946022" y="95299"/>
                  </a:lnTo>
                  <a:lnTo>
                    <a:pt x="2947633" y="94972"/>
                  </a:lnTo>
                  <a:close/>
                </a:path>
                <a:path w="4994275" h="650239">
                  <a:moveTo>
                    <a:pt x="4531559" y="91621"/>
                  </a:moveTo>
                  <a:lnTo>
                    <a:pt x="4538465" y="92750"/>
                  </a:lnTo>
                  <a:lnTo>
                    <a:pt x="4538718" y="92750"/>
                  </a:lnTo>
                  <a:lnTo>
                    <a:pt x="4531559" y="91621"/>
                  </a:lnTo>
                  <a:close/>
                </a:path>
                <a:path w="4994275" h="650239">
                  <a:moveTo>
                    <a:pt x="3005186" y="85089"/>
                  </a:moveTo>
                  <a:lnTo>
                    <a:pt x="2997328" y="86402"/>
                  </a:lnTo>
                  <a:lnTo>
                    <a:pt x="2997544" y="86402"/>
                  </a:lnTo>
                  <a:lnTo>
                    <a:pt x="3005186" y="85089"/>
                  </a:lnTo>
                  <a:close/>
                </a:path>
                <a:path w="4994275" h="650239">
                  <a:moveTo>
                    <a:pt x="3115767" y="68325"/>
                  </a:moveTo>
                  <a:lnTo>
                    <a:pt x="3104387" y="69884"/>
                  </a:lnTo>
                  <a:lnTo>
                    <a:pt x="3104646" y="69884"/>
                  </a:lnTo>
                  <a:lnTo>
                    <a:pt x="3115767" y="68325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4990591" y="3026790"/>
            <a:ext cx="15963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C00000"/>
                </a:solidFill>
                <a:latin typeface="Arial"/>
                <a:cs typeface="Arial"/>
              </a:rPr>
              <a:t>corresponds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00000"/>
                </a:solidFill>
                <a:latin typeface="Arial"/>
                <a:cs typeface="Arial"/>
              </a:rPr>
              <a:t>to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60</a:t>
            </a:fld>
          </a:p>
        </p:txBody>
      </p:sp>
      <p:sp>
        <p:nvSpPr>
          <p:cNvPr id="19" name="object 19"/>
          <p:cNvSpPr txBox="1"/>
          <p:nvPr/>
        </p:nvSpPr>
        <p:spPr>
          <a:xfrm>
            <a:off x="8916669" y="1537842"/>
            <a:ext cx="1557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Machine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Under-Constrained</a:t>
            </a:r>
            <a:r>
              <a:rPr dirty="0" spc="-90"/>
              <a:t> </a:t>
            </a:r>
            <a:r>
              <a:rPr dirty="0" spc="50"/>
              <a:t>State</a:t>
            </a:r>
            <a:r>
              <a:rPr dirty="0" spc="-105"/>
              <a:t> </a:t>
            </a:r>
            <a:r>
              <a:rPr dirty="0" spc="185"/>
              <a:t>Mutation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72793" y="1886521"/>
            <a:ext cx="3646170" cy="1806575"/>
            <a:chOff x="7872793" y="1886521"/>
            <a:chExt cx="3646170" cy="1806575"/>
          </a:xfrm>
        </p:grpSpPr>
        <p:sp>
          <p:nvSpPr>
            <p:cNvPr id="4" name="object 4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3636263" y="0"/>
                  </a:moveTo>
                  <a:lnTo>
                    <a:pt x="0" y="0"/>
                  </a:lnTo>
                  <a:lnTo>
                    <a:pt x="0" y="1796795"/>
                  </a:lnTo>
                  <a:lnTo>
                    <a:pt x="3636263" y="1796795"/>
                  </a:lnTo>
                  <a:lnTo>
                    <a:pt x="3636263" y="0"/>
                  </a:lnTo>
                  <a:close/>
                </a:path>
              </a:pathLst>
            </a:custGeom>
            <a:solidFill>
              <a:srgbClr val="DCEAF7">
                <a:alpha val="4392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0" y="1796795"/>
                  </a:moveTo>
                  <a:lnTo>
                    <a:pt x="3636263" y="1796795"/>
                  </a:lnTo>
                  <a:lnTo>
                    <a:pt x="3636263" y="0"/>
                  </a:lnTo>
                  <a:lnTo>
                    <a:pt x="0" y="0"/>
                  </a:lnTo>
                  <a:lnTo>
                    <a:pt x="0" y="17967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7957819" y="1885329"/>
            <a:ext cx="2281555" cy="7112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635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>
                <a:latin typeface="Consolas"/>
                <a:cs typeface="Consolas"/>
              </a:rPr>
              <a:t>jle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0x555555800bc9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33181" y="2654045"/>
            <a:ext cx="2616835" cy="327660"/>
          </a:xfrm>
          <a:prstGeom prst="rect">
            <a:avLst/>
          </a:prstGeom>
          <a:solidFill>
            <a:srgbClr val="DCEAF7">
              <a:alpha val="43920"/>
            </a:srgbClr>
          </a:solidFill>
          <a:ln w="2857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6830">
              <a:lnSpc>
                <a:spcPts val="2145"/>
              </a:lnSpc>
            </a:pPr>
            <a:r>
              <a:rPr dirty="0" sz="1800">
                <a:latin typeface="Consolas"/>
                <a:cs typeface="Consolas"/>
              </a:rPr>
              <a:t>lea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esi,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[rax+rax*4]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7819" y="2914015"/>
            <a:ext cx="1529080" cy="7112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Consolas"/>
                <a:cs typeface="Consolas"/>
              </a:rPr>
              <a:t>xor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edx,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edx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540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8069" y="1537842"/>
            <a:ext cx="1360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Source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278748" y="4372736"/>
            <a:ext cx="2689225" cy="1614805"/>
            <a:chOff x="8278748" y="4372736"/>
            <a:chExt cx="2689225" cy="1614805"/>
          </a:xfrm>
        </p:grpSpPr>
        <p:sp>
          <p:nvSpPr>
            <p:cNvPr id="11" name="object 11"/>
            <p:cNvSpPr/>
            <p:nvPr/>
          </p:nvSpPr>
          <p:spPr>
            <a:xfrm>
              <a:off x="8288273" y="4382261"/>
              <a:ext cx="2670175" cy="1595755"/>
            </a:xfrm>
            <a:custGeom>
              <a:avLst/>
              <a:gdLst/>
              <a:ahLst/>
              <a:cxnLst/>
              <a:rect l="l" t="t" r="r" b="b"/>
              <a:pathLst>
                <a:path w="2670175" h="1595754">
                  <a:moveTo>
                    <a:pt x="2670048" y="0"/>
                  </a:moveTo>
                  <a:lnTo>
                    <a:pt x="0" y="0"/>
                  </a:lnTo>
                  <a:lnTo>
                    <a:pt x="0" y="1595628"/>
                  </a:lnTo>
                  <a:lnTo>
                    <a:pt x="2376804" y="1595628"/>
                  </a:lnTo>
                  <a:lnTo>
                    <a:pt x="2670048" y="1302410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FAE2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665078" y="5684672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293243" y="0"/>
                  </a:moveTo>
                  <a:lnTo>
                    <a:pt x="58674" y="58648"/>
                  </a:lnTo>
                  <a:lnTo>
                    <a:pt x="0" y="293217"/>
                  </a:lnTo>
                  <a:lnTo>
                    <a:pt x="293243" y="0"/>
                  </a:lnTo>
                  <a:close/>
                </a:path>
              </a:pathLst>
            </a:custGeom>
            <a:solidFill>
              <a:srgbClr val="C9B6A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288273" y="4382261"/>
              <a:ext cx="2670175" cy="1595755"/>
            </a:xfrm>
            <a:custGeom>
              <a:avLst/>
              <a:gdLst/>
              <a:ahLst/>
              <a:cxnLst/>
              <a:rect l="l" t="t" r="r" b="b"/>
              <a:pathLst>
                <a:path w="2670175" h="1595754">
                  <a:moveTo>
                    <a:pt x="2376804" y="1595628"/>
                  </a:moveTo>
                  <a:lnTo>
                    <a:pt x="2435479" y="1361059"/>
                  </a:lnTo>
                  <a:lnTo>
                    <a:pt x="2670048" y="1302410"/>
                  </a:lnTo>
                  <a:lnTo>
                    <a:pt x="2376804" y="1595628"/>
                  </a:lnTo>
                  <a:lnTo>
                    <a:pt x="0" y="1595628"/>
                  </a:lnTo>
                  <a:lnTo>
                    <a:pt x="0" y="0"/>
                  </a:lnTo>
                  <a:lnTo>
                    <a:pt x="2670048" y="0"/>
                  </a:lnTo>
                  <a:lnTo>
                    <a:pt x="2670048" y="130241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368030" y="4595876"/>
            <a:ext cx="24072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RAX:</a:t>
            </a:r>
            <a:r>
              <a:rPr dirty="0" u="sng" sz="1800" spc="-20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800" spc="-25">
                <a:uFill>
                  <a:solidFill>
                    <a:srgbClr val="000000"/>
                  </a:solidFill>
                </a:uFill>
                <a:latin typeface="Consolas"/>
                <a:cs typeface="Consolas"/>
              </a:rPr>
              <a:t>0x1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RBX: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0x555556332ff0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RCX: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549377" y="2802889"/>
            <a:ext cx="650240" cy="2445385"/>
          </a:xfrm>
          <a:custGeom>
            <a:avLst/>
            <a:gdLst/>
            <a:ahLst/>
            <a:cxnLst/>
            <a:rect l="l" t="t" r="r" b="b"/>
            <a:pathLst>
              <a:path w="650240" h="2445385">
                <a:moveTo>
                  <a:pt x="438408" y="2288540"/>
                </a:moveTo>
                <a:lnTo>
                  <a:pt x="407547" y="2445258"/>
                </a:lnTo>
                <a:lnTo>
                  <a:pt x="551438" y="2375916"/>
                </a:lnTo>
                <a:lnTo>
                  <a:pt x="519730" y="2351405"/>
                </a:lnTo>
                <a:lnTo>
                  <a:pt x="498098" y="2351405"/>
                </a:lnTo>
                <a:lnTo>
                  <a:pt x="474349" y="2335530"/>
                </a:lnTo>
                <a:lnTo>
                  <a:pt x="482844" y="2322890"/>
                </a:lnTo>
                <a:lnTo>
                  <a:pt x="438408" y="2288540"/>
                </a:lnTo>
                <a:close/>
              </a:path>
              <a:path w="650240" h="2445385">
                <a:moveTo>
                  <a:pt x="482844" y="2322890"/>
                </a:moveTo>
                <a:lnTo>
                  <a:pt x="474349" y="2335530"/>
                </a:lnTo>
                <a:lnTo>
                  <a:pt x="498098" y="2351405"/>
                </a:lnTo>
                <a:lnTo>
                  <a:pt x="505510" y="2340412"/>
                </a:lnTo>
                <a:lnTo>
                  <a:pt x="482844" y="2322890"/>
                </a:lnTo>
                <a:close/>
              </a:path>
              <a:path w="650240" h="2445385">
                <a:moveTo>
                  <a:pt x="505510" y="2340412"/>
                </a:moveTo>
                <a:lnTo>
                  <a:pt x="498098" y="2351405"/>
                </a:lnTo>
                <a:lnTo>
                  <a:pt x="519730" y="2351405"/>
                </a:lnTo>
                <a:lnTo>
                  <a:pt x="505510" y="2340412"/>
                </a:lnTo>
                <a:close/>
              </a:path>
              <a:path w="650240" h="2445385">
                <a:moveTo>
                  <a:pt x="514756" y="2320036"/>
                </a:moveTo>
                <a:lnTo>
                  <a:pt x="484763" y="2320036"/>
                </a:lnTo>
                <a:lnTo>
                  <a:pt x="483820" y="2321776"/>
                </a:lnTo>
                <a:lnTo>
                  <a:pt x="483183" y="2322890"/>
                </a:lnTo>
                <a:lnTo>
                  <a:pt x="483108" y="2323094"/>
                </a:lnTo>
                <a:lnTo>
                  <a:pt x="505510" y="2340412"/>
                </a:lnTo>
                <a:lnTo>
                  <a:pt x="509401" y="2334641"/>
                </a:lnTo>
                <a:lnTo>
                  <a:pt x="514756" y="2320036"/>
                </a:lnTo>
                <a:close/>
              </a:path>
              <a:path w="650240" h="2445385">
                <a:moveTo>
                  <a:pt x="483593" y="2321776"/>
                </a:moveTo>
                <a:lnTo>
                  <a:pt x="482844" y="2322890"/>
                </a:lnTo>
                <a:lnTo>
                  <a:pt x="483108" y="2323094"/>
                </a:lnTo>
                <a:lnTo>
                  <a:pt x="483217" y="2322890"/>
                </a:lnTo>
                <a:lnTo>
                  <a:pt x="483593" y="2321776"/>
                </a:lnTo>
                <a:close/>
              </a:path>
              <a:path w="650240" h="2445385">
                <a:moveTo>
                  <a:pt x="484763" y="2320036"/>
                </a:moveTo>
                <a:lnTo>
                  <a:pt x="483593" y="2321776"/>
                </a:lnTo>
                <a:lnTo>
                  <a:pt x="483183" y="2322890"/>
                </a:lnTo>
                <a:lnTo>
                  <a:pt x="483820" y="2321776"/>
                </a:lnTo>
                <a:lnTo>
                  <a:pt x="484763" y="2320036"/>
                </a:lnTo>
                <a:close/>
              </a:path>
              <a:path w="650240" h="2445385">
                <a:moveTo>
                  <a:pt x="1020" y="0"/>
                </a:moveTo>
                <a:lnTo>
                  <a:pt x="0" y="28575"/>
                </a:lnTo>
                <a:lnTo>
                  <a:pt x="3719" y="28575"/>
                </a:lnTo>
                <a:lnTo>
                  <a:pt x="16439" y="29009"/>
                </a:lnTo>
                <a:lnTo>
                  <a:pt x="14858" y="29009"/>
                </a:lnTo>
                <a:lnTo>
                  <a:pt x="29072" y="30225"/>
                </a:lnTo>
                <a:lnTo>
                  <a:pt x="43057" y="32258"/>
                </a:lnTo>
                <a:lnTo>
                  <a:pt x="42909" y="32258"/>
                </a:lnTo>
                <a:lnTo>
                  <a:pt x="56292" y="35023"/>
                </a:lnTo>
                <a:lnTo>
                  <a:pt x="70043" y="38552"/>
                </a:lnTo>
                <a:lnTo>
                  <a:pt x="113740" y="54882"/>
                </a:lnTo>
                <a:lnTo>
                  <a:pt x="156339" y="77792"/>
                </a:lnTo>
                <a:lnTo>
                  <a:pt x="196092" y="105657"/>
                </a:lnTo>
                <a:lnTo>
                  <a:pt x="236412" y="140309"/>
                </a:lnTo>
                <a:lnTo>
                  <a:pt x="264803" y="168652"/>
                </a:lnTo>
                <a:lnTo>
                  <a:pt x="291162" y="198293"/>
                </a:lnTo>
                <a:lnTo>
                  <a:pt x="291392" y="198459"/>
                </a:lnTo>
                <a:lnTo>
                  <a:pt x="315705" y="228428"/>
                </a:lnTo>
                <a:lnTo>
                  <a:pt x="354603" y="282211"/>
                </a:lnTo>
                <a:lnTo>
                  <a:pt x="378715" y="319564"/>
                </a:lnTo>
                <a:lnTo>
                  <a:pt x="378769" y="319701"/>
                </a:lnTo>
                <a:lnTo>
                  <a:pt x="379600" y="321021"/>
                </a:lnTo>
                <a:lnTo>
                  <a:pt x="401908" y="358595"/>
                </a:lnTo>
                <a:lnTo>
                  <a:pt x="424104" y="399391"/>
                </a:lnTo>
                <a:lnTo>
                  <a:pt x="445793" y="442271"/>
                </a:lnTo>
                <a:lnTo>
                  <a:pt x="466247" y="486533"/>
                </a:lnTo>
                <a:lnTo>
                  <a:pt x="486787" y="534936"/>
                </a:lnTo>
                <a:lnTo>
                  <a:pt x="504288" y="579838"/>
                </a:lnTo>
                <a:lnTo>
                  <a:pt x="505309" y="582767"/>
                </a:lnTo>
                <a:lnTo>
                  <a:pt x="505485" y="583221"/>
                </a:lnTo>
                <a:lnTo>
                  <a:pt x="522736" y="631951"/>
                </a:lnTo>
                <a:lnTo>
                  <a:pt x="538950" y="682353"/>
                </a:lnTo>
                <a:lnTo>
                  <a:pt x="554105" y="734439"/>
                </a:lnTo>
                <a:lnTo>
                  <a:pt x="567360" y="785602"/>
                </a:lnTo>
                <a:lnTo>
                  <a:pt x="579490" y="838628"/>
                </a:lnTo>
                <a:lnTo>
                  <a:pt x="590417" y="893266"/>
                </a:lnTo>
                <a:lnTo>
                  <a:pt x="599529" y="946839"/>
                </a:lnTo>
                <a:lnTo>
                  <a:pt x="607367" y="1002589"/>
                </a:lnTo>
                <a:lnTo>
                  <a:pt x="613778" y="1060202"/>
                </a:lnTo>
                <a:lnTo>
                  <a:pt x="613795" y="1060701"/>
                </a:lnTo>
                <a:lnTo>
                  <a:pt x="613921" y="1061846"/>
                </a:lnTo>
                <a:lnTo>
                  <a:pt x="617986" y="1114933"/>
                </a:lnTo>
                <a:lnTo>
                  <a:pt x="618103" y="1116459"/>
                </a:lnTo>
                <a:lnTo>
                  <a:pt x="620851" y="1172083"/>
                </a:lnTo>
                <a:lnTo>
                  <a:pt x="620916" y="1173415"/>
                </a:lnTo>
                <a:lnTo>
                  <a:pt x="621666" y="1229487"/>
                </a:lnTo>
                <a:lnTo>
                  <a:pt x="621662" y="1286891"/>
                </a:lnTo>
                <a:lnTo>
                  <a:pt x="620653" y="1343279"/>
                </a:lnTo>
                <a:lnTo>
                  <a:pt x="619002" y="1399667"/>
                </a:lnTo>
                <a:lnTo>
                  <a:pt x="616843" y="1455801"/>
                </a:lnTo>
                <a:lnTo>
                  <a:pt x="614049" y="1511427"/>
                </a:lnTo>
                <a:lnTo>
                  <a:pt x="610620" y="1566672"/>
                </a:lnTo>
                <a:lnTo>
                  <a:pt x="606683" y="1621028"/>
                </a:lnTo>
                <a:lnTo>
                  <a:pt x="602435" y="1673999"/>
                </a:lnTo>
                <a:lnTo>
                  <a:pt x="597518" y="1726580"/>
                </a:lnTo>
                <a:lnTo>
                  <a:pt x="591951" y="1779397"/>
                </a:lnTo>
                <a:lnTo>
                  <a:pt x="586287" y="1828528"/>
                </a:lnTo>
                <a:lnTo>
                  <a:pt x="579886" y="1879473"/>
                </a:lnTo>
                <a:lnTo>
                  <a:pt x="573360" y="1926262"/>
                </a:lnTo>
                <a:lnTo>
                  <a:pt x="566581" y="1970927"/>
                </a:lnTo>
                <a:lnTo>
                  <a:pt x="558598" y="2019314"/>
                </a:lnTo>
                <a:lnTo>
                  <a:pt x="558628" y="2019568"/>
                </a:lnTo>
                <a:lnTo>
                  <a:pt x="550803" y="2062734"/>
                </a:lnTo>
                <a:lnTo>
                  <a:pt x="543384" y="2100287"/>
                </a:lnTo>
                <a:lnTo>
                  <a:pt x="534723" y="2141489"/>
                </a:lnTo>
                <a:lnTo>
                  <a:pt x="525339" y="2181625"/>
                </a:lnTo>
                <a:lnTo>
                  <a:pt x="525335" y="2181874"/>
                </a:lnTo>
                <a:lnTo>
                  <a:pt x="511814" y="2234184"/>
                </a:lnTo>
                <a:lnTo>
                  <a:pt x="497717" y="2281301"/>
                </a:lnTo>
                <a:lnTo>
                  <a:pt x="491038" y="2301165"/>
                </a:lnTo>
                <a:lnTo>
                  <a:pt x="489941" y="2304523"/>
                </a:lnTo>
                <a:lnTo>
                  <a:pt x="488182" y="2309661"/>
                </a:lnTo>
                <a:lnTo>
                  <a:pt x="487942" y="2309957"/>
                </a:lnTo>
                <a:lnTo>
                  <a:pt x="483593" y="2321776"/>
                </a:lnTo>
                <a:lnTo>
                  <a:pt x="484763" y="2320036"/>
                </a:lnTo>
                <a:lnTo>
                  <a:pt x="514756" y="2320036"/>
                </a:lnTo>
                <a:lnTo>
                  <a:pt x="519942" y="2305050"/>
                </a:lnTo>
                <a:lnTo>
                  <a:pt x="534547" y="2258441"/>
                </a:lnTo>
                <a:lnTo>
                  <a:pt x="553089" y="2188591"/>
                </a:lnTo>
                <a:lnTo>
                  <a:pt x="562106" y="2150237"/>
                </a:lnTo>
                <a:lnTo>
                  <a:pt x="570615" y="2110105"/>
                </a:lnTo>
                <a:lnTo>
                  <a:pt x="578870" y="2068068"/>
                </a:lnTo>
                <a:lnTo>
                  <a:pt x="586680" y="2024607"/>
                </a:lnTo>
                <a:lnTo>
                  <a:pt x="594237" y="1978787"/>
                </a:lnTo>
                <a:lnTo>
                  <a:pt x="601349" y="1931797"/>
                </a:lnTo>
                <a:lnTo>
                  <a:pt x="608207" y="1883283"/>
                </a:lnTo>
                <a:lnTo>
                  <a:pt x="614430" y="1833499"/>
                </a:lnTo>
                <a:lnTo>
                  <a:pt x="620399" y="1782572"/>
                </a:lnTo>
                <a:lnTo>
                  <a:pt x="625860" y="1730375"/>
                </a:lnTo>
                <a:lnTo>
                  <a:pt x="630813" y="1677289"/>
                </a:lnTo>
                <a:lnTo>
                  <a:pt x="635258" y="1623314"/>
                </a:lnTo>
                <a:lnTo>
                  <a:pt x="639068" y="1568577"/>
                </a:lnTo>
                <a:lnTo>
                  <a:pt x="642624" y="1513078"/>
                </a:lnTo>
                <a:lnTo>
                  <a:pt x="645291" y="1457071"/>
                </a:lnTo>
                <a:lnTo>
                  <a:pt x="647577" y="1400683"/>
                </a:lnTo>
                <a:lnTo>
                  <a:pt x="649101" y="1343914"/>
                </a:lnTo>
                <a:lnTo>
                  <a:pt x="650244" y="1286891"/>
                </a:lnTo>
                <a:lnTo>
                  <a:pt x="650244" y="1229487"/>
                </a:lnTo>
                <a:lnTo>
                  <a:pt x="649500" y="1173415"/>
                </a:lnTo>
                <a:lnTo>
                  <a:pt x="649482" y="1172083"/>
                </a:lnTo>
                <a:lnTo>
                  <a:pt x="646815" y="1117536"/>
                </a:lnTo>
                <a:lnTo>
                  <a:pt x="646763" y="1116459"/>
                </a:lnTo>
                <a:lnTo>
                  <a:pt x="646688" y="1114933"/>
                </a:lnTo>
                <a:lnTo>
                  <a:pt x="642243" y="1057783"/>
                </a:lnTo>
                <a:lnTo>
                  <a:pt x="636020" y="1001141"/>
                </a:lnTo>
                <a:lnTo>
                  <a:pt x="628146" y="944880"/>
                </a:lnTo>
                <a:lnTo>
                  <a:pt x="618748" y="889127"/>
                </a:lnTo>
                <a:lnTo>
                  <a:pt x="607826" y="834136"/>
                </a:lnTo>
                <a:lnTo>
                  <a:pt x="595380" y="780034"/>
                </a:lnTo>
                <a:lnTo>
                  <a:pt x="581537" y="726567"/>
                </a:lnTo>
                <a:lnTo>
                  <a:pt x="566424" y="674370"/>
                </a:lnTo>
                <a:lnTo>
                  <a:pt x="549914" y="623062"/>
                </a:lnTo>
                <a:lnTo>
                  <a:pt x="532261" y="573024"/>
                </a:lnTo>
                <a:lnTo>
                  <a:pt x="513338" y="524383"/>
                </a:lnTo>
                <a:lnTo>
                  <a:pt x="493399" y="477138"/>
                </a:lnTo>
                <a:lnTo>
                  <a:pt x="472317" y="431419"/>
                </a:lnTo>
                <a:lnTo>
                  <a:pt x="450219" y="387476"/>
                </a:lnTo>
                <a:lnTo>
                  <a:pt x="427232" y="345186"/>
                </a:lnTo>
                <a:lnTo>
                  <a:pt x="403229" y="304800"/>
                </a:lnTo>
                <a:lnTo>
                  <a:pt x="378464" y="266319"/>
                </a:lnTo>
                <a:lnTo>
                  <a:pt x="352810" y="230124"/>
                </a:lnTo>
                <a:lnTo>
                  <a:pt x="326521" y="195961"/>
                </a:lnTo>
                <a:lnTo>
                  <a:pt x="299470" y="164211"/>
                </a:lnTo>
                <a:lnTo>
                  <a:pt x="271657" y="134874"/>
                </a:lnTo>
                <a:lnTo>
                  <a:pt x="243463" y="108076"/>
                </a:lnTo>
                <a:lnTo>
                  <a:pt x="200029" y="72771"/>
                </a:lnTo>
                <a:lnTo>
                  <a:pt x="155198" y="43942"/>
                </a:lnTo>
                <a:lnTo>
                  <a:pt x="109732" y="21971"/>
                </a:lnTo>
                <a:lnTo>
                  <a:pt x="63250" y="7238"/>
                </a:lnTo>
                <a:lnTo>
                  <a:pt x="16133" y="381"/>
                </a:lnTo>
                <a:lnTo>
                  <a:pt x="1020" y="0"/>
                </a:lnTo>
                <a:close/>
              </a:path>
              <a:path w="650240" h="2445385">
                <a:moveTo>
                  <a:pt x="489761" y="2305050"/>
                </a:moveTo>
                <a:lnTo>
                  <a:pt x="488046" y="2309661"/>
                </a:lnTo>
                <a:lnTo>
                  <a:pt x="487942" y="2309957"/>
                </a:lnTo>
                <a:lnTo>
                  <a:pt x="488182" y="2309661"/>
                </a:lnTo>
                <a:lnTo>
                  <a:pt x="489761" y="23050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543545" y="2602433"/>
            <a:ext cx="330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50" b="1">
                <a:solidFill>
                  <a:srgbClr val="C00000"/>
                </a:solidFill>
                <a:latin typeface="Calibri"/>
                <a:cs typeface="Calibri"/>
              </a:rPr>
              <a:t>①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24747" y="6041603"/>
            <a:ext cx="209232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z="1800" spc="-35" b="1">
                <a:latin typeface="Arial"/>
                <a:cs typeface="Arial"/>
              </a:rPr>
              <a:t>Program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State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at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650" b="1">
                <a:latin typeface="Calibri"/>
                <a:cs typeface="Calibri"/>
              </a:rPr>
              <a:t>①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67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8916669" y="1537842"/>
            <a:ext cx="1557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Machine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1687" y="1924811"/>
            <a:ext cx="6047740" cy="314579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7112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56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8107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emalloc(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  <a:p>
            <a:pPr marL="31369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58825" indent="-222885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58825" marR="2724150">
              <a:lnSpc>
                <a:spcPct val="125000"/>
              </a:lnSpc>
              <a:spcBef>
                <a:spcPts val="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981075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90805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78288" y="3797554"/>
            <a:ext cx="901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suspend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51687" y="1924811"/>
            <a:ext cx="6047740" cy="3145790"/>
          </a:xfrm>
          <a:custGeom>
            <a:avLst/>
            <a:gdLst/>
            <a:ahLst/>
            <a:cxnLst/>
            <a:rect l="l" t="t" r="r" b="b"/>
            <a:pathLst>
              <a:path w="6047740" h="3145790">
                <a:moveTo>
                  <a:pt x="0" y="3145536"/>
                </a:moveTo>
                <a:lnTo>
                  <a:pt x="6047232" y="3145536"/>
                </a:lnTo>
                <a:lnTo>
                  <a:pt x="6047232" y="0"/>
                </a:lnTo>
                <a:lnTo>
                  <a:pt x="0" y="0"/>
                </a:lnTo>
                <a:lnTo>
                  <a:pt x="0" y="3145536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30123" y="1922170"/>
            <a:ext cx="4029075" cy="24644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02969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emalloc(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endParaRPr sz="1600">
              <a:latin typeface="Consolas"/>
              <a:cs typeface="Consolas"/>
            </a:endParaRPr>
          </a:p>
          <a:p>
            <a:pPr marL="234950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680085" indent="-222885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680085" marR="784225">
              <a:lnSpc>
                <a:spcPct val="125000"/>
              </a:lnSpc>
              <a:spcBef>
                <a:spcPts val="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0444" y="4422775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0123" y="4727575"/>
            <a:ext cx="137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Under-Constrained</a:t>
            </a:r>
            <a:r>
              <a:rPr dirty="0" spc="-90"/>
              <a:t> </a:t>
            </a:r>
            <a:r>
              <a:rPr dirty="0" spc="50"/>
              <a:t>State</a:t>
            </a:r>
            <a:r>
              <a:rPr dirty="0" spc="-105"/>
              <a:t> </a:t>
            </a:r>
            <a:r>
              <a:rPr dirty="0" spc="185"/>
              <a:t>Mutation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872793" y="1886521"/>
            <a:ext cx="3646170" cy="1806575"/>
            <a:chOff x="7872793" y="1886521"/>
            <a:chExt cx="3646170" cy="1806575"/>
          </a:xfrm>
        </p:grpSpPr>
        <p:sp>
          <p:nvSpPr>
            <p:cNvPr id="8" name="object 8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3636263" y="0"/>
                  </a:moveTo>
                  <a:lnTo>
                    <a:pt x="0" y="0"/>
                  </a:lnTo>
                  <a:lnTo>
                    <a:pt x="0" y="1796795"/>
                  </a:lnTo>
                  <a:lnTo>
                    <a:pt x="3636263" y="1796795"/>
                  </a:lnTo>
                  <a:lnTo>
                    <a:pt x="3636263" y="0"/>
                  </a:lnTo>
                  <a:close/>
                </a:path>
              </a:pathLst>
            </a:custGeom>
            <a:solidFill>
              <a:srgbClr val="DCEAF7">
                <a:alpha val="4392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0" y="1796795"/>
                  </a:moveTo>
                  <a:lnTo>
                    <a:pt x="3636263" y="1796795"/>
                  </a:lnTo>
                  <a:lnTo>
                    <a:pt x="3636263" y="0"/>
                  </a:lnTo>
                  <a:lnTo>
                    <a:pt x="0" y="0"/>
                  </a:lnTo>
                  <a:lnTo>
                    <a:pt x="0" y="17967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957819" y="1885329"/>
            <a:ext cx="2281555" cy="7112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635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>
                <a:latin typeface="Consolas"/>
                <a:cs typeface="Consolas"/>
              </a:rPr>
              <a:t>jle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0x555555800bc9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33181" y="2654045"/>
            <a:ext cx="2616835" cy="327660"/>
          </a:xfrm>
          <a:prstGeom prst="rect">
            <a:avLst/>
          </a:prstGeom>
          <a:solidFill>
            <a:srgbClr val="DCEAF7">
              <a:alpha val="43920"/>
            </a:srgbClr>
          </a:solidFill>
          <a:ln w="28575">
            <a:solidFill>
              <a:srgbClr val="C00000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36830">
              <a:lnSpc>
                <a:spcPts val="2145"/>
              </a:lnSpc>
            </a:pPr>
            <a:r>
              <a:rPr dirty="0" sz="1800">
                <a:latin typeface="Consolas"/>
                <a:cs typeface="Consolas"/>
              </a:rPr>
              <a:t>lea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esi,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[rax+rax*4]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957819" y="2914015"/>
            <a:ext cx="1529080" cy="7112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Consolas"/>
                <a:cs typeface="Consolas"/>
              </a:rPr>
              <a:t>xor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edx,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edx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540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38069" y="1537842"/>
            <a:ext cx="1360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Source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278748" y="4372736"/>
            <a:ext cx="2689225" cy="1614805"/>
            <a:chOff x="8278748" y="4372736"/>
            <a:chExt cx="2689225" cy="1614805"/>
          </a:xfrm>
        </p:grpSpPr>
        <p:sp>
          <p:nvSpPr>
            <p:cNvPr id="15" name="object 15"/>
            <p:cNvSpPr/>
            <p:nvPr/>
          </p:nvSpPr>
          <p:spPr>
            <a:xfrm>
              <a:off x="8288273" y="4382261"/>
              <a:ext cx="2670175" cy="1595755"/>
            </a:xfrm>
            <a:custGeom>
              <a:avLst/>
              <a:gdLst/>
              <a:ahLst/>
              <a:cxnLst/>
              <a:rect l="l" t="t" r="r" b="b"/>
              <a:pathLst>
                <a:path w="2670175" h="1595754">
                  <a:moveTo>
                    <a:pt x="2670048" y="0"/>
                  </a:moveTo>
                  <a:lnTo>
                    <a:pt x="0" y="0"/>
                  </a:lnTo>
                  <a:lnTo>
                    <a:pt x="0" y="1595628"/>
                  </a:lnTo>
                  <a:lnTo>
                    <a:pt x="2376804" y="1595628"/>
                  </a:lnTo>
                  <a:lnTo>
                    <a:pt x="2670048" y="1302410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D9F1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665078" y="5684672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293243" y="0"/>
                  </a:moveTo>
                  <a:lnTo>
                    <a:pt x="58674" y="58648"/>
                  </a:lnTo>
                  <a:lnTo>
                    <a:pt x="0" y="293217"/>
                  </a:lnTo>
                  <a:lnTo>
                    <a:pt x="293243" y="0"/>
                  </a:lnTo>
                  <a:close/>
                </a:path>
              </a:pathLst>
            </a:custGeom>
            <a:solidFill>
              <a:srgbClr val="ADC3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288273" y="4382261"/>
              <a:ext cx="2670175" cy="1595755"/>
            </a:xfrm>
            <a:custGeom>
              <a:avLst/>
              <a:gdLst/>
              <a:ahLst/>
              <a:cxnLst/>
              <a:rect l="l" t="t" r="r" b="b"/>
              <a:pathLst>
                <a:path w="2670175" h="1595754">
                  <a:moveTo>
                    <a:pt x="2376804" y="1595628"/>
                  </a:moveTo>
                  <a:lnTo>
                    <a:pt x="2435479" y="1361059"/>
                  </a:lnTo>
                  <a:lnTo>
                    <a:pt x="2670048" y="1302410"/>
                  </a:lnTo>
                  <a:lnTo>
                    <a:pt x="2376804" y="1595628"/>
                  </a:lnTo>
                  <a:lnTo>
                    <a:pt x="0" y="1595628"/>
                  </a:lnTo>
                  <a:lnTo>
                    <a:pt x="0" y="0"/>
                  </a:lnTo>
                  <a:lnTo>
                    <a:pt x="2670048" y="0"/>
                  </a:lnTo>
                  <a:lnTo>
                    <a:pt x="2670048" y="130241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368030" y="4595876"/>
            <a:ext cx="24072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RAX:</a:t>
            </a:r>
            <a:r>
              <a:rPr dirty="0" u="sng" sz="1800" spc="-30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800" spc="-20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0xff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RBX: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0x555556332ff0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RCX: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450014" y="2802889"/>
            <a:ext cx="5749925" cy="2445385"/>
            <a:chOff x="5450014" y="2802889"/>
            <a:chExt cx="5749925" cy="2445385"/>
          </a:xfrm>
        </p:grpSpPr>
        <p:sp>
          <p:nvSpPr>
            <p:cNvPr id="20" name="object 20"/>
            <p:cNvSpPr/>
            <p:nvPr/>
          </p:nvSpPr>
          <p:spPr>
            <a:xfrm>
              <a:off x="10549377" y="2802889"/>
              <a:ext cx="650240" cy="2445385"/>
            </a:xfrm>
            <a:custGeom>
              <a:avLst/>
              <a:gdLst/>
              <a:ahLst/>
              <a:cxnLst/>
              <a:rect l="l" t="t" r="r" b="b"/>
              <a:pathLst>
                <a:path w="650240" h="2445385">
                  <a:moveTo>
                    <a:pt x="438408" y="2288540"/>
                  </a:moveTo>
                  <a:lnTo>
                    <a:pt x="407547" y="2445258"/>
                  </a:lnTo>
                  <a:lnTo>
                    <a:pt x="551438" y="2375916"/>
                  </a:lnTo>
                  <a:lnTo>
                    <a:pt x="519730" y="2351405"/>
                  </a:lnTo>
                  <a:lnTo>
                    <a:pt x="498098" y="2351405"/>
                  </a:lnTo>
                  <a:lnTo>
                    <a:pt x="474349" y="2335530"/>
                  </a:lnTo>
                  <a:lnTo>
                    <a:pt x="482844" y="2322890"/>
                  </a:lnTo>
                  <a:lnTo>
                    <a:pt x="438408" y="2288540"/>
                  </a:lnTo>
                  <a:close/>
                </a:path>
                <a:path w="650240" h="2445385">
                  <a:moveTo>
                    <a:pt x="482844" y="2322890"/>
                  </a:moveTo>
                  <a:lnTo>
                    <a:pt x="474349" y="2335530"/>
                  </a:lnTo>
                  <a:lnTo>
                    <a:pt x="498098" y="2351405"/>
                  </a:lnTo>
                  <a:lnTo>
                    <a:pt x="505510" y="2340412"/>
                  </a:lnTo>
                  <a:lnTo>
                    <a:pt x="482844" y="2322890"/>
                  </a:lnTo>
                  <a:close/>
                </a:path>
                <a:path w="650240" h="2445385">
                  <a:moveTo>
                    <a:pt x="505510" y="2340412"/>
                  </a:moveTo>
                  <a:lnTo>
                    <a:pt x="498098" y="2351405"/>
                  </a:lnTo>
                  <a:lnTo>
                    <a:pt x="519730" y="2351405"/>
                  </a:lnTo>
                  <a:lnTo>
                    <a:pt x="505510" y="2340412"/>
                  </a:lnTo>
                  <a:close/>
                </a:path>
                <a:path w="650240" h="2445385">
                  <a:moveTo>
                    <a:pt x="514756" y="2320036"/>
                  </a:moveTo>
                  <a:lnTo>
                    <a:pt x="484763" y="2320036"/>
                  </a:lnTo>
                  <a:lnTo>
                    <a:pt x="483820" y="2321776"/>
                  </a:lnTo>
                  <a:lnTo>
                    <a:pt x="483183" y="2322890"/>
                  </a:lnTo>
                  <a:lnTo>
                    <a:pt x="483108" y="2323094"/>
                  </a:lnTo>
                  <a:lnTo>
                    <a:pt x="505510" y="2340412"/>
                  </a:lnTo>
                  <a:lnTo>
                    <a:pt x="509401" y="2334641"/>
                  </a:lnTo>
                  <a:lnTo>
                    <a:pt x="514756" y="2320036"/>
                  </a:lnTo>
                  <a:close/>
                </a:path>
                <a:path w="650240" h="2445385">
                  <a:moveTo>
                    <a:pt x="483593" y="2321776"/>
                  </a:moveTo>
                  <a:lnTo>
                    <a:pt x="482844" y="2322890"/>
                  </a:lnTo>
                  <a:lnTo>
                    <a:pt x="483108" y="2323094"/>
                  </a:lnTo>
                  <a:lnTo>
                    <a:pt x="483217" y="2322890"/>
                  </a:lnTo>
                  <a:lnTo>
                    <a:pt x="483593" y="2321776"/>
                  </a:lnTo>
                  <a:close/>
                </a:path>
                <a:path w="650240" h="2445385">
                  <a:moveTo>
                    <a:pt x="484763" y="2320036"/>
                  </a:moveTo>
                  <a:lnTo>
                    <a:pt x="483593" y="2321776"/>
                  </a:lnTo>
                  <a:lnTo>
                    <a:pt x="483183" y="2322890"/>
                  </a:lnTo>
                  <a:lnTo>
                    <a:pt x="483820" y="2321776"/>
                  </a:lnTo>
                  <a:lnTo>
                    <a:pt x="484763" y="2320036"/>
                  </a:lnTo>
                  <a:close/>
                </a:path>
                <a:path w="650240" h="2445385">
                  <a:moveTo>
                    <a:pt x="1020" y="0"/>
                  </a:moveTo>
                  <a:lnTo>
                    <a:pt x="0" y="28575"/>
                  </a:lnTo>
                  <a:lnTo>
                    <a:pt x="3719" y="28575"/>
                  </a:lnTo>
                  <a:lnTo>
                    <a:pt x="16439" y="29009"/>
                  </a:lnTo>
                  <a:lnTo>
                    <a:pt x="14858" y="29009"/>
                  </a:lnTo>
                  <a:lnTo>
                    <a:pt x="29072" y="30225"/>
                  </a:lnTo>
                  <a:lnTo>
                    <a:pt x="43057" y="32258"/>
                  </a:lnTo>
                  <a:lnTo>
                    <a:pt x="42909" y="32258"/>
                  </a:lnTo>
                  <a:lnTo>
                    <a:pt x="56292" y="35023"/>
                  </a:lnTo>
                  <a:lnTo>
                    <a:pt x="70043" y="38552"/>
                  </a:lnTo>
                  <a:lnTo>
                    <a:pt x="113740" y="54882"/>
                  </a:lnTo>
                  <a:lnTo>
                    <a:pt x="156339" y="77792"/>
                  </a:lnTo>
                  <a:lnTo>
                    <a:pt x="196092" y="105657"/>
                  </a:lnTo>
                  <a:lnTo>
                    <a:pt x="236412" y="140309"/>
                  </a:lnTo>
                  <a:lnTo>
                    <a:pt x="264803" y="168652"/>
                  </a:lnTo>
                  <a:lnTo>
                    <a:pt x="291162" y="198293"/>
                  </a:lnTo>
                  <a:lnTo>
                    <a:pt x="291392" y="198459"/>
                  </a:lnTo>
                  <a:lnTo>
                    <a:pt x="315705" y="228428"/>
                  </a:lnTo>
                  <a:lnTo>
                    <a:pt x="354603" y="282211"/>
                  </a:lnTo>
                  <a:lnTo>
                    <a:pt x="378715" y="319564"/>
                  </a:lnTo>
                  <a:lnTo>
                    <a:pt x="378769" y="319701"/>
                  </a:lnTo>
                  <a:lnTo>
                    <a:pt x="379600" y="321021"/>
                  </a:lnTo>
                  <a:lnTo>
                    <a:pt x="401908" y="358595"/>
                  </a:lnTo>
                  <a:lnTo>
                    <a:pt x="424104" y="399391"/>
                  </a:lnTo>
                  <a:lnTo>
                    <a:pt x="445793" y="442271"/>
                  </a:lnTo>
                  <a:lnTo>
                    <a:pt x="466247" y="486533"/>
                  </a:lnTo>
                  <a:lnTo>
                    <a:pt x="486787" y="534936"/>
                  </a:lnTo>
                  <a:lnTo>
                    <a:pt x="504288" y="579838"/>
                  </a:lnTo>
                  <a:lnTo>
                    <a:pt x="505309" y="582767"/>
                  </a:lnTo>
                  <a:lnTo>
                    <a:pt x="505485" y="583221"/>
                  </a:lnTo>
                  <a:lnTo>
                    <a:pt x="522736" y="631951"/>
                  </a:lnTo>
                  <a:lnTo>
                    <a:pt x="538950" y="682353"/>
                  </a:lnTo>
                  <a:lnTo>
                    <a:pt x="554105" y="734439"/>
                  </a:lnTo>
                  <a:lnTo>
                    <a:pt x="567360" y="785602"/>
                  </a:lnTo>
                  <a:lnTo>
                    <a:pt x="579490" y="838628"/>
                  </a:lnTo>
                  <a:lnTo>
                    <a:pt x="590417" y="893266"/>
                  </a:lnTo>
                  <a:lnTo>
                    <a:pt x="599529" y="946839"/>
                  </a:lnTo>
                  <a:lnTo>
                    <a:pt x="607367" y="1002589"/>
                  </a:lnTo>
                  <a:lnTo>
                    <a:pt x="613778" y="1060202"/>
                  </a:lnTo>
                  <a:lnTo>
                    <a:pt x="613795" y="1060701"/>
                  </a:lnTo>
                  <a:lnTo>
                    <a:pt x="613921" y="1061846"/>
                  </a:lnTo>
                  <a:lnTo>
                    <a:pt x="617986" y="1114933"/>
                  </a:lnTo>
                  <a:lnTo>
                    <a:pt x="618103" y="1116459"/>
                  </a:lnTo>
                  <a:lnTo>
                    <a:pt x="620851" y="1172083"/>
                  </a:lnTo>
                  <a:lnTo>
                    <a:pt x="620916" y="1173415"/>
                  </a:lnTo>
                  <a:lnTo>
                    <a:pt x="621666" y="1229487"/>
                  </a:lnTo>
                  <a:lnTo>
                    <a:pt x="621662" y="1286891"/>
                  </a:lnTo>
                  <a:lnTo>
                    <a:pt x="620653" y="1343279"/>
                  </a:lnTo>
                  <a:lnTo>
                    <a:pt x="619002" y="1399667"/>
                  </a:lnTo>
                  <a:lnTo>
                    <a:pt x="616843" y="1455801"/>
                  </a:lnTo>
                  <a:lnTo>
                    <a:pt x="614049" y="1511427"/>
                  </a:lnTo>
                  <a:lnTo>
                    <a:pt x="610620" y="1566672"/>
                  </a:lnTo>
                  <a:lnTo>
                    <a:pt x="606683" y="1621028"/>
                  </a:lnTo>
                  <a:lnTo>
                    <a:pt x="602435" y="1673999"/>
                  </a:lnTo>
                  <a:lnTo>
                    <a:pt x="597518" y="1726580"/>
                  </a:lnTo>
                  <a:lnTo>
                    <a:pt x="591951" y="1779397"/>
                  </a:lnTo>
                  <a:lnTo>
                    <a:pt x="586287" y="1828528"/>
                  </a:lnTo>
                  <a:lnTo>
                    <a:pt x="579886" y="1879473"/>
                  </a:lnTo>
                  <a:lnTo>
                    <a:pt x="573360" y="1926262"/>
                  </a:lnTo>
                  <a:lnTo>
                    <a:pt x="566581" y="1970927"/>
                  </a:lnTo>
                  <a:lnTo>
                    <a:pt x="558598" y="2019314"/>
                  </a:lnTo>
                  <a:lnTo>
                    <a:pt x="558628" y="2019568"/>
                  </a:lnTo>
                  <a:lnTo>
                    <a:pt x="550803" y="2062734"/>
                  </a:lnTo>
                  <a:lnTo>
                    <a:pt x="543384" y="2100287"/>
                  </a:lnTo>
                  <a:lnTo>
                    <a:pt x="534723" y="2141489"/>
                  </a:lnTo>
                  <a:lnTo>
                    <a:pt x="525339" y="2181625"/>
                  </a:lnTo>
                  <a:lnTo>
                    <a:pt x="525335" y="2181874"/>
                  </a:lnTo>
                  <a:lnTo>
                    <a:pt x="511814" y="2234184"/>
                  </a:lnTo>
                  <a:lnTo>
                    <a:pt x="497717" y="2281301"/>
                  </a:lnTo>
                  <a:lnTo>
                    <a:pt x="491038" y="2301165"/>
                  </a:lnTo>
                  <a:lnTo>
                    <a:pt x="489941" y="2304523"/>
                  </a:lnTo>
                  <a:lnTo>
                    <a:pt x="488182" y="2309661"/>
                  </a:lnTo>
                  <a:lnTo>
                    <a:pt x="487942" y="2309957"/>
                  </a:lnTo>
                  <a:lnTo>
                    <a:pt x="483593" y="2321776"/>
                  </a:lnTo>
                  <a:lnTo>
                    <a:pt x="484763" y="2320036"/>
                  </a:lnTo>
                  <a:lnTo>
                    <a:pt x="514756" y="2320036"/>
                  </a:lnTo>
                  <a:lnTo>
                    <a:pt x="519942" y="2305050"/>
                  </a:lnTo>
                  <a:lnTo>
                    <a:pt x="534547" y="2258441"/>
                  </a:lnTo>
                  <a:lnTo>
                    <a:pt x="553089" y="2188591"/>
                  </a:lnTo>
                  <a:lnTo>
                    <a:pt x="562106" y="2150237"/>
                  </a:lnTo>
                  <a:lnTo>
                    <a:pt x="570615" y="2110105"/>
                  </a:lnTo>
                  <a:lnTo>
                    <a:pt x="578870" y="2068068"/>
                  </a:lnTo>
                  <a:lnTo>
                    <a:pt x="586680" y="2024607"/>
                  </a:lnTo>
                  <a:lnTo>
                    <a:pt x="594237" y="1978787"/>
                  </a:lnTo>
                  <a:lnTo>
                    <a:pt x="601349" y="1931797"/>
                  </a:lnTo>
                  <a:lnTo>
                    <a:pt x="608207" y="1883283"/>
                  </a:lnTo>
                  <a:lnTo>
                    <a:pt x="614430" y="1833499"/>
                  </a:lnTo>
                  <a:lnTo>
                    <a:pt x="620399" y="1782572"/>
                  </a:lnTo>
                  <a:lnTo>
                    <a:pt x="625860" y="1730375"/>
                  </a:lnTo>
                  <a:lnTo>
                    <a:pt x="630813" y="1677289"/>
                  </a:lnTo>
                  <a:lnTo>
                    <a:pt x="635258" y="1623314"/>
                  </a:lnTo>
                  <a:lnTo>
                    <a:pt x="639068" y="1568577"/>
                  </a:lnTo>
                  <a:lnTo>
                    <a:pt x="642624" y="1513078"/>
                  </a:lnTo>
                  <a:lnTo>
                    <a:pt x="645291" y="1457071"/>
                  </a:lnTo>
                  <a:lnTo>
                    <a:pt x="647577" y="1400683"/>
                  </a:lnTo>
                  <a:lnTo>
                    <a:pt x="649101" y="1343914"/>
                  </a:lnTo>
                  <a:lnTo>
                    <a:pt x="650244" y="1286891"/>
                  </a:lnTo>
                  <a:lnTo>
                    <a:pt x="650244" y="1229487"/>
                  </a:lnTo>
                  <a:lnTo>
                    <a:pt x="649500" y="1173415"/>
                  </a:lnTo>
                  <a:lnTo>
                    <a:pt x="649482" y="1172083"/>
                  </a:lnTo>
                  <a:lnTo>
                    <a:pt x="646815" y="1117536"/>
                  </a:lnTo>
                  <a:lnTo>
                    <a:pt x="646763" y="1116459"/>
                  </a:lnTo>
                  <a:lnTo>
                    <a:pt x="646688" y="1114933"/>
                  </a:lnTo>
                  <a:lnTo>
                    <a:pt x="642243" y="1057783"/>
                  </a:lnTo>
                  <a:lnTo>
                    <a:pt x="636020" y="1001141"/>
                  </a:lnTo>
                  <a:lnTo>
                    <a:pt x="628146" y="944880"/>
                  </a:lnTo>
                  <a:lnTo>
                    <a:pt x="618748" y="889127"/>
                  </a:lnTo>
                  <a:lnTo>
                    <a:pt x="607826" y="834136"/>
                  </a:lnTo>
                  <a:lnTo>
                    <a:pt x="595380" y="780034"/>
                  </a:lnTo>
                  <a:lnTo>
                    <a:pt x="581537" y="726567"/>
                  </a:lnTo>
                  <a:lnTo>
                    <a:pt x="566424" y="674370"/>
                  </a:lnTo>
                  <a:lnTo>
                    <a:pt x="549914" y="623062"/>
                  </a:lnTo>
                  <a:lnTo>
                    <a:pt x="532261" y="573024"/>
                  </a:lnTo>
                  <a:lnTo>
                    <a:pt x="513338" y="524383"/>
                  </a:lnTo>
                  <a:lnTo>
                    <a:pt x="493399" y="477138"/>
                  </a:lnTo>
                  <a:lnTo>
                    <a:pt x="472317" y="431419"/>
                  </a:lnTo>
                  <a:lnTo>
                    <a:pt x="450219" y="387476"/>
                  </a:lnTo>
                  <a:lnTo>
                    <a:pt x="427232" y="345186"/>
                  </a:lnTo>
                  <a:lnTo>
                    <a:pt x="403229" y="304800"/>
                  </a:lnTo>
                  <a:lnTo>
                    <a:pt x="378464" y="266319"/>
                  </a:lnTo>
                  <a:lnTo>
                    <a:pt x="352810" y="230124"/>
                  </a:lnTo>
                  <a:lnTo>
                    <a:pt x="326521" y="195961"/>
                  </a:lnTo>
                  <a:lnTo>
                    <a:pt x="299470" y="164211"/>
                  </a:lnTo>
                  <a:lnTo>
                    <a:pt x="271657" y="134874"/>
                  </a:lnTo>
                  <a:lnTo>
                    <a:pt x="243463" y="108076"/>
                  </a:lnTo>
                  <a:lnTo>
                    <a:pt x="200029" y="72771"/>
                  </a:lnTo>
                  <a:lnTo>
                    <a:pt x="155198" y="43942"/>
                  </a:lnTo>
                  <a:lnTo>
                    <a:pt x="109732" y="21971"/>
                  </a:lnTo>
                  <a:lnTo>
                    <a:pt x="63250" y="7238"/>
                  </a:lnTo>
                  <a:lnTo>
                    <a:pt x="16133" y="381"/>
                  </a:lnTo>
                  <a:lnTo>
                    <a:pt x="1020" y="0"/>
                  </a:lnTo>
                  <a:close/>
                </a:path>
                <a:path w="650240" h="2445385">
                  <a:moveTo>
                    <a:pt x="489761" y="2305050"/>
                  </a:moveTo>
                  <a:lnTo>
                    <a:pt x="488046" y="2309661"/>
                  </a:lnTo>
                  <a:lnTo>
                    <a:pt x="487942" y="2309957"/>
                  </a:lnTo>
                  <a:lnTo>
                    <a:pt x="488182" y="2309661"/>
                  </a:lnTo>
                  <a:lnTo>
                    <a:pt x="489761" y="230505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464302" y="3498341"/>
              <a:ext cx="2887980" cy="1090930"/>
            </a:xfrm>
            <a:custGeom>
              <a:avLst/>
              <a:gdLst/>
              <a:ahLst/>
              <a:cxnLst/>
              <a:rect l="l" t="t" r="r" b="b"/>
              <a:pathLst>
                <a:path w="2887979" h="1090929">
                  <a:moveTo>
                    <a:pt x="1826259" y="816864"/>
                  </a:moveTo>
                  <a:lnTo>
                    <a:pt x="1278381" y="816864"/>
                  </a:lnTo>
                  <a:lnTo>
                    <a:pt x="2887726" y="1090422"/>
                  </a:lnTo>
                  <a:lnTo>
                    <a:pt x="1826259" y="816864"/>
                  </a:lnTo>
                  <a:close/>
                </a:path>
                <a:path w="2887979" h="1090929">
                  <a:moveTo>
                    <a:pt x="2055368" y="0"/>
                  </a:moveTo>
                  <a:lnTo>
                    <a:pt x="136144" y="0"/>
                  </a:lnTo>
                  <a:lnTo>
                    <a:pt x="93114" y="6941"/>
                  </a:lnTo>
                  <a:lnTo>
                    <a:pt x="55741" y="26269"/>
                  </a:lnTo>
                  <a:lnTo>
                    <a:pt x="26269" y="55741"/>
                  </a:lnTo>
                  <a:lnTo>
                    <a:pt x="6941" y="93114"/>
                  </a:lnTo>
                  <a:lnTo>
                    <a:pt x="0" y="136144"/>
                  </a:lnTo>
                  <a:lnTo>
                    <a:pt x="0" y="680720"/>
                  </a:lnTo>
                  <a:lnTo>
                    <a:pt x="6941" y="723749"/>
                  </a:lnTo>
                  <a:lnTo>
                    <a:pt x="26269" y="761122"/>
                  </a:lnTo>
                  <a:lnTo>
                    <a:pt x="55741" y="790594"/>
                  </a:lnTo>
                  <a:lnTo>
                    <a:pt x="93114" y="809922"/>
                  </a:lnTo>
                  <a:lnTo>
                    <a:pt x="136144" y="816864"/>
                  </a:lnTo>
                  <a:lnTo>
                    <a:pt x="2055368" y="816864"/>
                  </a:lnTo>
                  <a:lnTo>
                    <a:pt x="2098397" y="809922"/>
                  </a:lnTo>
                  <a:lnTo>
                    <a:pt x="2135770" y="790594"/>
                  </a:lnTo>
                  <a:lnTo>
                    <a:pt x="2165242" y="761122"/>
                  </a:lnTo>
                  <a:lnTo>
                    <a:pt x="2184570" y="723749"/>
                  </a:lnTo>
                  <a:lnTo>
                    <a:pt x="2191512" y="680720"/>
                  </a:lnTo>
                  <a:lnTo>
                    <a:pt x="2191512" y="136144"/>
                  </a:lnTo>
                  <a:lnTo>
                    <a:pt x="2184570" y="93114"/>
                  </a:lnTo>
                  <a:lnTo>
                    <a:pt x="2165242" y="55741"/>
                  </a:lnTo>
                  <a:lnTo>
                    <a:pt x="2135770" y="26269"/>
                  </a:lnTo>
                  <a:lnTo>
                    <a:pt x="2098397" y="6941"/>
                  </a:lnTo>
                  <a:lnTo>
                    <a:pt x="20553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464302" y="3498341"/>
              <a:ext cx="2887980" cy="1090930"/>
            </a:xfrm>
            <a:custGeom>
              <a:avLst/>
              <a:gdLst/>
              <a:ahLst/>
              <a:cxnLst/>
              <a:rect l="l" t="t" r="r" b="b"/>
              <a:pathLst>
                <a:path w="2887979" h="1090929">
                  <a:moveTo>
                    <a:pt x="0" y="136144"/>
                  </a:moveTo>
                  <a:lnTo>
                    <a:pt x="6941" y="93114"/>
                  </a:lnTo>
                  <a:lnTo>
                    <a:pt x="26269" y="55741"/>
                  </a:lnTo>
                  <a:lnTo>
                    <a:pt x="55741" y="26269"/>
                  </a:lnTo>
                  <a:lnTo>
                    <a:pt x="93114" y="6941"/>
                  </a:lnTo>
                  <a:lnTo>
                    <a:pt x="136144" y="0"/>
                  </a:lnTo>
                  <a:lnTo>
                    <a:pt x="1278381" y="0"/>
                  </a:lnTo>
                  <a:lnTo>
                    <a:pt x="1826259" y="0"/>
                  </a:lnTo>
                  <a:lnTo>
                    <a:pt x="2055368" y="0"/>
                  </a:lnTo>
                  <a:lnTo>
                    <a:pt x="2098397" y="6941"/>
                  </a:lnTo>
                  <a:lnTo>
                    <a:pt x="2135770" y="26269"/>
                  </a:lnTo>
                  <a:lnTo>
                    <a:pt x="2165242" y="55741"/>
                  </a:lnTo>
                  <a:lnTo>
                    <a:pt x="2184570" y="93114"/>
                  </a:lnTo>
                  <a:lnTo>
                    <a:pt x="2191512" y="136144"/>
                  </a:lnTo>
                  <a:lnTo>
                    <a:pt x="2191512" y="476504"/>
                  </a:lnTo>
                  <a:lnTo>
                    <a:pt x="2191512" y="680720"/>
                  </a:lnTo>
                  <a:lnTo>
                    <a:pt x="2184570" y="723749"/>
                  </a:lnTo>
                  <a:lnTo>
                    <a:pt x="2165242" y="761122"/>
                  </a:lnTo>
                  <a:lnTo>
                    <a:pt x="2135770" y="790594"/>
                  </a:lnTo>
                  <a:lnTo>
                    <a:pt x="2098397" y="809922"/>
                  </a:lnTo>
                  <a:lnTo>
                    <a:pt x="2055368" y="816864"/>
                  </a:lnTo>
                  <a:lnTo>
                    <a:pt x="1826259" y="816864"/>
                  </a:lnTo>
                  <a:lnTo>
                    <a:pt x="2887726" y="1090422"/>
                  </a:lnTo>
                  <a:lnTo>
                    <a:pt x="1278381" y="816864"/>
                  </a:lnTo>
                  <a:lnTo>
                    <a:pt x="136144" y="816864"/>
                  </a:lnTo>
                  <a:lnTo>
                    <a:pt x="93114" y="809922"/>
                  </a:lnTo>
                  <a:lnTo>
                    <a:pt x="55741" y="790594"/>
                  </a:lnTo>
                  <a:lnTo>
                    <a:pt x="26269" y="761122"/>
                  </a:lnTo>
                  <a:lnTo>
                    <a:pt x="6941" y="723749"/>
                  </a:lnTo>
                  <a:lnTo>
                    <a:pt x="0" y="680720"/>
                  </a:lnTo>
                  <a:lnTo>
                    <a:pt x="0" y="476504"/>
                  </a:lnTo>
                  <a:lnTo>
                    <a:pt x="0" y="136144"/>
                  </a:lnTo>
                  <a:close/>
                </a:path>
              </a:pathLst>
            </a:custGeom>
            <a:ln w="28575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650738" y="3674745"/>
            <a:ext cx="18199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b="1">
                <a:latin typeface="Consolas"/>
                <a:cs typeface="Consolas"/>
              </a:rPr>
              <a:t>0x1</a:t>
            </a:r>
            <a:r>
              <a:rPr dirty="0" sz="2400" spc="-5" b="1">
                <a:latin typeface="Consolas"/>
                <a:cs typeface="Consolas"/>
              </a:rPr>
              <a:t> </a:t>
            </a:r>
            <a:r>
              <a:rPr dirty="0" sz="2800" spc="75">
                <a:latin typeface="Lucida Sans Unicode"/>
                <a:cs typeface="Lucida Sans Unicode"/>
              </a:rPr>
              <a:t>⇨</a:t>
            </a:r>
            <a:r>
              <a:rPr dirty="0" sz="2800" spc="-75">
                <a:latin typeface="Lucida Sans Unicode"/>
                <a:cs typeface="Lucida Sans Unicode"/>
              </a:rPr>
              <a:t> </a:t>
            </a:r>
            <a:r>
              <a:rPr dirty="0" sz="2400" spc="-20" b="1">
                <a:latin typeface="Consolas"/>
                <a:cs typeface="Consolas"/>
              </a:rPr>
              <a:t>0xff</a:t>
            </a:r>
            <a:endParaRPr sz="2400">
              <a:latin typeface="Consolas"/>
              <a:cs typeface="Consola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24747" y="6041603"/>
            <a:ext cx="2092325" cy="2565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5"/>
              </a:lnSpc>
            </a:pPr>
            <a:r>
              <a:rPr dirty="0" sz="1800" spc="-35" b="1">
                <a:latin typeface="Arial"/>
                <a:cs typeface="Arial"/>
              </a:rPr>
              <a:t>Program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State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at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650" b="1">
                <a:latin typeface="Calibri"/>
                <a:cs typeface="Calibri"/>
              </a:rPr>
              <a:t>①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67</a:t>
            </a:fld>
          </a:p>
        </p:txBody>
      </p:sp>
      <p:sp>
        <p:nvSpPr>
          <p:cNvPr id="24" name="object 24"/>
          <p:cNvSpPr txBox="1"/>
          <p:nvPr/>
        </p:nvSpPr>
        <p:spPr>
          <a:xfrm>
            <a:off x="4597400" y="4387977"/>
            <a:ext cx="18021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State</a:t>
            </a:r>
            <a:r>
              <a:rPr dirty="0" sz="1800" spc="-8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40" b="1">
                <a:solidFill>
                  <a:srgbClr val="C00000"/>
                </a:solidFill>
                <a:latin typeface="Arial"/>
                <a:cs typeface="Arial"/>
              </a:rPr>
              <a:t>Mutation!!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43545" y="2602433"/>
            <a:ext cx="330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50" b="1">
                <a:solidFill>
                  <a:srgbClr val="C00000"/>
                </a:solidFill>
                <a:latin typeface="Calibri"/>
                <a:cs typeface="Calibri"/>
              </a:rPr>
              <a:t>①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916669" y="1537842"/>
            <a:ext cx="1557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Machine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178288" y="3797554"/>
            <a:ext cx="901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suspend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46925" y="1886521"/>
            <a:ext cx="10972165" cy="3188970"/>
            <a:chOff x="546925" y="1886521"/>
            <a:chExt cx="10972165" cy="3188970"/>
          </a:xfrm>
        </p:grpSpPr>
        <p:sp>
          <p:nvSpPr>
            <p:cNvPr id="3" name="object 3"/>
            <p:cNvSpPr/>
            <p:nvPr/>
          </p:nvSpPr>
          <p:spPr>
            <a:xfrm>
              <a:off x="551687" y="1924811"/>
              <a:ext cx="6047740" cy="3145790"/>
            </a:xfrm>
            <a:custGeom>
              <a:avLst/>
              <a:gdLst/>
              <a:ahLst/>
              <a:cxnLst/>
              <a:rect l="l" t="t" r="r" b="b"/>
              <a:pathLst>
                <a:path w="6047740" h="3145790">
                  <a:moveTo>
                    <a:pt x="0" y="3145536"/>
                  </a:moveTo>
                  <a:lnTo>
                    <a:pt x="6047232" y="3145536"/>
                  </a:lnTo>
                  <a:lnTo>
                    <a:pt x="6047232" y="0"/>
                  </a:lnTo>
                  <a:lnTo>
                    <a:pt x="0" y="0"/>
                  </a:lnTo>
                  <a:lnTo>
                    <a:pt x="0" y="314553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3636263" y="0"/>
                  </a:moveTo>
                  <a:lnTo>
                    <a:pt x="0" y="0"/>
                  </a:lnTo>
                  <a:lnTo>
                    <a:pt x="0" y="1796795"/>
                  </a:lnTo>
                  <a:lnTo>
                    <a:pt x="3636263" y="1796795"/>
                  </a:lnTo>
                  <a:lnTo>
                    <a:pt x="3636263" y="0"/>
                  </a:lnTo>
                  <a:close/>
                </a:path>
              </a:pathLst>
            </a:custGeom>
            <a:solidFill>
              <a:srgbClr val="DCEAF7">
                <a:alpha val="4392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877556" y="1891283"/>
              <a:ext cx="3636645" cy="1797050"/>
            </a:xfrm>
            <a:custGeom>
              <a:avLst/>
              <a:gdLst/>
              <a:ahLst/>
              <a:cxnLst/>
              <a:rect l="l" t="t" r="r" b="b"/>
              <a:pathLst>
                <a:path w="3636645" h="1797050">
                  <a:moveTo>
                    <a:pt x="0" y="1796795"/>
                  </a:moveTo>
                  <a:lnTo>
                    <a:pt x="3636263" y="1796795"/>
                  </a:lnTo>
                  <a:lnTo>
                    <a:pt x="3636263" y="0"/>
                  </a:lnTo>
                  <a:lnTo>
                    <a:pt x="0" y="0"/>
                  </a:lnTo>
                  <a:lnTo>
                    <a:pt x="0" y="179679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5"/>
              <a:t>Under-Constrained</a:t>
            </a:r>
            <a:r>
              <a:rPr dirty="0" spc="-90"/>
              <a:t> </a:t>
            </a:r>
            <a:r>
              <a:rPr dirty="0" spc="50"/>
              <a:t>State</a:t>
            </a:r>
            <a:r>
              <a:rPr dirty="0" spc="-105"/>
              <a:t> </a:t>
            </a:r>
            <a:r>
              <a:rPr dirty="0" spc="185"/>
              <a:t>Mutation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957819" y="1885329"/>
            <a:ext cx="2281555" cy="71120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87350">
              <a:lnSpc>
                <a:spcPct val="100000"/>
              </a:lnSpc>
              <a:spcBef>
                <a:spcPts val="635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1800">
                <a:latin typeface="Consolas"/>
                <a:cs typeface="Consolas"/>
              </a:rPr>
              <a:t>jle</a:t>
            </a:r>
            <a:r>
              <a:rPr dirty="0" sz="1800" spc="-35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0x555555800bc9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57819" y="2914015"/>
            <a:ext cx="1529080" cy="7112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Consolas"/>
                <a:cs typeface="Consolas"/>
              </a:rPr>
              <a:t>xor</a:t>
            </a:r>
            <a:r>
              <a:rPr dirty="0" sz="1800" spc="-25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edx,</a:t>
            </a:r>
            <a:r>
              <a:rPr dirty="0" sz="1800" spc="-15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edx</a:t>
            </a:r>
            <a:endParaRPr sz="1800">
              <a:latin typeface="Consolas"/>
              <a:cs typeface="Consolas"/>
            </a:endParaRPr>
          </a:p>
          <a:p>
            <a:pPr marL="387350">
              <a:lnSpc>
                <a:spcPct val="100000"/>
              </a:lnSpc>
              <a:spcBef>
                <a:spcPts val="540"/>
              </a:spcBef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8069" y="1537842"/>
            <a:ext cx="1360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0" b="1">
                <a:latin typeface="Arial"/>
                <a:cs typeface="Arial"/>
              </a:rPr>
              <a:t>Source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918894" y="2639758"/>
            <a:ext cx="3049270" cy="3347720"/>
            <a:chOff x="7918894" y="2639758"/>
            <a:chExt cx="3049270" cy="3347720"/>
          </a:xfrm>
        </p:grpSpPr>
        <p:sp>
          <p:nvSpPr>
            <p:cNvPr id="11" name="object 11"/>
            <p:cNvSpPr/>
            <p:nvPr/>
          </p:nvSpPr>
          <p:spPr>
            <a:xfrm>
              <a:off x="7933181" y="2654045"/>
              <a:ext cx="2616835" cy="327660"/>
            </a:xfrm>
            <a:custGeom>
              <a:avLst/>
              <a:gdLst/>
              <a:ahLst/>
              <a:cxnLst/>
              <a:rect l="l" t="t" r="r" b="b"/>
              <a:pathLst>
                <a:path w="2616834" h="327660">
                  <a:moveTo>
                    <a:pt x="0" y="327660"/>
                  </a:moveTo>
                  <a:lnTo>
                    <a:pt x="2616707" y="327660"/>
                  </a:lnTo>
                  <a:lnTo>
                    <a:pt x="2616707" y="0"/>
                  </a:lnTo>
                  <a:lnTo>
                    <a:pt x="0" y="0"/>
                  </a:lnTo>
                  <a:lnTo>
                    <a:pt x="0" y="327660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8288273" y="4382261"/>
              <a:ext cx="2670175" cy="1595755"/>
            </a:xfrm>
            <a:custGeom>
              <a:avLst/>
              <a:gdLst/>
              <a:ahLst/>
              <a:cxnLst/>
              <a:rect l="l" t="t" r="r" b="b"/>
              <a:pathLst>
                <a:path w="2670175" h="1595754">
                  <a:moveTo>
                    <a:pt x="2670048" y="0"/>
                  </a:moveTo>
                  <a:lnTo>
                    <a:pt x="0" y="0"/>
                  </a:lnTo>
                  <a:lnTo>
                    <a:pt x="0" y="1595628"/>
                  </a:lnTo>
                  <a:lnTo>
                    <a:pt x="2376804" y="1595628"/>
                  </a:lnTo>
                  <a:lnTo>
                    <a:pt x="2670048" y="1302410"/>
                  </a:lnTo>
                  <a:lnTo>
                    <a:pt x="2670048" y="0"/>
                  </a:lnTo>
                  <a:close/>
                </a:path>
              </a:pathLst>
            </a:custGeom>
            <a:solidFill>
              <a:srgbClr val="D9F1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665078" y="5684672"/>
              <a:ext cx="293370" cy="293370"/>
            </a:xfrm>
            <a:custGeom>
              <a:avLst/>
              <a:gdLst/>
              <a:ahLst/>
              <a:cxnLst/>
              <a:rect l="l" t="t" r="r" b="b"/>
              <a:pathLst>
                <a:path w="293370" h="293370">
                  <a:moveTo>
                    <a:pt x="293243" y="0"/>
                  </a:moveTo>
                  <a:lnTo>
                    <a:pt x="58674" y="58648"/>
                  </a:lnTo>
                  <a:lnTo>
                    <a:pt x="0" y="293217"/>
                  </a:lnTo>
                  <a:lnTo>
                    <a:pt x="293243" y="0"/>
                  </a:lnTo>
                  <a:close/>
                </a:path>
              </a:pathLst>
            </a:custGeom>
            <a:solidFill>
              <a:srgbClr val="ADC3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288273" y="4382261"/>
              <a:ext cx="2670175" cy="1595755"/>
            </a:xfrm>
            <a:custGeom>
              <a:avLst/>
              <a:gdLst/>
              <a:ahLst/>
              <a:cxnLst/>
              <a:rect l="l" t="t" r="r" b="b"/>
              <a:pathLst>
                <a:path w="2670175" h="1595754">
                  <a:moveTo>
                    <a:pt x="2376804" y="1595628"/>
                  </a:moveTo>
                  <a:lnTo>
                    <a:pt x="2435479" y="1361059"/>
                  </a:lnTo>
                  <a:lnTo>
                    <a:pt x="2670048" y="1302410"/>
                  </a:lnTo>
                  <a:lnTo>
                    <a:pt x="2376804" y="1595628"/>
                  </a:lnTo>
                  <a:lnTo>
                    <a:pt x="0" y="1595628"/>
                  </a:lnTo>
                  <a:lnTo>
                    <a:pt x="0" y="0"/>
                  </a:lnTo>
                  <a:lnTo>
                    <a:pt x="2670048" y="0"/>
                  </a:lnTo>
                  <a:lnTo>
                    <a:pt x="2670048" y="130241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368030" y="4595876"/>
            <a:ext cx="24072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800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RAX:</a:t>
            </a:r>
            <a:r>
              <a:rPr dirty="0" u="sng" sz="1800" spc="-30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 </a:t>
            </a:r>
            <a:r>
              <a:rPr dirty="0" u="sng" sz="1800" spc="-20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Consolas"/>
                <a:cs typeface="Consolas"/>
              </a:rPr>
              <a:t>0xff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RBX:</a:t>
            </a:r>
            <a:r>
              <a:rPr dirty="0" sz="1800" spc="-40">
                <a:latin typeface="Consolas"/>
                <a:cs typeface="Consolas"/>
              </a:rPr>
              <a:t> </a:t>
            </a:r>
            <a:r>
              <a:rPr dirty="0" sz="1800" spc="-10">
                <a:latin typeface="Consolas"/>
                <a:cs typeface="Consolas"/>
              </a:rPr>
              <a:t>0x555556332ff0</a:t>
            </a:r>
            <a:endParaRPr sz="18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Consolas"/>
                <a:cs typeface="Consolas"/>
              </a:rPr>
              <a:t>RCX:</a:t>
            </a:r>
            <a:r>
              <a:rPr dirty="0" sz="1800" spc="-20">
                <a:latin typeface="Consolas"/>
                <a:cs typeface="Consolas"/>
              </a:rPr>
              <a:t> </a:t>
            </a:r>
            <a:r>
              <a:rPr dirty="0" sz="1800" spc="-25">
                <a:latin typeface="Consolas"/>
                <a:cs typeface="Consolas"/>
              </a:rPr>
              <a:t>0x0</a:t>
            </a:r>
            <a:endParaRPr sz="1800">
              <a:latin typeface="Consolas"/>
              <a:cs typeface="Consolas"/>
            </a:endParaRPr>
          </a:p>
          <a:p>
            <a:pPr algn="ctr">
              <a:lnSpc>
                <a:spcPct val="100000"/>
              </a:lnSpc>
            </a:pPr>
            <a:r>
              <a:rPr dirty="0" sz="1800" spc="-25">
                <a:latin typeface="Consolas"/>
                <a:cs typeface="Consolas"/>
              </a:rPr>
              <a:t>...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24747" y="6009233"/>
            <a:ext cx="2092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latin typeface="Arial"/>
                <a:cs typeface="Arial"/>
              </a:rPr>
              <a:t>Program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25" b="1">
                <a:latin typeface="Arial"/>
                <a:cs typeface="Arial"/>
              </a:rPr>
              <a:t>State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at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spc="-650" b="1">
                <a:latin typeface="Calibri"/>
                <a:cs typeface="Calibri"/>
              </a:rPr>
              <a:t>①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0549377" y="2802889"/>
            <a:ext cx="650240" cy="2445385"/>
          </a:xfrm>
          <a:custGeom>
            <a:avLst/>
            <a:gdLst/>
            <a:ahLst/>
            <a:cxnLst/>
            <a:rect l="l" t="t" r="r" b="b"/>
            <a:pathLst>
              <a:path w="650240" h="2445385">
                <a:moveTo>
                  <a:pt x="438408" y="2288540"/>
                </a:moveTo>
                <a:lnTo>
                  <a:pt x="407547" y="2445258"/>
                </a:lnTo>
                <a:lnTo>
                  <a:pt x="551438" y="2375916"/>
                </a:lnTo>
                <a:lnTo>
                  <a:pt x="519730" y="2351405"/>
                </a:lnTo>
                <a:lnTo>
                  <a:pt x="498098" y="2351405"/>
                </a:lnTo>
                <a:lnTo>
                  <a:pt x="474349" y="2335530"/>
                </a:lnTo>
                <a:lnTo>
                  <a:pt x="482844" y="2322890"/>
                </a:lnTo>
                <a:lnTo>
                  <a:pt x="438408" y="2288540"/>
                </a:lnTo>
                <a:close/>
              </a:path>
              <a:path w="650240" h="2445385">
                <a:moveTo>
                  <a:pt x="482844" y="2322890"/>
                </a:moveTo>
                <a:lnTo>
                  <a:pt x="474349" y="2335530"/>
                </a:lnTo>
                <a:lnTo>
                  <a:pt x="498098" y="2351405"/>
                </a:lnTo>
                <a:lnTo>
                  <a:pt x="505510" y="2340412"/>
                </a:lnTo>
                <a:lnTo>
                  <a:pt x="482844" y="2322890"/>
                </a:lnTo>
                <a:close/>
              </a:path>
              <a:path w="650240" h="2445385">
                <a:moveTo>
                  <a:pt x="505510" y="2340412"/>
                </a:moveTo>
                <a:lnTo>
                  <a:pt x="498098" y="2351405"/>
                </a:lnTo>
                <a:lnTo>
                  <a:pt x="519730" y="2351405"/>
                </a:lnTo>
                <a:lnTo>
                  <a:pt x="505510" y="2340412"/>
                </a:lnTo>
                <a:close/>
              </a:path>
              <a:path w="650240" h="2445385">
                <a:moveTo>
                  <a:pt x="514756" y="2320036"/>
                </a:moveTo>
                <a:lnTo>
                  <a:pt x="484763" y="2320036"/>
                </a:lnTo>
                <a:lnTo>
                  <a:pt x="483820" y="2321776"/>
                </a:lnTo>
                <a:lnTo>
                  <a:pt x="483183" y="2322890"/>
                </a:lnTo>
                <a:lnTo>
                  <a:pt x="483108" y="2323094"/>
                </a:lnTo>
                <a:lnTo>
                  <a:pt x="505510" y="2340412"/>
                </a:lnTo>
                <a:lnTo>
                  <a:pt x="509401" y="2334641"/>
                </a:lnTo>
                <a:lnTo>
                  <a:pt x="514756" y="2320036"/>
                </a:lnTo>
                <a:close/>
              </a:path>
              <a:path w="650240" h="2445385">
                <a:moveTo>
                  <a:pt x="483593" y="2321776"/>
                </a:moveTo>
                <a:lnTo>
                  <a:pt x="482844" y="2322890"/>
                </a:lnTo>
                <a:lnTo>
                  <a:pt x="483108" y="2323094"/>
                </a:lnTo>
                <a:lnTo>
                  <a:pt x="483217" y="2322890"/>
                </a:lnTo>
                <a:lnTo>
                  <a:pt x="483593" y="2321776"/>
                </a:lnTo>
                <a:close/>
              </a:path>
              <a:path w="650240" h="2445385">
                <a:moveTo>
                  <a:pt x="484763" y="2320036"/>
                </a:moveTo>
                <a:lnTo>
                  <a:pt x="483593" y="2321776"/>
                </a:lnTo>
                <a:lnTo>
                  <a:pt x="483183" y="2322890"/>
                </a:lnTo>
                <a:lnTo>
                  <a:pt x="483820" y="2321776"/>
                </a:lnTo>
                <a:lnTo>
                  <a:pt x="484763" y="2320036"/>
                </a:lnTo>
                <a:close/>
              </a:path>
              <a:path w="650240" h="2445385">
                <a:moveTo>
                  <a:pt x="1020" y="0"/>
                </a:moveTo>
                <a:lnTo>
                  <a:pt x="0" y="28575"/>
                </a:lnTo>
                <a:lnTo>
                  <a:pt x="3719" y="28575"/>
                </a:lnTo>
                <a:lnTo>
                  <a:pt x="16439" y="29009"/>
                </a:lnTo>
                <a:lnTo>
                  <a:pt x="14858" y="29009"/>
                </a:lnTo>
                <a:lnTo>
                  <a:pt x="29072" y="30225"/>
                </a:lnTo>
                <a:lnTo>
                  <a:pt x="43057" y="32258"/>
                </a:lnTo>
                <a:lnTo>
                  <a:pt x="42909" y="32258"/>
                </a:lnTo>
                <a:lnTo>
                  <a:pt x="56292" y="35023"/>
                </a:lnTo>
                <a:lnTo>
                  <a:pt x="70043" y="38552"/>
                </a:lnTo>
                <a:lnTo>
                  <a:pt x="113740" y="54882"/>
                </a:lnTo>
                <a:lnTo>
                  <a:pt x="156339" y="77792"/>
                </a:lnTo>
                <a:lnTo>
                  <a:pt x="196092" y="105657"/>
                </a:lnTo>
                <a:lnTo>
                  <a:pt x="236412" y="140309"/>
                </a:lnTo>
                <a:lnTo>
                  <a:pt x="264803" y="168652"/>
                </a:lnTo>
                <a:lnTo>
                  <a:pt x="291162" y="198293"/>
                </a:lnTo>
                <a:lnTo>
                  <a:pt x="291392" y="198459"/>
                </a:lnTo>
                <a:lnTo>
                  <a:pt x="315705" y="228428"/>
                </a:lnTo>
                <a:lnTo>
                  <a:pt x="354603" y="282211"/>
                </a:lnTo>
                <a:lnTo>
                  <a:pt x="378715" y="319564"/>
                </a:lnTo>
                <a:lnTo>
                  <a:pt x="378769" y="319701"/>
                </a:lnTo>
                <a:lnTo>
                  <a:pt x="379600" y="321021"/>
                </a:lnTo>
                <a:lnTo>
                  <a:pt x="401908" y="358595"/>
                </a:lnTo>
                <a:lnTo>
                  <a:pt x="424104" y="399391"/>
                </a:lnTo>
                <a:lnTo>
                  <a:pt x="445793" y="442271"/>
                </a:lnTo>
                <a:lnTo>
                  <a:pt x="466247" y="486533"/>
                </a:lnTo>
                <a:lnTo>
                  <a:pt x="486787" y="534936"/>
                </a:lnTo>
                <a:lnTo>
                  <a:pt x="504288" y="579838"/>
                </a:lnTo>
                <a:lnTo>
                  <a:pt x="505309" y="582767"/>
                </a:lnTo>
                <a:lnTo>
                  <a:pt x="505485" y="583221"/>
                </a:lnTo>
                <a:lnTo>
                  <a:pt x="522736" y="631951"/>
                </a:lnTo>
                <a:lnTo>
                  <a:pt x="538950" y="682353"/>
                </a:lnTo>
                <a:lnTo>
                  <a:pt x="554105" y="734439"/>
                </a:lnTo>
                <a:lnTo>
                  <a:pt x="567360" y="785602"/>
                </a:lnTo>
                <a:lnTo>
                  <a:pt x="579490" y="838628"/>
                </a:lnTo>
                <a:lnTo>
                  <a:pt x="590417" y="893266"/>
                </a:lnTo>
                <a:lnTo>
                  <a:pt x="599529" y="946839"/>
                </a:lnTo>
                <a:lnTo>
                  <a:pt x="607367" y="1002589"/>
                </a:lnTo>
                <a:lnTo>
                  <a:pt x="613778" y="1060202"/>
                </a:lnTo>
                <a:lnTo>
                  <a:pt x="613795" y="1060701"/>
                </a:lnTo>
                <a:lnTo>
                  <a:pt x="613921" y="1061846"/>
                </a:lnTo>
                <a:lnTo>
                  <a:pt x="617986" y="1114933"/>
                </a:lnTo>
                <a:lnTo>
                  <a:pt x="618103" y="1116459"/>
                </a:lnTo>
                <a:lnTo>
                  <a:pt x="620851" y="1172083"/>
                </a:lnTo>
                <a:lnTo>
                  <a:pt x="620916" y="1173415"/>
                </a:lnTo>
                <a:lnTo>
                  <a:pt x="621666" y="1229487"/>
                </a:lnTo>
                <a:lnTo>
                  <a:pt x="621662" y="1286891"/>
                </a:lnTo>
                <a:lnTo>
                  <a:pt x="620653" y="1343279"/>
                </a:lnTo>
                <a:lnTo>
                  <a:pt x="619002" y="1399667"/>
                </a:lnTo>
                <a:lnTo>
                  <a:pt x="616843" y="1455801"/>
                </a:lnTo>
                <a:lnTo>
                  <a:pt x="614049" y="1511427"/>
                </a:lnTo>
                <a:lnTo>
                  <a:pt x="610620" y="1566672"/>
                </a:lnTo>
                <a:lnTo>
                  <a:pt x="606683" y="1621028"/>
                </a:lnTo>
                <a:lnTo>
                  <a:pt x="602435" y="1673999"/>
                </a:lnTo>
                <a:lnTo>
                  <a:pt x="597518" y="1726580"/>
                </a:lnTo>
                <a:lnTo>
                  <a:pt x="591951" y="1779397"/>
                </a:lnTo>
                <a:lnTo>
                  <a:pt x="586287" y="1828528"/>
                </a:lnTo>
                <a:lnTo>
                  <a:pt x="579886" y="1879473"/>
                </a:lnTo>
                <a:lnTo>
                  <a:pt x="573360" y="1926262"/>
                </a:lnTo>
                <a:lnTo>
                  <a:pt x="566581" y="1970927"/>
                </a:lnTo>
                <a:lnTo>
                  <a:pt x="558598" y="2019314"/>
                </a:lnTo>
                <a:lnTo>
                  <a:pt x="558628" y="2019568"/>
                </a:lnTo>
                <a:lnTo>
                  <a:pt x="550803" y="2062734"/>
                </a:lnTo>
                <a:lnTo>
                  <a:pt x="543384" y="2100287"/>
                </a:lnTo>
                <a:lnTo>
                  <a:pt x="534723" y="2141489"/>
                </a:lnTo>
                <a:lnTo>
                  <a:pt x="525339" y="2181625"/>
                </a:lnTo>
                <a:lnTo>
                  <a:pt x="525335" y="2181874"/>
                </a:lnTo>
                <a:lnTo>
                  <a:pt x="511814" y="2234184"/>
                </a:lnTo>
                <a:lnTo>
                  <a:pt x="497717" y="2281301"/>
                </a:lnTo>
                <a:lnTo>
                  <a:pt x="491038" y="2301165"/>
                </a:lnTo>
                <a:lnTo>
                  <a:pt x="489941" y="2304523"/>
                </a:lnTo>
                <a:lnTo>
                  <a:pt x="488182" y="2309661"/>
                </a:lnTo>
                <a:lnTo>
                  <a:pt x="487942" y="2309957"/>
                </a:lnTo>
                <a:lnTo>
                  <a:pt x="483593" y="2321776"/>
                </a:lnTo>
                <a:lnTo>
                  <a:pt x="484763" y="2320036"/>
                </a:lnTo>
                <a:lnTo>
                  <a:pt x="514756" y="2320036"/>
                </a:lnTo>
                <a:lnTo>
                  <a:pt x="519942" y="2305050"/>
                </a:lnTo>
                <a:lnTo>
                  <a:pt x="534547" y="2258441"/>
                </a:lnTo>
                <a:lnTo>
                  <a:pt x="553089" y="2188591"/>
                </a:lnTo>
                <a:lnTo>
                  <a:pt x="562106" y="2150237"/>
                </a:lnTo>
                <a:lnTo>
                  <a:pt x="570615" y="2110105"/>
                </a:lnTo>
                <a:lnTo>
                  <a:pt x="578870" y="2068068"/>
                </a:lnTo>
                <a:lnTo>
                  <a:pt x="586680" y="2024607"/>
                </a:lnTo>
                <a:lnTo>
                  <a:pt x="594237" y="1978787"/>
                </a:lnTo>
                <a:lnTo>
                  <a:pt x="601349" y="1931797"/>
                </a:lnTo>
                <a:lnTo>
                  <a:pt x="608207" y="1883283"/>
                </a:lnTo>
                <a:lnTo>
                  <a:pt x="614430" y="1833499"/>
                </a:lnTo>
                <a:lnTo>
                  <a:pt x="620399" y="1782572"/>
                </a:lnTo>
                <a:lnTo>
                  <a:pt x="625860" y="1730375"/>
                </a:lnTo>
                <a:lnTo>
                  <a:pt x="630813" y="1677289"/>
                </a:lnTo>
                <a:lnTo>
                  <a:pt x="635258" y="1623314"/>
                </a:lnTo>
                <a:lnTo>
                  <a:pt x="639068" y="1568577"/>
                </a:lnTo>
                <a:lnTo>
                  <a:pt x="642624" y="1513078"/>
                </a:lnTo>
                <a:lnTo>
                  <a:pt x="645291" y="1457071"/>
                </a:lnTo>
                <a:lnTo>
                  <a:pt x="647577" y="1400683"/>
                </a:lnTo>
                <a:lnTo>
                  <a:pt x="649101" y="1343914"/>
                </a:lnTo>
                <a:lnTo>
                  <a:pt x="650244" y="1286891"/>
                </a:lnTo>
                <a:lnTo>
                  <a:pt x="650244" y="1229487"/>
                </a:lnTo>
                <a:lnTo>
                  <a:pt x="649500" y="1173415"/>
                </a:lnTo>
                <a:lnTo>
                  <a:pt x="649482" y="1172083"/>
                </a:lnTo>
                <a:lnTo>
                  <a:pt x="646815" y="1117536"/>
                </a:lnTo>
                <a:lnTo>
                  <a:pt x="646763" y="1116459"/>
                </a:lnTo>
                <a:lnTo>
                  <a:pt x="646688" y="1114933"/>
                </a:lnTo>
                <a:lnTo>
                  <a:pt x="642243" y="1057783"/>
                </a:lnTo>
                <a:lnTo>
                  <a:pt x="636020" y="1001141"/>
                </a:lnTo>
                <a:lnTo>
                  <a:pt x="628146" y="944880"/>
                </a:lnTo>
                <a:lnTo>
                  <a:pt x="618748" y="889127"/>
                </a:lnTo>
                <a:lnTo>
                  <a:pt x="607826" y="834136"/>
                </a:lnTo>
                <a:lnTo>
                  <a:pt x="595380" y="780034"/>
                </a:lnTo>
                <a:lnTo>
                  <a:pt x="581537" y="726567"/>
                </a:lnTo>
                <a:lnTo>
                  <a:pt x="566424" y="674370"/>
                </a:lnTo>
                <a:lnTo>
                  <a:pt x="549914" y="623062"/>
                </a:lnTo>
                <a:lnTo>
                  <a:pt x="532261" y="573024"/>
                </a:lnTo>
                <a:lnTo>
                  <a:pt x="513338" y="524383"/>
                </a:lnTo>
                <a:lnTo>
                  <a:pt x="493399" y="477138"/>
                </a:lnTo>
                <a:lnTo>
                  <a:pt x="472317" y="431419"/>
                </a:lnTo>
                <a:lnTo>
                  <a:pt x="450219" y="387476"/>
                </a:lnTo>
                <a:lnTo>
                  <a:pt x="427232" y="345186"/>
                </a:lnTo>
                <a:lnTo>
                  <a:pt x="403229" y="304800"/>
                </a:lnTo>
                <a:lnTo>
                  <a:pt x="378464" y="266319"/>
                </a:lnTo>
                <a:lnTo>
                  <a:pt x="352810" y="230124"/>
                </a:lnTo>
                <a:lnTo>
                  <a:pt x="326521" y="195961"/>
                </a:lnTo>
                <a:lnTo>
                  <a:pt x="299470" y="164211"/>
                </a:lnTo>
                <a:lnTo>
                  <a:pt x="271657" y="134874"/>
                </a:lnTo>
                <a:lnTo>
                  <a:pt x="243463" y="108076"/>
                </a:lnTo>
                <a:lnTo>
                  <a:pt x="200029" y="72771"/>
                </a:lnTo>
                <a:lnTo>
                  <a:pt x="155198" y="43942"/>
                </a:lnTo>
                <a:lnTo>
                  <a:pt x="109732" y="21971"/>
                </a:lnTo>
                <a:lnTo>
                  <a:pt x="63250" y="7238"/>
                </a:lnTo>
                <a:lnTo>
                  <a:pt x="16133" y="381"/>
                </a:lnTo>
                <a:lnTo>
                  <a:pt x="1020" y="0"/>
                </a:lnTo>
                <a:close/>
              </a:path>
              <a:path w="650240" h="2445385">
                <a:moveTo>
                  <a:pt x="489761" y="2305050"/>
                </a:moveTo>
                <a:lnTo>
                  <a:pt x="488046" y="2309661"/>
                </a:lnTo>
                <a:lnTo>
                  <a:pt x="487942" y="2309957"/>
                </a:lnTo>
                <a:lnTo>
                  <a:pt x="488182" y="2309661"/>
                </a:lnTo>
                <a:lnTo>
                  <a:pt x="489761" y="230505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543545" y="2639695"/>
            <a:ext cx="2945765" cy="2997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360"/>
              </a:lnSpc>
            </a:pPr>
            <a:r>
              <a:rPr dirty="0" baseline="-6944" sz="3600" spc="-1200" b="1">
                <a:solidFill>
                  <a:srgbClr val="C00000"/>
                </a:solidFill>
                <a:latin typeface="Calibri"/>
                <a:cs typeface="Calibri"/>
              </a:rPr>
              <a:t>①</a:t>
            </a:r>
            <a:r>
              <a:rPr dirty="0" baseline="-6944" sz="3600" spc="457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onsolas"/>
                <a:cs typeface="Consolas"/>
              </a:rPr>
              <a:t>lea</a:t>
            </a:r>
            <a:r>
              <a:rPr dirty="0" sz="1800" spc="-30">
                <a:latin typeface="Consolas"/>
                <a:cs typeface="Consolas"/>
              </a:rPr>
              <a:t> </a:t>
            </a:r>
            <a:r>
              <a:rPr dirty="0" sz="1800">
                <a:latin typeface="Consolas"/>
                <a:cs typeface="Consolas"/>
              </a:rPr>
              <a:t>esi,</a:t>
            </a:r>
            <a:r>
              <a:rPr dirty="0" sz="1800" spc="-10">
                <a:latin typeface="Consolas"/>
                <a:cs typeface="Consolas"/>
              </a:rPr>
              <a:t> [rax+rax*4]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4723" y="1922170"/>
            <a:ext cx="4911725" cy="307403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dirty="0" sz="16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600" spc="-1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600" spc="-10">
                <a:latin typeface="Consolas"/>
                <a:cs typeface="Consolas"/>
              </a:rPr>
              <a:t>(...)</a:t>
            </a:r>
            <a:endParaRPr sz="1600">
              <a:latin typeface="Consolas"/>
              <a:cs typeface="Consolas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928369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260350">
              <a:lnSpc>
                <a:spcPct val="100000"/>
              </a:lnSpc>
              <a:spcBef>
                <a:spcPts val="280"/>
              </a:spcBef>
            </a:pP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emalloc(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10">
                <a:latin typeface="Consolas"/>
                <a:cs typeface="Consolas"/>
              </a:rPr>
              <a:t>colorsTotal);</a:t>
            </a:r>
            <a:r>
              <a:rPr dirty="0" baseline="10802" sz="2700" spc="-15" b="1">
                <a:solidFill>
                  <a:srgbClr val="C00000"/>
                </a:solidFill>
                <a:latin typeface="Arial"/>
                <a:cs typeface="Arial"/>
              </a:rPr>
              <a:t>execute</a:t>
            </a:r>
            <a:endParaRPr baseline="10802" sz="2700">
              <a:latin typeface="Arial"/>
              <a:cs typeface="Arial"/>
            </a:endParaRPr>
          </a:p>
          <a:p>
            <a:pPr marL="260350">
              <a:lnSpc>
                <a:spcPct val="100000"/>
              </a:lnSpc>
              <a:spcBef>
                <a:spcPts val="44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sx;</a:t>
            </a:r>
            <a:r>
              <a:rPr dirty="0" sz="1600" spc="-20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x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05485" indent="-222885">
              <a:lnSpc>
                <a:spcPct val="100000"/>
              </a:lnSpc>
              <a:spcBef>
                <a:spcPts val="480"/>
              </a:spcBef>
            </a:pPr>
            <a:r>
              <a:rPr dirty="0" sz="16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600" spc="-1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y=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600">
                <a:latin typeface="Consolas"/>
                <a:cs typeface="Consolas"/>
              </a:rPr>
              <a:t>;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sy;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y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)</a:t>
            </a:r>
            <a:r>
              <a:rPr dirty="0" sz="1600" spc="-25">
                <a:latin typeface="Consolas"/>
                <a:cs typeface="Consolas"/>
              </a:rPr>
              <a:t> </a:t>
            </a:r>
            <a:r>
              <a:rPr dirty="0" sz="1600" spc="-50">
                <a:latin typeface="Consolas"/>
                <a:cs typeface="Consolas"/>
              </a:rPr>
              <a:t>{</a:t>
            </a:r>
            <a:endParaRPr sz="1600">
              <a:latin typeface="Consolas"/>
              <a:cs typeface="Consolas"/>
            </a:endParaRPr>
          </a:p>
          <a:p>
            <a:pPr marL="705485" marR="1641475">
              <a:lnSpc>
                <a:spcPct val="125000"/>
              </a:lnSpc>
              <a:spcBef>
                <a:spcPts val="5"/>
              </a:spcBef>
            </a:pPr>
            <a:r>
              <a:rPr dirty="0" sz="1600">
                <a:latin typeface="Consolas"/>
                <a:cs typeface="Consolas"/>
              </a:rPr>
              <a:t>bp</a:t>
            </a:r>
            <a:r>
              <a:rPr dirty="0" sz="1600" spc="-15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buf</a:t>
            </a:r>
            <a:r>
              <a:rPr dirty="0" sz="1600" spc="-3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>
                <a:latin typeface="Consolas"/>
                <a:cs typeface="Consolas"/>
              </a:rPr>
              <a:t>(color</a:t>
            </a:r>
            <a:r>
              <a:rPr dirty="0" sz="1600" spc="-10">
                <a:latin typeface="Consolas"/>
                <a:cs typeface="Consolas"/>
              </a:rPr>
              <a:t> </a:t>
            </a:r>
            <a:r>
              <a:rPr dirty="0" sz="16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6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600" spc="-25">
                <a:latin typeface="Consolas"/>
                <a:cs typeface="Consolas"/>
              </a:rPr>
              <a:t>); </a:t>
            </a:r>
            <a:r>
              <a:rPr dirty="0" sz="1600" spc="-10">
                <a:latin typeface="Consolas"/>
                <a:cs typeface="Consolas"/>
              </a:rPr>
              <a:t>(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600" spc="-10">
                <a:latin typeface="Consolas"/>
                <a:cs typeface="Consolas"/>
              </a:rPr>
              <a:t>(bp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))</a:t>
            </a:r>
            <a:r>
              <a:rPr dirty="0" sz="16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600" spc="-10">
                <a:latin typeface="Consolas"/>
                <a:cs typeface="Consolas"/>
              </a:rPr>
              <a:t>;</a:t>
            </a:r>
            <a:endParaRPr sz="1600">
              <a:latin typeface="Consolas"/>
              <a:cs typeface="Consolas"/>
            </a:endParaRPr>
          </a:p>
          <a:p>
            <a:pPr marL="928369">
              <a:lnSpc>
                <a:spcPct val="100000"/>
              </a:lnSpc>
              <a:spcBef>
                <a:spcPts val="480"/>
              </a:spcBef>
            </a:pPr>
            <a:r>
              <a:rPr dirty="0" sz="1600" spc="-25">
                <a:latin typeface="Consolas"/>
                <a:cs typeface="Consolas"/>
              </a:rPr>
              <a:t>...</a:t>
            </a:r>
            <a:endParaRPr sz="1600">
              <a:latin typeface="Consolas"/>
              <a:cs typeface="Consolas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dirty="0" sz="1600" spc="-50">
                <a:latin typeface="Consolas"/>
                <a:cs typeface="Consolas"/>
              </a:rPr>
              <a:t>}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587619" y="2934080"/>
            <a:ext cx="2701925" cy="2260600"/>
          </a:xfrm>
          <a:custGeom>
            <a:avLst/>
            <a:gdLst/>
            <a:ahLst/>
            <a:cxnLst/>
            <a:rect l="l" t="t" r="r" b="b"/>
            <a:pathLst>
              <a:path w="2701925" h="2260600">
                <a:moveTo>
                  <a:pt x="2545206" y="2222500"/>
                </a:moveTo>
                <a:lnTo>
                  <a:pt x="2384298" y="2222500"/>
                </a:lnTo>
                <a:lnTo>
                  <a:pt x="2447035" y="2247900"/>
                </a:lnTo>
                <a:lnTo>
                  <a:pt x="2510154" y="2247900"/>
                </a:lnTo>
                <a:lnTo>
                  <a:pt x="2541904" y="2260600"/>
                </a:lnTo>
                <a:lnTo>
                  <a:pt x="2701416" y="2260600"/>
                </a:lnTo>
                <a:lnTo>
                  <a:pt x="2701798" y="2235200"/>
                </a:lnTo>
                <a:lnTo>
                  <a:pt x="2576703" y="2235200"/>
                </a:lnTo>
                <a:lnTo>
                  <a:pt x="2545206" y="2222500"/>
                </a:lnTo>
                <a:close/>
              </a:path>
              <a:path w="2701925" h="2260600">
                <a:moveTo>
                  <a:pt x="2390775" y="2197100"/>
                </a:moveTo>
                <a:lnTo>
                  <a:pt x="2291460" y="2197100"/>
                </a:lnTo>
                <a:lnTo>
                  <a:pt x="2353182" y="2222500"/>
                </a:lnTo>
                <a:lnTo>
                  <a:pt x="2483484" y="2222500"/>
                </a:lnTo>
                <a:lnTo>
                  <a:pt x="2452242" y="2209800"/>
                </a:lnTo>
                <a:lnTo>
                  <a:pt x="2421635" y="2209800"/>
                </a:lnTo>
                <a:lnTo>
                  <a:pt x="2390775" y="2197100"/>
                </a:lnTo>
                <a:close/>
              </a:path>
              <a:path w="2701925" h="2260600">
                <a:moveTo>
                  <a:pt x="1307719" y="876300"/>
                </a:moveTo>
                <a:lnTo>
                  <a:pt x="1281176" y="876300"/>
                </a:lnTo>
                <a:lnTo>
                  <a:pt x="1290701" y="901700"/>
                </a:lnTo>
                <a:lnTo>
                  <a:pt x="1290447" y="901700"/>
                </a:lnTo>
                <a:lnTo>
                  <a:pt x="1306829" y="952500"/>
                </a:lnTo>
                <a:lnTo>
                  <a:pt x="1319783" y="1003300"/>
                </a:lnTo>
                <a:lnTo>
                  <a:pt x="1329054" y="1054100"/>
                </a:lnTo>
                <a:lnTo>
                  <a:pt x="1334642" y="1104900"/>
                </a:lnTo>
                <a:lnTo>
                  <a:pt x="1336928" y="1181100"/>
                </a:lnTo>
                <a:lnTo>
                  <a:pt x="1338579" y="1206500"/>
                </a:lnTo>
                <a:lnTo>
                  <a:pt x="1344422" y="1257300"/>
                </a:lnTo>
                <a:lnTo>
                  <a:pt x="1354074" y="1308100"/>
                </a:lnTo>
                <a:lnTo>
                  <a:pt x="1360297" y="1333500"/>
                </a:lnTo>
                <a:lnTo>
                  <a:pt x="1367408" y="1371600"/>
                </a:lnTo>
                <a:lnTo>
                  <a:pt x="1384300" y="1422400"/>
                </a:lnTo>
                <a:lnTo>
                  <a:pt x="1404492" y="1473200"/>
                </a:lnTo>
                <a:lnTo>
                  <a:pt x="1427987" y="1511300"/>
                </a:lnTo>
                <a:lnTo>
                  <a:pt x="1440814" y="1536700"/>
                </a:lnTo>
                <a:lnTo>
                  <a:pt x="1468881" y="1587500"/>
                </a:lnTo>
                <a:lnTo>
                  <a:pt x="1499997" y="1638300"/>
                </a:lnTo>
                <a:lnTo>
                  <a:pt x="1533652" y="1689100"/>
                </a:lnTo>
                <a:lnTo>
                  <a:pt x="1570227" y="1727200"/>
                </a:lnTo>
                <a:lnTo>
                  <a:pt x="1589404" y="1752600"/>
                </a:lnTo>
                <a:lnTo>
                  <a:pt x="1609216" y="1778000"/>
                </a:lnTo>
                <a:lnTo>
                  <a:pt x="1629720" y="1803434"/>
                </a:lnTo>
                <a:lnTo>
                  <a:pt x="1649807" y="1815608"/>
                </a:lnTo>
                <a:lnTo>
                  <a:pt x="1650725" y="1816225"/>
                </a:lnTo>
                <a:lnTo>
                  <a:pt x="1717039" y="1879600"/>
                </a:lnTo>
                <a:lnTo>
                  <a:pt x="1763902" y="1917700"/>
                </a:lnTo>
                <a:lnTo>
                  <a:pt x="1812798" y="1955800"/>
                </a:lnTo>
                <a:lnTo>
                  <a:pt x="1863598" y="1993900"/>
                </a:lnTo>
                <a:lnTo>
                  <a:pt x="1916176" y="2032000"/>
                </a:lnTo>
                <a:lnTo>
                  <a:pt x="1970277" y="2057400"/>
                </a:lnTo>
                <a:lnTo>
                  <a:pt x="2025903" y="2095500"/>
                </a:lnTo>
                <a:lnTo>
                  <a:pt x="2112095" y="2133692"/>
                </a:lnTo>
                <a:lnTo>
                  <a:pt x="2260980" y="2197100"/>
                </a:lnTo>
                <a:lnTo>
                  <a:pt x="2360549" y="2197100"/>
                </a:lnTo>
                <a:lnTo>
                  <a:pt x="2329941" y="2184400"/>
                </a:lnTo>
                <a:lnTo>
                  <a:pt x="2330196" y="2184400"/>
                </a:lnTo>
                <a:lnTo>
                  <a:pt x="2299715" y="2171700"/>
                </a:lnTo>
                <a:lnTo>
                  <a:pt x="2270125" y="2171700"/>
                </a:lnTo>
                <a:lnTo>
                  <a:pt x="2240368" y="2159091"/>
                </a:lnTo>
                <a:lnTo>
                  <a:pt x="2240619" y="2159091"/>
                </a:lnTo>
                <a:lnTo>
                  <a:pt x="2225584" y="2152638"/>
                </a:lnTo>
                <a:lnTo>
                  <a:pt x="2225457" y="2152638"/>
                </a:lnTo>
                <a:lnTo>
                  <a:pt x="2210777" y="2146391"/>
                </a:lnTo>
                <a:lnTo>
                  <a:pt x="2210977" y="2146391"/>
                </a:lnTo>
                <a:lnTo>
                  <a:pt x="2181439" y="2133692"/>
                </a:lnTo>
                <a:lnTo>
                  <a:pt x="2181690" y="2133692"/>
                </a:lnTo>
                <a:lnTo>
                  <a:pt x="2152482" y="2120992"/>
                </a:lnTo>
                <a:lnTo>
                  <a:pt x="2152677" y="2120992"/>
                </a:lnTo>
                <a:lnTo>
                  <a:pt x="2123653" y="2108293"/>
                </a:lnTo>
                <a:lnTo>
                  <a:pt x="2123904" y="2108293"/>
                </a:lnTo>
                <a:lnTo>
                  <a:pt x="2094991" y="2095500"/>
                </a:lnTo>
                <a:lnTo>
                  <a:pt x="2095373" y="2095500"/>
                </a:lnTo>
                <a:lnTo>
                  <a:pt x="2038984" y="2070100"/>
                </a:lnTo>
                <a:lnTo>
                  <a:pt x="2039492" y="2070100"/>
                </a:lnTo>
                <a:lnTo>
                  <a:pt x="1984248" y="2032000"/>
                </a:lnTo>
                <a:lnTo>
                  <a:pt x="1984755" y="2032000"/>
                </a:lnTo>
                <a:lnTo>
                  <a:pt x="1931161" y="2006600"/>
                </a:lnTo>
                <a:lnTo>
                  <a:pt x="1931670" y="2006600"/>
                </a:lnTo>
                <a:lnTo>
                  <a:pt x="1879473" y="1968500"/>
                </a:lnTo>
                <a:lnTo>
                  <a:pt x="1879980" y="1968500"/>
                </a:lnTo>
                <a:lnTo>
                  <a:pt x="1829688" y="1930400"/>
                </a:lnTo>
                <a:lnTo>
                  <a:pt x="1830197" y="1930400"/>
                </a:lnTo>
                <a:lnTo>
                  <a:pt x="1781682" y="1905000"/>
                </a:lnTo>
                <a:lnTo>
                  <a:pt x="1782190" y="1905000"/>
                </a:lnTo>
                <a:lnTo>
                  <a:pt x="1735708" y="1854200"/>
                </a:lnTo>
                <a:lnTo>
                  <a:pt x="1736089" y="1854200"/>
                </a:lnTo>
                <a:lnTo>
                  <a:pt x="1692108" y="1816225"/>
                </a:lnTo>
                <a:lnTo>
                  <a:pt x="1691913" y="1816225"/>
                </a:lnTo>
                <a:lnTo>
                  <a:pt x="1691195" y="1815608"/>
                </a:lnTo>
                <a:lnTo>
                  <a:pt x="1670742" y="1803434"/>
                </a:lnTo>
                <a:lnTo>
                  <a:pt x="1670967" y="1803434"/>
                </a:lnTo>
                <a:lnTo>
                  <a:pt x="1650110" y="1778000"/>
                </a:lnTo>
                <a:lnTo>
                  <a:pt x="1650364" y="1778000"/>
                </a:lnTo>
                <a:lnTo>
                  <a:pt x="1629904" y="1752263"/>
                </a:lnTo>
                <a:lnTo>
                  <a:pt x="1610800" y="1739938"/>
                </a:lnTo>
                <a:lnTo>
                  <a:pt x="1611023" y="1739938"/>
                </a:lnTo>
                <a:lnTo>
                  <a:pt x="1592072" y="1714500"/>
                </a:lnTo>
                <a:lnTo>
                  <a:pt x="1573910" y="1689100"/>
                </a:lnTo>
                <a:lnTo>
                  <a:pt x="1556384" y="1663700"/>
                </a:lnTo>
                <a:lnTo>
                  <a:pt x="1539553" y="1651044"/>
                </a:lnTo>
                <a:lnTo>
                  <a:pt x="1539774" y="1651044"/>
                </a:lnTo>
                <a:lnTo>
                  <a:pt x="1527556" y="1631950"/>
                </a:lnTo>
                <a:lnTo>
                  <a:pt x="1507871" y="1600200"/>
                </a:lnTo>
                <a:lnTo>
                  <a:pt x="1508125" y="1600200"/>
                </a:lnTo>
                <a:lnTo>
                  <a:pt x="1493138" y="1574800"/>
                </a:lnTo>
                <a:lnTo>
                  <a:pt x="1493392" y="1574800"/>
                </a:lnTo>
                <a:lnTo>
                  <a:pt x="1479169" y="1549400"/>
                </a:lnTo>
                <a:lnTo>
                  <a:pt x="1479423" y="1549400"/>
                </a:lnTo>
                <a:lnTo>
                  <a:pt x="1465960" y="1524000"/>
                </a:lnTo>
                <a:lnTo>
                  <a:pt x="1453387" y="1498600"/>
                </a:lnTo>
                <a:lnTo>
                  <a:pt x="1441703" y="1485900"/>
                </a:lnTo>
                <a:lnTo>
                  <a:pt x="1430527" y="1460500"/>
                </a:lnTo>
                <a:lnTo>
                  <a:pt x="1430781" y="1460500"/>
                </a:lnTo>
                <a:lnTo>
                  <a:pt x="1420495" y="1435100"/>
                </a:lnTo>
                <a:lnTo>
                  <a:pt x="1411097" y="1409700"/>
                </a:lnTo>
                <a:lnTo>
                  <a:pt x="1394840" y="1358900"/>
                </a:lnTo>
                <a:lnTo>
                  <a:pt x="1381886" y="1308100"/>
                </a:lnTo>
                <a:lnTo>
                  <a:pt x="1372615" y="1257300"/>
                </a:lnTo>
                <a:lnTo>
                  <a:pt x="1367027" y="1206500"/>
                </a:lnTo>
                <a:lnTo>
                  <a:pt x="1364996" y="1155700"/>
                </a:lnTo>
                <a:lnTo>
                  <a:pt x="1364614" y="1130300"/>
                </a:lnTo>
                <a:lnTo>
                  <a:pt x="1363090" y="1104900"/>
                </a:lnTo>
                <a:lnTo>
                  <a:pt x="1357249" y="1054100"/>
                </a:lnTo>
                <a:lnTo>
                  <a:pt x="1347597" y="1003300"/>
                </a:lnTo>
                <a:lnTo>
                  <a:pt x="1334134" y="952500"/>
                </a:lnTo>
                <a:lnTo>
                  <a:pt x="1317498" y="901700"/>
                </a:lnTo>
                <a:lnTo>
                  <a:pt x="1307719" y="876300"/>
                </a:lnTo>
                <a:close/>
              </a:path>
              <a:path w="2701925" h="2260600">
                <a:moveTo>
                  <a:pt x="2240619" y="2159091"/>
                </a:moveTo>
                <a:lnTo>
                  <a:pt x="2240368" y="2159091"/>
                </a:lnTo>
                <a:lnTo>
                  <a:pt x="2260134" y="2167466"/>
                </a:lnTo>
                <a:lnTo>
                  <a:pt x="2240619" y="2159091"/>
                </a:lnTo>
                <a:close/>
              </a:path>
              <a:path w="2701925" h="2260600">
                <a:moveTo>
                  <a:pt x="2210977" y="2146391"/>
                </a:moveTo>
                <a:lnTo>
                  <a:pt x="2210777" y="2146391"/>
                </a:lnTo>
                <a:lnTo>
                  <a:pt x="2225457" y="2152638"/>
                </a:lnTo>
                <a:lnTo>
                  <a:pt x="2210977" y="2146391"/>
                </a:lnTo>
                <a:close/>
              </a:path>
              <a:path w="2701925" h="2260600">
                <a:moveTo>
                  <a:pt x="2211029" y="2146391"/>
                </a:moveTo>
                <a:lnTo>
                  <a:pt x="2225457" y="2152638"/>
                </a:lnTo>
                <a:lnTo>
                  <a:pt x="2225584" y="2152638"/>
                </a:lnTo>
                <a:lnTo>
                  <a:pt x="2211029" y="2146391"/>
                </a:lnTo>
                <a:close/>
              </a:path>
              <a:path w="2701925" h="2260600">
                <a:moveTo>
                  <a:pt x="2181690" y="2133692"/>
                </a:moveTo>
                <a:lnTo>
                  <a:pt x="2181439" y="2133692"/>
                </a:lnTo>
                <a:lnTo>
                  <a:pt x="2200952" y="2142066"/>
                </a:lnTo>
                <a:lnTo>
                  <a:pt x="2181690" y="2133692"/>
                </a:lnTo>
                <a:close/>
              </a:path>
              <a:path w="2701925" h="2260600">
                <a:moveTo>
                  <a:pt x="2152677" y="2120992"/>
                </a:moveTo>
                <a:lnTo>
                  <a:pt x="2152482" y="2120992"/>
                </a:lnTo>
                <a:lnTo>
                  <a:pt x="2171694" y="2129345"/>
                </a:lnTo>
                <a:lnTo>
                  <a:pt x="2152677" y="2120992"/>
                </a:lnTo>
                <a:close/>
              </a:path>
              <a:path w="2701925" h="2260600">
                <a:moveTo>
                  <a:pt x="2123904" y="2108293"/>
                </a:moveTo>
                <a:lnTo>
                  <a:pt x="2123653" y="2108293"/>
                </a:lnTo>
                <a:lnTo>
                  <a:pt x="2142828" y="2116666"/>
                </a:lnTo>
                <a:lnTo>
                  <a:pt x="2123904" y="2108293"/>
                </a:lnTo>
                <a:close/>
              </a:path>
              <a:path w="2701925" h="2260600">
                <a:moveTo>
                  <a:pt x="1670967" y="1803434"/>
                </a:moveTo>
                <a:lnTo>
                  <a:pt x="1670742" y="1803434"/>
                </a:lnTo>
                <a:lnTo>
                  <a:pt x="1671181" y="1803695"/>
                </a:lnTo>
                <a:lnTo>
                  <a:pt x="1670967" y="1803434"/>
                </a:lnTo>
                <a:close/>
              </a:path>
              <a:path w="2701925" h="2260600">
                <a:moveTo>
                  <a:pt x="1611023" y="1739938"/>
                </a:moveTo>
                <a:lnTo>
                  <a:pt x="1610800" y="1739938"/>
                </a:lnTo>
                <a:lnTo>
                  <a:pt x="1611230" y="1740215"/>
                </a:lnTo>
                <a:lnTo>
                  <a:pt x="1611023" y="1739938"/>
                </a:lnTo>
                <a:close/>
              </a:path>
              <a:path w="2701925" h="2260600">
                <a:moveTo>
                  <a:pt x="1539776" y="1651044"/>
                </a:moveTo>
                <a:lnTo>
                  <a:pt x="1539553" y="1651044"/>
                </a:lnTo>
                <a:lnTo>
                  <a:pt x="1539983" y="1651368"/>
                </a:lnTo>
                <a:lnTo>
                  <a:pt x="1539776" y="1651044"/>
                </a:lnTo>
                <a:close/>
              </a:path>
              <a:path w="2701925" h="2260600">
                <a:moveTo>
                  <a:pt x="1177820" y="685423"/>
                </a:moveTo>
                <a:lnTo>
                  <a:pt x="1193673" y="711200"/>
                </a:lnTo>
                <a:lnTo>
                  <a:pt x="1208531" y="736600"/>
                </a:lnTo>
                <a:lnTo>
                  <a:pt x="1208277" y="736600"/>
                </a:lnTo>
                <a:lnTo>
                  <a:pt x="1222502" y="762000"/>
                </a:lnTo>
                <a:lnTo>
                  <a:pt x="1222248" y="762000"/>
                </a:lnTo>
                <a:lnTo>
                  <a:pt x="1235836" y="787400"/>
                </a:lnTo>
                <a:lnTo>
                  <a:pt x="1235582" y="787400"/>
                </a:lnTo>
                <a:lnTo>
                  <a:pt x="1248282" y="812800"/>
                </a:lnTo>
                <a:lnTo>
                  <a:pt x="1258125" y="833966"/>
                </a:lnTo>
                <a:lnTo>
                  <a:pt x="1271015" y="863600"/>
                </a:lnTo>
                <a:lnTo>
                  <a:pt x="1281302" y="889000"/>
                </a:lnTo>
                <a:lnTo>
                  <a:pt x="1281176" y="876300"/>
                </a:lnTo>
                <a:lnTo>
                  <a:pt x="1307719" y="876300"/>
                </a:lnTo>
                <a:lnTo>
                  <a:pt x="1297177" y="850900"/>
                </a:lnTo>
                <a:lnTo>
                  <a:pt x="1273682" y="800100"/>
                </a:lnTo>
                <a:lnTo>
                  <a:pt x="1247139" y="749300"/>
                </a:lnTo>
                <a:lnTo>
                  <a:pt x="1217676" y="698500"/>
                </a:lnTo>
                <a:lnTo>
                  <a:pt x="1209738" y="685800"/>
                </a:lnTo>
                <a:lnTo>
                  <a:pt x="1178305" y="685800"/>
                </a:lnTo>
                <a:lnTo>
                  <a:pt x="1177820" y="685423"/>
                </a:lnTo>
                <a:close/>
              </a:path>
              <a:path w="2701925" h="2260600">
                <a:moveTo>
                  <a:pt x="1109234" y="596572"/>
                </a:moveTo>
                <a:lnTo>
                  <a:pt x="1127886" y="622300"/>
                </a:lnTo>
                <a:lnTo>
                  <a:pt x="1127632" y="622300"/>
                </a:lnTo>
                <a:lnTo>
                  <a:pt x="1145285" y="647700"/>
                </a:lnTo>
                <a:lnTo>
                  <a:pt x="1145031" y="647700"/>
                </a:lnTo>
                <a:lnTo>
                  <a:pt x="1162455" y="673513"/>
                </a:lnTo>
                <a:lnTo>
                  <a:pt x="1178305" y="685800"/>
                </a:lnTo>
                <a:lnTo>
                  <a:pt x="1209738" y="685800"/>
                </a:lnTo>
                <a:lnTo>
                  <a:pt x="1201877" y="673222"/>
                </a:lnTo>
                <a:lnTo>
                  <a:pt x="1185163" y="647700"/>
                </a:lnTo>
                <a:lnTo>
                  <a:pt x="1167891" y="622300"/>
                </a:lnTo>
                <a:lnTo>
                  <a:pt x="1150111" y="609600"/>
                </a:lnTo>
                <a:lnTo>
                  <a:pt x="1140840" y="596900"/>
                </a:lnTo>
                <a:lnTo>
                  <a:pt x="1109726" y="596900"/>
                </a:lnTo>
                <a:lnTo>
                  <a:pt x="1109234" y="596572"/>
                </a:lnTo>
                <a:close/>
              </a:path>
              <a:path w="2701925" h="2260600">
                <a:moveTo>
                  <a:pt x="1051061" y="533092"/>
                </a:moveTo>
                <a:lnTo>
                  <a:pt x="1071499" y="558800"/>
                </a:lnTo>
                <a:lnTo>
                  <a:pt x="1091194" y="584545"/>
                </a:lnTo>
                <a:lnTo>
                  <a:pt x="1109726" y="596900"/>
                </a:lnTo>
                <a:lnTo>
                  <a:pt x="1140840" y="596900"/>
                </a:lnTo>
                <a:lnTo>
                  <a:pt x="1131655" y="584317"/>
                </a:lnTo>
                <a:lnTo>
                  <a:pt x="1112392" y="558800"/>
                </a:lnTo>
                <a:lnTo>
                  <a:pt x="1092580" y="533400"/>
                </a:lnTo>
                <a:lnTo>
                  <a:pt x="1051559" y="533400"/>
                </a:lnTo>
                <a:lnTo>
                  <a:pt x="1051061" y="533092"/>
                </a:lnTo>
                <a:close/>
              </a:path>
              <a:path w="2701925" h="2260600">
                <a:moveTo>
                  <a:pt x="1008990" y="494514"/>
                </a:moveTo>
                <a:lnTo>
                  <a:pt x="1030985" y="520700"/>
                </a:lnTo>
                <a:lnTo>
                  <a:pt x="1051559" y="533400"/>
                </a:lnTo>
                <a:lnTo>
                  <a:pt x="1092580" y="533400"/>
                </a:lnTo>
                <a:lnTo>
                  <a:pt x="1072133" y="520700"/>
                </a:lnTo>
                <a:lnTo>
                  <a:pt x="1051178" y="495300"/>
                </a:lnTo>
                <a:lnTo>
                  <a:pt x="1009903" y="495300"/>
                </a:lnTo>
                <a:lnTo>
                  <a:pt x="1008990" y="494514"/>
                </a:lnTo>
                <a:close/>
              </a:path>
              <a:path w="2701925" h="2260600">
                <a:moveTo>
                  <a:pt x="490854" y="165100"/>
                </a:moveTo>
                <a:lnTo>
                  <a:pt x="549528" y="190500"/>
                </a:lnTo>
                <a:lnTo>
                  <a:pt x="549147" y="190500"/>
                </a:lnTo>
                <a:lnTo>
                  <a:pt x="606678" y="215900"/>
                </a:lnTo>
                <a:lnTo>
                  <a:pt x="606297" y="215900"/>
                </a:lnTo>
                <a:lnTo>
                  <a:pt x="662813" y="241300"/>
                </a:lnTo>
                <a:lnTo>
                  <a:pt x="662304" y="241300"/>
                </a:lnTo>
                <a:lnTo>
                  <a:pt x="717422" y="279400"/>
                </a:lnTo>
                <a:lnTo>
                  <a:pt x="716914" y="279400"/>
                </a:lnTo>
                <a:lnTo>
                  <a:pt x="770508" y="304800"/>
                </a:lnTo>
                <a:lnTo>
                  <a:pt x="770127" y="304800"/>
                </a:lnTo>
                <a:lnTo>
                  <a:pt x="822197" y="342900"/>
                </a:lnTo>
                <a:lnTo>
                  <a:pt x="821689" y="342900"/>
                </a:lnTo>
                <a:lnTo>
                  <a:pt x="871981" y="381000"/>
                </a:lnTo>
                <a:lnTo>
                  <a:pt x="871601" y="381000"/>
                </a:lnTo>
                <a:lnTo>
                  <a:pt x="919987" y="419100"/>
                </a:lnTo>
                <a:lnTo>
                  <a:pt x="919479" y="419100"/>
                </a:lnTo>
                <a:lnTo>
                  <a:pt x="965961" y="457200"/>
                </a:lnTo>
                <a:lnTo>
                  <a:pt x="965580" y="457200"/>
                </a:lnTo>
                <a:lnTo>
                  <a:pt x="1009903" y="495300"/>
                </a:lnTo>
                <a:lnTo>
                  <a:pt x="1051178" y="495300"/>
                </a:lnTo>
                <a:lnTo>
                  <a:pt x="984630" y="431800"/>
                </a:lnTo>
                <a:lnTo>
                  <a:pt x="937767" y="393700"/>
                </a:lnTo>
                <a:lnTo>
                  <a:pt x="888872" y="355600"/>
                </a:lnTo>
                <a:lnTo>
                  <a:pt x="838072" y="317500"/>
                </a:lnTo>
                <a:lnTo>
                  <a:pt x="785494" y="279400"/>
                </a:lnTo>
                <a:lnTo>
                  <a:pt x="731392" y="254000"/>
                </a:lnTo>
                <a:lnTo>
                  <a:pt x="675766" y="215900"/>
                </a:lnTo>
                <a:lnTo>
                  <a:pt x="590000" y="177892"/>
                </a:lnTo>
                <a:lnTo>
                  <a:pt x="520661" y="177892"/>
                </a:lnTo>
                <a:lnTo>
                  <a:pt x="490854" y="165100"/>
                </a:lnTo>
                <a:close/>
              </a:path>
              <a:path w="2701925" h="2260600">
                <a:moveTo>
                  <a:pt x="471297" y="156633"/>
                </a:moveTo>
                <a:lnTo>
                  <a:pt x="520661" y="177892"/>
                </a:lnTo>
                <a:lnTo>
                  <a:pt x="590000" y="177892"/>
                </a:lnTo>
                <a:lnTo>
                  <a:pt x="560577" y="165100"/>
                </a:lnTo>
                <a:lnTo>
                  <a:pt x="491108" y="165100"/>
                </a:lnTo>
                <a:lnTo>
                  <a:pt x="471297" y="156633"/>
                </a:lnTo>
                <a:close/>
              </a:path>
              <a:path w="2701925" h="2260600">
                <a:moveTo>
                  <a:pt x="471042" y="127000"/>
                </a:moveTo>
                <a:lnTo>
                  <a:pt x="371475" y="127000"/>
                </a:lnTo>
                <a:lnTo>
                  <a:pt x="401954" y="139700"/>
                </a:lnTo>
                <a:lnTo>
                  <a:pt x="401573" y="139700"/>
                </a:lnTo>
                <a:lnTo>
                  <a:pt x="431926" y="152400"/>
                </a:lnTo>
                <a:lnTo>
                  <a:pt x="461390" y="152400"/>
                </a:lnTo>
                <a:lnTo>
                  <a:pt x="491108" y="165100"/>
                </a:lnTo>
                <a:lnTo>
                  <a:pt x="560577" y="165100"/>
                </a:lnTo>
                <a:lnTo>
                  <a:pt x="471042" y="127000"/>
                </a:lnTo>
                <a:close/>
              </a:path>
              <a:path w="2701925" h="2260600">
                <a:moveTo>
                  <a:pt x="146684" y="0"/>
                </a:moveTo>
                <a:lnTo>
                  <a:pt x="0" y="63500"/>
                </a:lnTo>
                <a:lnTo>
                  <a:pt x="138556" y="139700"/>
                </a:lnTo>
                <a:lnTo>
                  <a:pt x="141512" y="88900"/>
                </a:lnTo>
                <a:lnTo>
                  <a:pt x="127253" y="88900"/>
                </a:lnTo>
                <a:lnTo>
                  <a:pt x="129666" y="50800"/>
                </a:lnTo>
                <a:lnTo>
                  <a:pt x="143729" y="50800"/>
                </a:lnTo>
                <a:lnTo>
                  <a:pt x="146684" y="0"/>
                </a:lnTo>
                <a:close/>
              </a:path>
              <a:path w="2701925" h="2260600">
                <a:moveTo>
                  <a:pt x="348614" y="88900"/>
                </a:moveTo>
                <a:lnTo>
                  <a:pt x="218312" y="88900"/>
                </a:lnTo>
                <a:lnTo>
                  <a:pt x="249554" y="101600"/>
                </a:lnTo>
                <a:lnTo>
                  <a:pt x="279907" y="101600"/>
                </a:lnTo>
                <a:lnTo>
                  <a:pt x="310895" y="114300"/>
                </a:lnTo>
                <a:lnTo>
                  <a:pt x="310514" y="114300"/>
                </a:lnTo>
                <a:lnTo>
                  <a:pt x="341375" y="127000"/>
                </a:lnTo>
                <a:lnTo>
                  <a:pt x="440816" y="127000"/>
                </a:lnTo>
                <a:lnTo>
                  <a:pt x="348614" y="88900"/>
                </a:lnTo>
                <a:close/>
              </a:path>
              <a:path w="2701925" h="2260600">
                <a:moveTo>
                  <a:pt x="143729" y="50800"/>
                </a:moveTo>
                <a:lnTo>
                  <a:pt x="129666" y="50800"/>
                </a:lnTo>
                <a:lnTo>
                  <a:pt x="127253" y="88900"/>
                </a:lnTo>
                <a:lnTo>
                  <a:pt x="141512" y="88900"/>
                </a:lnTo>
                <a:lnTo>
                  <a:pt x="143729" y="50800"/>
                </a:lnTo>
                <a:close/>
              </a:path>
              <a:path w="2701925" h="2260600">
                <a:moveTo>
                  <a:pt x="159638" y="50800"/>
                </a:moveTo>
                <a:lnTo>
                  <a:pt x="143729" y="50800"/>
                </a:lnTo>
                <a:lnTo>
                  <a:pt x="141512" y="88900"/>
                </a:lnTo>
                <a:lnTo>
                  <a:pt x="317372" y="88900"/>
                </a:lnTo>
                <a:lnTo>
                  <a:pt x="286130" y="76200"/>
                </a:lnTo>
                <a:lnTo>
                  <a:pt x="254761" y="76200"/>
                </a:lnTo>
                <a:lnTo>
                  <a:pt x="223265" y="63500"/>
                </a:lnTo>
                <a:lnTo>
                  <a:pt x="191515" y="63500"/>
                </a:lnTo>
                <a:lnTo>
                  <a:pt x="159638" y="5080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916669" y="1537842"/>
            <a:ext cx="1557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Machine</a:t>
            </a:r>
            <a:r>
              <a:rPr dirty="0" sz="1800" spc="-85" b="1">
                <a:latin typeface="Arial"/>
                <a:cs typeface="Arial"/>
              </a:rPr>
              <a:t> </a:t>
            </a:r>
            <a:r>
              <a:rPr dirty="0" sz="1800" spc="-20" b="1">
                <a:latin typeface="Arial"/>
                <a:cs typeface="Arial"/>
              </a:rPr>
              <a:t>Code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757161" y="4998211"/>
            <a:ext cx="8007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C00000"/>
                </a:solidFill>
                <a:latin typeface="Arial"/>
                <a:cs typeface="Arial"/>
              </a:rPr>
              <a:t>resume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178288" y="3797554"/>
            <a:ext cx="9010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5" b="1">
                <a:solidFill>
                  <a:srgbClr val="C00000"/>
                </a:solidFill>
                <a:latin typeface="Arial"/>
                <a:cs typeface="Arial"/>
              </a:rPr>
              <a:t>suspend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711065" y="3223641"/>
            <a:ext cx="709930" cy="2573655"/>
            <a:chOff x="4711065" y="3223641"/>
            <a:chExt cx="709930" cy="2573655"/>
          </a:xfrm>
        </p:grpSpPr>
        <p:sp>
          <p:nvSpPr>
            <p:cNvPr id="25" name="object 25"/>
            <p:cNvSpPr/>
            <p:nvPr/>
          </p:nvSpPr>
          <p:spPr>
            <a:xfrm>
              <a:off x="4720590" y="3233166"/>
              <a:ext cx="690880" cy="2554605"/>
            </a:xfrm>
            <a:custGeom>
              <a:avLst/>
              <a:gdLst/>
              <a:ahLst/>
              <a:cxnLst/>
              <a:rect l="l" t="t" r="r" b="b"/>
              <a:pathLst>
                <a:path w="690879" h="2554604">
                  <a:moveTo>
                    <a:pt x="517779" y="0"/>
                  </a:moveTo>
                  <a:lnTo>
                    <a:pt x="172593" y="0"/>
                  </a:lnTo>
                  <a:lnTo>
                    <a:pt x="172593" y="2209038"/>
                  </a:lnTo>
                  <a:lnTo>
                    <a:pt x="0" y="2209038"/>
                  </a:lnTo>
                  <a:lnTo>
                    <a:pt x="345186" y="2554224"/>
                  </a:lnTo>
                  <a:lnTo>
                    <a:pt x="690372" y="2209038"/>
                  </a:lnTo>
                  <a:lnTo>
                    <a:pt x="517779" y="2209038"/>
                  </a:lnTo>
                  <a:lnTo>
                    <a:pt x="517779" y="0"/>
                  </a:lnTo>
                  <a:close/>
                </a:path>
              </a:pathLst>
            </a:custGeom>
            <a:solidFill>
              <a:srgbClr val="84E19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720590" y="3233166"/>
              <a:ext cx="690880" cy="2554605"/>
            </a:xfrm>
            <a:custGeom>
              <a:avLst/>
              <a:gdLst/>
              <a:ahLst/>
              <a:cxnLst/>
              <a:rect l="l" t="t" r="r" b="b"/>
              <a:pathLst>
                <a:path w="690879" h="2554604">
                  <a:moveTo>
                    <a:pt x="0" y="2209038"/>
                  </a:moveTo>
                  <a:lnTo>
                    <a:pt x="172593" y="2209038"/>
                  </a:lnTo>
                  <a:lnTo>
                    <a:pt x="172593" y="0"/>
                  </a:lnTo>
                  <a:lnTo>
                    <a:pt x="517779" y="0"/>
                  </a:lnTo>
                  <a:lnTo>
                    <a:pt x="517779" y="2209038"/>
                  </a:lnTo>
                  <a:lnTo>
                    <a:pt x="690372" y="2209038"/>
                  </a:lnTo>
                  <a:lnTo>
                    <a:pt x="345186" y="2554224"/>
                  </a:lnTo>
                  <a:lnTo>
                    <a:pt x="0" y="220903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152646" y="5881827"/>
            <a:ext cx="182435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2446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solidFill>
                  <a:srgbClr val="3A7C22"/>
                </a:solidFill>
                <a:latin typeface="Arial"/>
                <a:cs typeface="Arial"/>
              </a:rPr>
              <a:t>Program</a:t>
            </a:r>
            <a:r>
              <a:rPr dirty="0" sz="1800" spc="-80" b="1">
                <a:solidFill>
                  <a:srgbClr val="3A7C22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3A7C22"/>
                </a:solidFill>
                <a:latin typeface="Arial"/>
                <a:cs typeface="Arial"/>
              </a:rPr>
              <a:t>Exit!! </a:t>
            </a:r>
            <a:r>
              <a:rPr dirty="0" sz="1800" b="1">
                <a:solidFill>
                  <a:srgbClr val="3A7C22"/>
                </a:solidFill>
                <a:latin typeface="Arial"/>
                <a:cs typeface="Arial"/>
              </a:rPr>
              <a:t>(without</a:t>
            </a:r>
            <a:r>
              <a:rPr dirty="0" sz="1800" spc="55" b="1">
                <a:solidFill>
                  <a:srgbClr val="3A7C22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3A7C22"/>
                </a:solidFill>
                <a:latin typeface="Arial"/>
                <a:cs typeface="Arial"/>
              </a:rPr>
              <a:t>a</a:t>
            </a:r>
            <a:r>
              <a:rPr dirty="0" sz="1800" spc="30" b="1">
                <a:solidFill>
                  <a:srgbClr val="3A7C22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3A7C22"/>
                </a:solidFill>
                <a:latin typeface="Arial"/>
                <a:cs typeface="Arial"/>
              </a:rPr>
              <a:t>crash)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69</a:t>
            </a:fld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01139" y="3346703"/>
            <a:ext cx="3834765" cy="19202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515"/>
              </a:spcBef>
            </a:pPr>
            <a:r>
              <a:rPr dirty="0" sz="1200" spc="-10">
                <a:latin typeface="Consolas"/>
                <a:cs typeface="Consolas"/>
              </a:rPr>
              <a:t>&lt;?php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$img1</a:t>
            </a:r>
            <a:r>
              <a:rPr dirty="0" sz="1200" spc="-4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5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imagecreatetrucolor(0xfff,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</a:t>
            </a:r>
            <a:endParaRPr sz="1200">
              <a:latin typeface="Consolas"/>
              <a:cs typeface="Consolas"/>
            </a:endParaRPr>
          </a:p>
          <a:p>
            <a:pPr marL="259079" marR="622300">
              <a:lnSpc>
                <a:spcPct val="125000"/>
              </a:lnSpc>
            </a:pPr>
            <a:r>
              <a:rPr dirty="0" sz="1200">
                <a:latin typeface="Consolas"/>
                <a:cs typeface="Consolas"/>
              </a:rPr>
              <a:t>$img2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imgcreate(0xfff,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 </a:t>
            </a:r>
            <a:r>
              <a:rPr dirty="0" sz="1200">
                <a:latin typeface="Consolas"/>
                <a:cs typeface="Consolas"/>
              </a:rPr>
              <a:t>imagecolorallocate($img2,</a:t>
            </a:r>
            <a:r>
              <a:rPr dirty="0" sz="1200" spc="-5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25">
                <a:latin typeface="Consolas"/>
                <a:cs typeface="Consolas"/>
              </a:rPr>
              <a:t>0);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200">
              <a:latin typeface="Consolas"/>
              <a:cs typeface="Consolas"/>
            </a:endParaRPr>
          </a:p>
          <a:p>
            <a:pPr marL="259079" marR="791210">
              <a:lnSpc>
                <a:spcPct val="125000"/>
              </a:lnSpc>
            </a:pPr>
            <a:r>
              <a:rPr dirty="0" sz="1200">
                <a:latin typeface="Consolas"/>
                <a:cs typeface="Consolas"/>
              </a:rPr>
              <a:t>imagesetpixel($img2,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0x80); </a:t>
            </a:r>
            <a:r>
              <a:rPr dirty="0" sz="1200">
                <a:latin typeface="Consolas"/>
                <a:cs typeface="Consolas"/>
              </a:rPr>
              <a:t>imagecolormatch($img1,</a:t>
            </a:r>
            <a:r>
              <a:rPr dirty="0" sz="1200" spc="-10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$img2);</a:t>
            </a:r>
            <a:endParaRPr sz="12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?&gt;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6476" y="3230879"/>
            <a:ext cx="3834765" cy="215201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0" tIns="6604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520"/>
              </a:spcBef>
            </a:pPr>
            <a:r>
              <a:rPr dirty="0" sz="1200" spc="-10">
                <a:latin typeface="Consolas"/>
                <a:cs typeface="Consolas"/>
              </a:rPr>
              <a:t>&lt;?php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$img1</a:t>
            </a:r>
            <a:r>
              <a:rPr dirty="0" sz="1200" spc="-4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5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imagecreatetrucolor(0xfff,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$img2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=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imgcreate(0xfff,</a:t>
            </a:r>
            <a:r>
              <a:rPr dirty="0" sz="1200" spc="-35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0xfff);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for</a:t>
            </a:r>
            <a:r>
              <a:rPr dirty="0" sz="1200" spc="-2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($i</a:t>
            </a:r>
            <a:r>
              <a:rPr dirty="0" sz="1200" spc="-20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0;</a:t>
            </a:r>
            <a:r>
              <a:rPr dirty="0" sz="1200" spc="-2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$i</a:t>
            </a:r>
            <a:r>
              <a:rPr dirty="0" sz="1200" spc="-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&lt;</a:t>
            </a:r>
            <a:r>
              <a:rPr dirty="0" sz="1200" spc="-20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255;</a:t>
            </a:r>
            <a:r>
              <a:rPr dirty="0" sz="1200" spc="-10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$i+=1)</a:t>
            </a:r>
            <a:r>
              <a:rPr dirty="0" sz="1200" spc="-20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 spc="-50">
                <a:solidFill>
                  <a:srgbClr val="C00000"/>
                </a:solidFill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42672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imagecolorallocate($img2,</a:t>
            </a:r>
            <a:r>
              <a:rPr dirty="0" sz="1200" spc="-3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0,</a:t>
            </a:r>
            <a:r>
              <a:rPr dirty="0" sz="1200" spc="-4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C00000"/>
                </a:solidFill>
                <a:latin typeface="Consolas"/>
                <a:cs typeface="Consolas"/>
              </a:rPr>
              <a:t>0,</a:t>
            </a:r>
            <a:r>
              <a:rPr dirty="0" sz="1200" spc="-35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C00000"/>
                </a:solidFill>
                <a:latin typeface="Consolas"/>
                <a:cs typeface="Consolas"/>
              </a:rPr>
              <a:t>0);</a:t>
            </a:r>
            <a:endParaRPr sz="1200">
              <a:latin typeface="Consolas"/>
              <a:cs typeface="Consolas"/>
            </a:endParaRPr>
          </a:p>
          <a:p>
            <a:pPr marL="259079"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solidFill>
                  <a:srgbClr val="C00000"/>
                </a:solidFill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  <a:p>
            <a:pPr marL="259079" marR="791210">
              <a:lnSpc>
                <a:spcPct val="125000"/>
              </a:lnSpc>
            </a:pPr>
            <a:r>
              <a:rPr dirty="0" sz="1200">
                <a:latin typeface="Consolas"/>
                <a:cs typeface="Consolas"/>
              </a:rPr>
              <a:t>imagesetpixel($img2,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3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0,</a:t>
            </a:r>
            <a:r>
              <a:rPr dirty="0" sz="1200" spc="-4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0x80); </a:t>
            </a:r>
            <a:r>
              <a:rPr dirty="0" sz="1200">
                <a:latin typeface="Consolas"/>
                <a:cs typeface="Consolas"/>
              </a:rPr>
              <a:t>imagecolormatch($img1,</a:t>
            </a:r>
            <a:r>
              <a:rPr dirty="0" sz="1200" spc="-100"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$img2);</a:t>
            </a:r>
            <a:endParaRPr sz="120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?&gt;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43169" y="4010025"/>
            <a:ext cx="1107440" cy="593725"/>
            <a:chOff x="5543169" y="4010025"/>
            <a:chExt cx="1107440" cy="593725"/>
          </a:xfrm>
        </p:grpSpPr>
        <p:sp>
          <p:nvSpPr>
            <p:cNvPr id="5" name="object 5"/>
            <p:cNvSpPr/>
            <p:nvPr/>
          </p:nvSpPr>
          <p:spPr>
            <a:xfrm>
              <a:off x="5552694" y="4019550"/>
              <a:ext cx="1088390" cy="574675"/>
            </a:xfrm>
            <a:custGeom>
              <a:avLst/>
              <a:gdLst/>
              <a:ahLst/>
              <a:cxnLst/>
              <a:rect l="l" t="t" r="r" b="b"/>
              <a:pathLst>
                <a:path w="1088390" h="574675">
                  <a:moveTo>
                    <a:pt x="800861" y="0"/>
                  </a:moveTo>
                  <a:lnTo>
                    <a:pt x="800861" y="143637"/>
                  </a:lnTo>
                  <a:lnTo>
                    <a:pt x="0" y="143637"/>
                  </a:lnTo>
                  <a:lnTo>
                    <a:pt x="0" y="430911"/>
                  </a:lnTo>
                  <a:lnTo>
                    <a:pt x="800861" y="430911"/>
                  </a:lnTo>
                  <a:lnTo>
                    <a:pt x="800861" y="574548"/>
                  </a:lnTo>
                  <a:lnTo>
                    <a:pt x="1088135" y="287274"/>
                  </a:lnTo>
                  <a:lnTo>
                    <a:pt x="800861" y="0"/>
                  </a:lnTo>
                  <a:close/>
                </a:path>
              </a:pathLst>
            </a:custGeom>
            <a:solidFill>
              <a:srgbClr val="4E94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552694" y="4019550"/>
              <a:ext cx="1088390" cy="574675"/>
            </a:xfrm>
            <a:custGeom>
              <a:avLst/>
              <a:gdLst/>
              <a:ahLst/>
              <a:cxnLst/>
              <a:rect l="l" t="t" r="r" b="b"/>
              <a:pathLst>
                <a:path w="1088390" h="574675">
                  <a:moveTo>
                    <a:pt x="0" y="143637"/>
                  </a:moveTo>
                  <a:lnTo>
                    <a:pt x="800861" y="143637"/>
                  </a:lnTo>
                  <a:lnTo>
                    <a:pt x="800861" y="0"/>
                  </a:lnTo>
                  <a:lnTo>
                    <a:pt x="1088135" y="287274"/>
                  </a:lnTo>
                  <a:lnTo>
                    <a:pt x="800861" y="574548"/>
                  </a:lnTo>
                  <a:lnTo>
                    <a:pt x="800861" y="430911"/>
                  </a:lnTo>
                  <a:lnTo>
                    <a:pt x="0" y="430911"/>
                  </a:lnTo>
                  <a:lnTo>
                    <a:pt x="0" y="143637"/>
                  </a:lnTo>
                  <a:close/>
                </a:path>
              </a:pathLst>
            </a:custGeom>
            <a:ln w="190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99538" y="1700022"/>
            <a:ext cx="7512050" cy="1221105"/>
          </a:xfrm>
          <a:prstGeom prst="rect"/>
          <a:solidFill>
            <a:srgbClr val="FBE7D0"/>
          </a:solidFill>
          <a:ln w="19050">
            <a:solidFill>
              <a:srgbClr val="042333"/>
            </a:solidFill>
          </a:ln>
        </p:spPr>
        <p:txBody>
          <a:bodyPr wrap="square" lIns="0" tIns="135890" rIns="0" bIns="0" rtlCol="0" vert="horz">
            <a:spAutoFit/>
          </a:bodyPr>
          <a:lstStyle/>
          <a:p>
            <a:pPr marL="1413510" marR="1403350" indent="504825">
              <a:lnSpc>
                <a:spcPct val="125000"/>
              </a:lnSpc>
              <a:spcBef>
                <a:spcPts val="1070"/>
              </a:spcBef>
            </a:pPr>
            <a:r>
              <a:rPr dirty="0" sz="2400"/>
              <a:t>State</a:t>
            </a:r>
            <a:r>
              <a:rPr dirty="0" sz="2400" spc="-5"/>
              <a:t> </a:t>
            </a:r>
            <a:r>
              <a:rPr dirty="0" sz="2400" spc="85"/>
              <a:t>mutation</a:t>
            </a:r>
            <a:r>
              <a:rPr dirty="0" sz="2400" spc="-35"/>
              <a:t> </a:t>
            </a:r>
            <a:r>
              <a:rPr dirty="0" sz="2400" spc="60"/>
              <a:t>can</a:t>
            </a:r>
            <a:r>
              <a:rPr dirty="0" sz="2400" spc="-5"/>
              <a:t> </a:t>
            </a:r>
            <a:r>
              <a:rPr dirty="0" sz="2400" spc="75"/>
              <a:t>obtain</a:t>
            </a:r>
            <a:r>
              <a:rPr dirty="0" sz="2400" spc="600"/>
              <a:t> </a:t>
            </a:r>
            <a:r>
              <a:rPr dirty="0" sz="2400" spc="70"/>
              <a:t>the</a:t>
            </a:r>
            <a:r>
              <a:rPr dirty="0" sz="2400" spc="60"/>
              <a:t> </a:t>
            </a:r>
            <a:r>
              <a:rPr dirty="0" sz="2400" spc="95"/>
              <a:t>root</a:t>
            </a:r>
            <a:r>
              <a:rPr dirty="0" sz="2400" spc="70"/>
              <a:t> </a:t>
            </a:r>
            <a:r>
              <a:rPr dirty="0" sz="2400"/>
              <a:t>cause</a:t>
            </a:r>
            <a:r>
              <a:rPr dirty="0" sz="2400" spc="70"/>
              <a:t> </a:t>
            </a:r>
            <a:r>
              <a:rPr dirty="0" sz="2400"/>
              <a:t>revealing</a:t>
            </a:r>
            <a:r>
              <a:rPr dirty="0" sz="2400" spc="75"/>
              <a:t> </a:t>
            </a:r>
            <a:r>
              <a:rPr dirty="0" sz="2400" spc="45"/>
              <a:t>behavior</a:t>
            </a:r>
            <a:endParaRPr sz="2400"/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69</a:t>
            </a:fld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79319" y="3446145"/>
            <a:ext cx="6830059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85"/>
              <a:t>Is</a:t>
            </a:r>
            <a:r>
              <a:rPr dirty="0" spc="-105"/>
              <a:t> </a:t>
            </a:r>
            <a:r>
              <a:rPr dirty="0" spc="100"/>
              <a:t>the</a:t>
            </a:r>
            <a:r>
              <a:rPr dirty="0" spc="-90"/>
              <a:t> </a:t>
            </a:r>
            <a:r>
              <a:rPr dirty="0" spc="60"/>
              <a:t>discovered</a:t>
            </a:r>
            <a:r>
              <a:rPr dirty="0" spc="-105"/>
              <a:t> </a:t>
            </a:r>
            <a:r>
              <a:rPr dirty="0" spc="90"/>
              <a:t>behavior</a:t>
            </a:r>
            <a:r>
              <a:rPr dirty="0" spc="-85"/>
              <a:t> </a:t>
            </a:r>
            <a:r>
              <a:rPr dirty="0" spc="80"/>
              <a:t>valid?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72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Validity</a:t>
            </a:r>
            <a:r>
              <a:rPr dirty="0" spc="-80"/>
              <a:t> </a:t>
            </a:r>
            <a:r>
              <a:rPr dirty="0" spc="11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64726"/>
            <a:ext cx="7210425" cy="129794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algn="r" marL="226695" marR="2393950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 sz="2000">
                <a:latin typeface="Tahoma"/>
                <a:cs typeface="Tahoma"/>
              </a:rPr>
              <a:t>Typical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 spc="65">
                <a:latin typeface="Tahoma"/>
                <a:cs typeface="Tahoma"/>
              </a:rPr>
              <a:t>Fuzzing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(e.g.,</a:t>
            </a:r>
            <a:r>
              <a:rPr dirty="0" sz="2000" spc="-35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AFL,</a:t>
            </a:r>
            <a:r>
              <a:rPr dirty="0" sz="2000" spc="-2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libfuzzer,</a:t>
            </a:r>
            <a:r>
              <a:rPr dirty="0" sz="2000" spc="-20">
                <a:latin typeface="Tahoma"/>
                <a:cs typeface="Tahoma"/>
              </a:rPr>
              <a:t> ...)</a:t>
            </a:r>
            <a:endParaRPr sz="2000">
              <a:latin typeface="Tahoma"/>
              <a:cs typeface="Tahoma"/>
            </a:endParaRPr>
          </a:p>
          <a:p>
            <a:pPr algn="r" lvl="1" marL="227965" marR="237299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for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bug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(vulnerability)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discovery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must</a:t>
            </a:r>
            <a:r>
              <a:rPr dirty="0" sz="1800" spc="10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*validate*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reachability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of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discovered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behaviors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Validity</a:t>
            </a:r>
            <a:r>
              <a:rPr dirty="0" spc="-80"/>
              <a:t> </a:t>
            </a:r>
            <a:r>
              <a:rPr dirty="0" spc="11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2170938" y="2564638"/>
            <a:ext cx="5922645" cy="1022350"/>
          </a:xfrm>
          <a:custGeom>
            <a:avLst/>
            <a:gdLst/>
            <a:ahLst/>
            <a:cxnLst/>
            <a:rect l="l" t="t" r="r" b="b"/>
            <a:pathLst>
              <a:path w="5922645" h="1022350">
                <a:moveTo>
                  <a:pt x="0" y="425196"/>
                </a:moveTo>
                <a:lnTo>
                  <a:pt x="9384" y="378735"/>
                </a:lnTo>
                <a:lnTo>
                  <a:pt x="34972" y="340788"/>
                </a:lnTo>
                <a:lnTo>
                  <a:pt x="72919" y="315200"/>
                </a:lnTo>
                <a:lnTo>
                  <a:pt x="119380" y="305815"/>
                </a:lnTo>
                <a:lnTo>
                  <a:pt x="3454654" y="305815"/>
                </a:lnTo>
                <a:lnTo>
                  <a:pt x="3052317" y="0"/>
                </a:lnTo>
                <a:lnTo>
                  <a:pt x="4935220" y="305815"/>
                </a:lnTo>
                <a:lnTo>
                  <a:pt x="5802884" y="305815"/>
                </a:lnTo>
                <a:lnTo>
                  <a:pt x="5849344" y="315200"/>
                </a:lnTo>
                <a:lnTo>
                  <a:pt x="5887291" y="340788"/>
                </a:lnTo>
                <a:lnTo>
                  <a:pt x="5912879" y="378735"/>
                </a:lnTo>
                <a:lnTo>
                  <a:pt x="5922264" y="425196"/>
                </a:lnTo>
                <a:lnTo>
                  <a:pt x="5922264" y="604265"/>
                </a:lnTo>
                <a:lnTo>
                  <a:pt x="5922264" y="902715"/>
                </a:lnTo>
                <a:lnTo>
                  <a:pt x="5912879" y="949176"/>
                </a:lnTo>
                <a:lnTo>
                  <a:pt x="5887291" y="987123"/>
                </a:lnTo>
                <a:lnTo>
                  <a:pt x="5849344" y="1012711"/>
                </a:lnTo>
                <a:lnTo>
                  <a:pt x="5802884" y="1022096"/>
                </a:lnTo>
                <a:lnTo>
                  <a:pt x="4935220" y="1022096"/>
                </a:lnTo>
                <a:lnTo>
                  <a:pt x="3454654" y="1022096"/>
                </a:lnTo>
                <a:lnTo>
                  <a:pt x="119380" y="1022096"/>
                </a:lnTo>
                <a:lnTo>
                  <a:pt x="72919" y="1012711"/>
                </a:lnTo>
                <a:lnTo>
                  <a:pt x="34972" y="987123"/>
                </a:lnTo>
                <a:lnTo>
                  <a:pt x="9384" y="949176"/>
                </a:lnTo>
                <a:lnTo>
                  <a:pt x="0" y="902715"/>
                </a:lnTo>
                <a:lnTo>
                  <a:pt x="0" y="604265"/>
                </a:lnTo>
                <a:lnTo>
                  <a:pt x="0" y="425196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3830" rIns="0" bIns="0" rtlCol="0" vert="horz">
            <a:spAutoFit/>
          </a:bodyPr>
          <a:lstStyle/>
          <a:p>
            <a:pPr algn="r" marL="226695" marR="2393950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/>
              <a:t>Typical</a:t>
            </a:r>
            <a:r>
              <a:rPr dirty="0" spc="10"/>
              <a:t> </a:t>
            </a:r>
            <a:r>
              <a:rPr dirty="0" spc="65"/>
              <a:t>Fuzzing</a:t>
            </a:r>
            <a:r>
              <a:rPr dirty="0" spc="-20"/>
              <a:t> </a:t>
            </a:r>
            <a:r>
              <a:rPr dirty="0"/>
              <a:t>(e.g.,</a:t>
            </a:r>
            <a:r>
              <a:rPr dirty="0" spc="-35"/>
              <a:t> </a:t>
            </a:r>
            <a:r>
              <a:rPr dirty="0"/>
              <a:t>AFL,</a:t>
            </a:r>
            <a:r>
              <a:rPr dirty="0" spc="-25"/>
              <a:t> </a:t>
            </a:r>
            <a:r>
              <a:rPr dirty="0" spc="55"/>
              <a:t>libfuzzer,</a:t>
            </a:r>
            <a:r>
              <a:rPr dirty="0" spc="-20"/>
              <a:t> ...)</a:t>
            </a:r>
          </a:p>
          <a:p>
            <a:pPr algn="r" lvl="1" marL="227965" marR="237299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for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bug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(vulnerability)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discovery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must</a:t>
            </a:r>
            <a:r>
              <a:rPr dirty="0" sz="1800" spc="10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*validate*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reachability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of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discovered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behaviors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1800"/>
          </a:p>
          <a:p>
            <a:pPr marL="2912110" marR="460375" indent="-1226820">
              <a:lnSpc>
                <a:spcPct val="100000"/>
              </a:lnSpc>
            </a:pPr>
            <a:r>
              <a:rPr dirty="0" spc="-10" b="1">
                <a:latin typeface="Arial"/>
                <a:cs typeface="Arial"/>
              </a:rPr>
              <a:t>Unfortunately,</a:t>
            </a:r>
            <a:r>
              <a:rPr dirty="0" spc="-8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our</a:t>
            </a:r>
            <a:r>
              <a:rPr dirty="0" spc="-6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state</a:t>
            </a:r>
            <a:r>
              <a:rPr dirty="0" spc="-7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mutation</a:t>
            </a:r>
            <a:r>
              <a:rPr dirty="0" spc="-85" b="1">
                <a:latin typeface="Arial"/>
                <a:cs typeface="Arial"/>
              </a:rPr>
              <a:t> </a:t>
            </a:r>
            <a:r>
              <a:rPr dirty="0" spc="-70" b="1">
                <a:latin typeface="Arial"/>
                <a:cs typeface="Arial"/>
              </a:rPr>
              <a:t>does</a:t>
            </a:r>
            <a:r>
              <a:rPr dirty="0" spc="-65" b="1">
                <a:latin typeface="Arial"/>
                <a:cs typeface="Arial"/>
              </a:rPr>
              <a:t> </a:t>
            </a:r>
            <a:r>
              <a:rPr dirty="0" spc="-25" b="1">
                <a:latin typeface="Arial"/>
                <a:cs typeface="Arial"/>
              </a:rPr>
              <a:t>not </a:t>
            </a:r>
            <a:r>
              <a:rPr dirty="0" b="1">
                <a:latin typeface="Arial"/>
                <a:cs typeface="Arial"/>
              </a:rPr>
              <a:t>guarantee</a:t>
            </a:r>
            <a:r>
              <a:rPr dirty="0" spc="-13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reachability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72</a:t>
            </a:fld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72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Validity</a:t>
            </a:r>
            <a:r>
              <a:rPr dirty="0" spc="-80"/>
              <a:t> </a:t>
            </a:r>
            <a:r>
              <a:rPr dirty="0" spc="110"/>
              <a:t>Problem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3830" rIns="0" bIns="0" rtlCol="0" vert="horz">
            <a:spAutoFit/>
          </a:bodyPr>
          <a:lstStyle/>
          <a:p>
            <a:pPr algn="r" marL="226695" marR="2393950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/>
              <a:t>Typical</a:t>
            </a:r>
            <a:r>
              <a:rPr dirty="0" spc="10"/>
              <a:t> </a:t>
            </a:r>
            <a:r>
              <a:rPr dirty="0" spc="65"/>
              <a:t>Fuzzing</a:t>
            </a:r>
            <a:r>
              <a:rPr dirty="0" spc="-20"/>
              <a:t> </a:t>
            </a:r>
            <a:r>
              <a:rPr dirty="0"/>
              <a:t>(e.g.,</a:t>
            </a:r>
            <a:r>
              <a:rPr dirty="0" spc="-35"/>
              <a:t> </a:t>
            </a:r>
            <a:r>
              <a:rPr dirty="0"/>
              <a:t>AFL,</a:t>
            </a:r>
            <a:r>
              <a:rPr dirty="0" spc="-25"/>
              <a:t> </a:t>
            </a:r>
            <a:r>
              <a:rPr dirty="0" spc="55"/>
              <a:t>libfuzzer,</a:t>
            </a:r>
            <a:r>
              <a:rPr dirty="0" spc="-20"/>
              <a:t> ...)</a:t>
            </a:r>
          </a:p>
          <a:p>
            <a:pPr algn="r" lvl="1" marL="227965" marR="237299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for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bug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(vulnerability)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discovery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must</a:t>
            </a:r>
            <a:r>
              <a:rPr dirty="0" sz="1800" spc="10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*validate*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reachability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of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discovered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behaviors</a:t>
            </a:r>
            <a:endParaRPr sz="1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/>
          </a:p>
          <a:p>
            <a:pPr lvl="1">
              <a:lnSpc>
                <a:spcPct val="100000"/>
              </a:lnSpc>
              <a:spcBef>
                <a:spcPts val="1225"/>
              </a:spcBef>
              <a:buFont typeface="Arial MT"/>
              <a:buChar char="•"/>
            </a:pPr>
            <a:endParaRPr sz="1800"/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/>
              <a:t>Crash</a:t>
            </a:r>
            <a:r>
              <a:rPr dirty="0" spc="45"/>
              <a:t> </a:t>
            </a:r>
            <a:r>
              <a:rPr dirty="0" spc="50"/>
              <a:t>Exploration</a:t>
            </a:r>
            <a:r>
              <a:rPr dirty="0" spc="60"/>
              <a:t> </a:t>
            </a:r>
            <a:r>
              <a:rPr dirty="0"/>
              <a:t>(for</a:t>
            </a:r>
            <a:r>
              <a:rPr dirty="0" spc="40"/>
              <a:t> </a:t>
            </a:r>
            <a:r>
              <a:rPr dirty="0" spc="70"/>
              <a:t>root</a:t>
            </a:r>
            <a:r>
              <a:rPr dirty="0" spc="60"/>
              <a:t> </a:t>
            </a:r>
            <a:r>
              <a:rPr dirty="0"/>
              <a:t>cause</a:t>
            </a:r>
            <a:r>
              <a:rPr dirty="0" spc="30"/>
              <a:t> </a:t>
            </a:r>
            <a:r>
              <a:rPr dirty="0" spc="-10"/>
              <a:t>analysis)</a:t>
            </a:r>
          </a:p>
          <a:p>
            <a:pPr lvl="1" marL="697865" indent="-22796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bug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(i.e.,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crash)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already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given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95">
                <a:latin typeface="Tahoma"/>
                <a:cs typeface="Tahoma"/>
              </a:rPr>
              <a:t>What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 spc="100">
                <a:latin typeface="Tahoma"/>
                <a:cs typeface="Tahoma"/>
              </a:rPr>
              <a:t>we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need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80">
                <a:latin typeface="Tahoma"/>
                <a:cs typeface="Tahoma"/>
              </a:rPr>
              <a:t>to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extract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u="sng" sz="18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1800" spc="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crashing</a:t>
            </a:r>
            <a:r>
              <a:rPr dirty="0" u="sng" sz="18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5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condition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0"/>
              <a:t>Validity</a:t>
            </a:r>
            <a:r>
              <a:rPr dirty="0" spc="-80"/>
              <a:t> </a:t>
            </a:r>
            <a:r>
              <a:rPr dirty="0" spc="110"/>
              <a:t>Problem</a:t>
            </a:r>
          </a:p>
        </p:txBody>
      </p:sp>
      <p:sp>
        <p:nvSpPr>
          <p:cNvPr id="3" name="object 3"/>
          <p:cNvSpPr/>
          <p:nvPr/>
        </p:nvSpPr>
        <p:spPr>
          <a:xfrm>
            <a:off x="1590294" y="4524247"/>
            <a:ext cx="6224270" cy="821690"/>
          </a:xfrm>
          <a:custGeom>
            <a:avLst/>
            <a:gdLst/>
            <a:ahLst/>
            <a:cxnLst/>
            <a:rect l="l" t="t" r="r" b="b"/>
            <a:pathLst>
              <a:path w="6224270" h="821689">
                <a:moveTo>
                  <a:pt x="0" y="397001"/>
                </a:moveTo>
                <a:lnTo>
                  <a:pt x="6665" y="363976"/>
                </a:lnTo>
                <a:lnTo>
                  <a:pt x="24844" y="337010"/>
                </a:lnTo>
                <a:lnTo>
                  <a:pt x="51810" y="318831"/>
                </a:lnTo>
                <a:lnTo>
                  <a:pt x="84836" y="312165"/>
                </a:lnTo>
                <a:lnTo>
                  <a:pt x="1037336" y="312165"/>
                </a:lnTo>
                <a:lnTo>
                  <a:pt x="3104388" y="0"/>
                </a:lnTo>
                <a:lnTo>
                  <a:pt x="2593340" y="312165"/>
                </a:lnTo>
                <a:lnTo>
                  <a:pt x="6139180" y="312165"/>
                </a:lnTo>
                <a:lnTo>
                  <a:pt x="6172205" y="318831"/>
                </a:lnTo>
                <a:lnTo>
                  <a:pt x="6199171" y="337010"/>
                </a:lnTo>
                <a:lnTo>
                  <a:pt x="6217350" y="363976"/>
                </a:lnTo>
                <a:lnTo>
                  <a:pt x="6224015" y="397001"/>
                </a:lnTo>
                <a:lnTo>
                  <a:pt x="6224015" y="524256"/>
                </a:lnTo>
                <a:lnTo>
                  <a:pt x="6224015" y="736345"/>
                </a:lnTo>
                <a:lnTo>
                  <a:pt x="6217350" y="769371"/>
                </a:lnTo>
                <a:lnTo>
                  <a:pt x="6199171" y="796337"/>
                </a:lnTo>
                <a:lnTo>
                  <a:pt x="6172205" y="814516"/>
                </a:lnTo>
                <a:lnTo>
                  <a:pt x="6139180" y="821182"/>
                </a:lnTo>
                <a:lnTo>
                  <a:pt x="2593340" y="821182"/>
                </a:lnTo>
                <a:lnTo>
                  <a:pt x="1037336" y="821182"/>
                </a:lnTo>
                <a:lnTo>
                  <a:pt x="84836" y="821182"/>
                </a:lnTo>
                <a:lnTo>
                  <a:pt x="51810" y="814516"/>
                </a:lnTo>
                <a:lnTo>
                  <a:pt x="24844" y="796337"/>
                </a:lnTo>
                <a:lnTo>
                  <a:pt x="6665" y="769371"/>
                </a:lnTo>
                <a:lnTo>
                  <a:pt x="0" y="736345"/>
                </a:lnTo>
                <a:lnTo>
                  <a:pt x="0" y="524256"/>
                </a:lnTo>
                <a:lnTo>
                  <a:pt x="0" y="397001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3830" rIns="0" bIns="0" rtlCol="0" vert="horz">
            <a:spAutoFit/>
          </a:bodyPr>
          <a:lstStyle/>
          <a:p>
            <a:pPr algn="r" marL="226695" marR="2393950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26695" algn="l"/>
              </a:tabLst>
            </a:pPr>
            <a:r>
              <a:rPr dirty="0"/>
              <a:t>Typical</a:t>
            </a:r>
            <a:r>
              <a:rPr dirty="0" spc="10"/>
              <a:t> </a:t>
            </a:r>
            <a:r>
              <a:rPr dirty="0" spc="65"/>
              <a:t>Fuzzing</a:t>
            </a:r>
            <a:r>
              <a:rPr dirty="0" spc="-20"/>
              <a:t> </a:t>
            </a:r>
            <a:r>
              <a:rPr dirty="0"/>
              <a:t>(e.g.,</a:t>
            </a:r>
            <a:r>
              <a:rPr dirty="0" spc="-35"/>
              <a:t> </a:t>
            </a:r>
            <a:r>
              <a:rPr dirty="0"/>
              <a:t>AFL,</a:t>
            </a:r>
            <a:r>
              <a:rPr dirty="0" spc="-25"/>
              <a:t> </a:t>
            </a:r>
            <a:r>
              <a:rPr dirty="0" spc="55"/>
              <a:t>libfuzzer,</a:t>
            </a:r>
            <a:r>
              <a:rPr dirty="0" spc="-20"/>
              <a:t> ...)</a:t>
            </a:r>
          </a:p>
          <a:p>
            <a:pPr algn="r" lvl="1" marL="227965" marR="237299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2279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for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-3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bug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(vulnerability)</a:t>
            </a:r>
            <a:r>
              <a:rPr dirty="0" sz="1800" spc="-25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discovery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-100">
                <a:latin typeface="Tahoma"/>
                <a:cs typeface="Tahoma"/>
              </a:rPr>
              <a:t>It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must</a:t>
            </a:r>
            <a:r>
              <a:rPr dirty="0" sz="1800" spc="10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*validate*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9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reachability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of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 spc="50">
                <a:latin typeface="Tahoma"/>
                <a:cs typeface="Tahoma"/>
              </a:rPr>
              <a:t>the</a:t>
            </a:r>
            <a:r>
              <a:rPr dirty="0" sz="1800" spc="8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discovered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behaviors</a:t>
            </a:r>
            <a:endParaRPr sz="18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/>
          </a:p>
          <a:p>
            <a:pPr lvl="1">
              <a:lnSpc>
                <a:spcPct val="100000"/>
              </a:lnSpc>
              <a:spcBef>
                <a:spcPts val="1225"/>
              </a:spcBef>
              <a:buFont typeface="Arial MT"/>
              <a:buChar char="•"/>
            </a:pPr>
            <a:endParaRPr sz="1800"/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/>
              <a:t>Crash</a:t>
            </a:r>
            <a:r>
              <a:rPr dirty="0" spc="45"/>
              <a:t> </a:t>
            </a:r>
            <a:r>
              <a:rPr dirty="0" spc="50"/>
              <a:t>Exploration</a:t>
            </a:r>
            <a:r>
              <a:rPr dirty="0" spc="60"/>
              <a:t> </a:t>
            </a:r>
            <a:r>
              <a:rPr dirty="0"/>
              <a:t>(for</a:t>
            </a:r>
            <a:r>
              <a:rPr dirty="0" spc="40"/>
              <a:t> </a:t>
            </a:r>
            <a:r>
              <a:rPr dirty="0" spc="70"/>
              <a:t>root</a:t>
            </a:r>
            <a:r>
              <a:rPr dirty="0" spc="60"/>
              <a:t> </a:t>
            </a:r>
            <a:r>
              <a:rPr dirty="0"/>
              <a:t>cause</a:t>
            </a:r>
            <a:r>
              <a:rPr dirty="0" spc="30"/>
              <a:t> </a:t>
            </a:r>
            <a:r>
              <a:rPr dirty="0" spc="-10"/>
              <a:t>analysis)</a:t>
            </a:r>
          </a:p>
          <a:p>
            <a:pPr lvl="1" marL="697865" indent="-22796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The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90">
                <a:latin typeface="Tahoma"/>
                <a:cs typeface="Tahoma"/>
              </a:rPr>
              <a:t>bug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(i.e.,</a:t>
            </a:r>
            <a:r>
              <a:rPr dirty="0" sz="1800" spc="-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crash)</a:t>
            </a:r>
            <a:r>
              <a:rPr dirty="0" sz="1800" spc="-4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-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already</a:t>
            </a:r>
            <a:r>
              <a:rPr dirty="0" sz="1800" spc="-5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given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95">
                <a:latin typeface="Tahoma"/>
                <a:cs typeface="Tahoma"/>
              </a:rPr>
              <a:t>What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sz="1800" spc="100">
                <a:latin typeface="Tahoma"/>
                <a:cs typeface="Tahoma"/>
              </a:rPr>
              <a:t>we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need</a:t>
            </a:r>
            <a:r>
              <a:rPr dirty="0" sz="1800" spc="-3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is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 spc="80">
                <a:latin typeface="Tahoma"/>
                <a:cs typeface="Tahoma"/>
              </a:rPr>
              <a:t>to</a:t>
            </a:r>
            <a:r>
              <a:rPr dirty="0" sz="1800" spc="-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extract</a:t>
            </a:r>
            <a:r>
              <a:rPr dirty="0" sz="1800" spc="-10">
                <a:latin typeface="Tahoma"/>
                <a:cs typeface="Tahoma"/>
              </a:rPr>
              <a:t> </a:t>
            </a:r>
            <a:r>
              <a:rPr dirty="0" u="sng" sz="18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1800" spc="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crashing</a:t>
            </a:r>
            <a:r>
              <a:rPr dirty="0" u="sng" sz="1800" spc="-1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5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condition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800"/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800"/>
          </a:p>
          <a:p>
            <a:pPr algn="ctr" marL="358775">
              <a:lnSpc>
                <a:spcPct val="100000"/>
              </a:lnSpc>
              <a:spcBef>
                <a:spcPts val="5"/>
              </a:spcBef>
            </a:pPr>
            <a:r>
              <a:rPr dirty="0" u="sng" spc="-75" b="1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Arial"/>
                <a:cs typeface="Arial"/>
              </a:rPr>
              <a:t>preserved</a:t>
            </a:r>
            <a:r>
              <a:rPr dirty="0" spc="-45" b="1">
                <a:solidFill>
                  <a:srgbClr val="C00000"/>
                </a:solidFill>
                <a:latin typeface="Arial"/>
                <a:cs typeface="Arial"/>
              </a:rPr>
              <a:t> even</a:t>
            </a:r>
            <a:r>
              <a:rPr dirty="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C00000"/>
                </a:solidFill>
                <a:latin typeface="Arial"/>
                <a:cs typeface="Arial"/>
              </a:rPr>
              <a:t>with</a:t>
            </a:r>
            <a:r>
              <a:rPr dirty="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b="1">
                <a:solidFill>
                  <a:srgbClr val="C00000"/>
                </a:solidFill>
                <a:latin typeface="Arial"/>
                <a:cs typeface="Arial"/>
              </a:rPr>
              <a:t>our</a:t>
            </a:r>
            <a:r>
              <a:rPr dirty="0" spc="-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25" b="1">
                <a:solidFill>
                  <a:srgbClr val="C00000"/>
                </a:solidFill>
                <a:latin typeface="Arial"/>
                <a:cs typeface="Arial"/>
              </a:rPr>
              <a:t>state</a:t>
            </a:r>
            <a:r>
              <a:rPr dirty="0" spc="-3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pc="-10" b="1">
                <a:solidFill>
                  <a:srgbClr val="C00000"/>
                </a:solidFill>
                <a:latin typeface="Arial"/>
                <a:cs typeface="Arial"/>
              </a:rPr>
              <a:t>mutation!!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72</a:t>
            </a:fld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830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75"/>
              <a:t>Which</a:t>
            </a:r>
            <a:r>
              <a:rPr dirty="0" spc="-55"/>
              <a:t> </a:t>
            </a:r>
            <a:r>
              <a:rPr dirty="0"/>
              <a:t>state</a:t>
            </a:r>
            <a:r>
              <a:rPr dirty="0" spc="-40"/>
              <a:t> </a:t>
            </a:r>
            <a:r>
              <a:rPr dirty="0" spc="100"/>
              <a:t>should</a:t>
            </a:r>
            <a:r>
              <a:rPr dirty="0" spc="-15"/>
              <a:t> </a:t>
            </a:r>
            <a:r>
              <a:rPr dirty="0" spc="204"/>
              <a:t>we</a:t>
            </a:r>
            <a:r>
              <a:rPr dirty="0" spc="-55"/>
              <a:t> </a:t>
            </a:r>
            <a:r>
              <a:rPr dirty="0" spc="120"/>
              <a:t>mutate?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79167" y="3518154"/>
            <a:ext cx="8511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Tahoma"/>
                <a:cs typeface="Tahoma"/>
              </a:rPr>
              <a:t>There</a:t>
            </a:r>
            <a:r>
              <a:rPr dirty="0" sz="2400" spc="3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are</a:t>
            </a:r>
            <a:r>
              <a:rPr dirty="0" sz="2400" spc="40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tons</a:t>
            </a:r>
            <a:r>
              <a:rPr dirty="0" sz="2400" spc="15">
                <a:latin typeface="Tahoma"/>
                <a:cs typeface="Tahoma"/>
              </a:rPr>
              <a:t> </a:t>
            </a:r>
            <a:r>
              <a:rPr dirty="0" sz="2400" spc="120">
                <a:latin typeface="Tahoma"/>
                <a:cs typeface="Tahoma"/>
              </a:rPr>
              <a:t>of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states</a:t>
            </a:r>
            <a:r>
              <a:rPr dirty="0" sz="2400" spc="30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even</a:t>
            </a:r>
            <a:r>
              <a:rPr dirty="0" sz="2400" spc="35">
                <a:latin typeface="Tahoma"/>
                <a:cs typeface="Tahoma"/>
              </a:rPr>
              <a:t> </a:t>
            </a:r>
            <a:r>
              <a:rPr dirty="0" sz="2400" spc="65">
                <a:latin typeface="Tahoma"/>
                <a:cs typeface="Tahoma"/>
              </a:rPr>
              <a:t>in</a:t>
            </a:r>
            <a:r>
              <a:rPr dirty="0" sz="2400" spc="1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a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single</a:t>
            </a:r>
            <a:r>
              <a:rPr dirty="0" sz="2400" spc="25">
                <a:latin typeface="Tahoma"/>
                <a:cs typeface="Tahoma"/>
              </a:rPr>
              <a:t> </a:t>
            </a:r>
            <a:r>
              <a:rPr dirty="0" sz="2400">
                <a:latin typeface="Tahoma"/>
                <a:cs typeface="Tahoma"/>
              </a:rPr>
              <a:t>(crashing)</a:t>
            </a:r>
            <a:r>
              <a:rPr dirty="0" sz="2400" spc="15">
                <a:latin typeface="Tahoma"/>
                <a:cs typeface="Tahoma"/>
              </a:rPr>
              <a:t> </a:t>
            </a:r>
            <a:r>
              <a:rPr dirty="0" sz="2400" spc="55">
                <a:latin typeface="Tahoma"/>
                <a:cs typeface="Tahoma"/>
              </a:rPr>
              <a:t>execution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64726"/>
            <a:ext cx="6472555" cy="129794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7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</a:t>
            </a:r>
            <a:r>
              <a:rPr dirty="0" u="sng" sz="2000" spc="-4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LibFuzzer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in-</a:t>
            </a:r>
            <a:r>
              <a:rPr dirty="0" u="sng" sz="18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memory</a:t>
            </a:r>
            <a:r>
              <a:rPr dirty="0" u="sng" sz="1800" spc="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7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613908" y="3285616"/>
            <a:ext cx="706755" cy="502920"/>
            <a:chOff x="5613908" y="3285616"/>
            <a:chExt cx="706755" cy="502920"/>
          </a:xfrm>
        </p:grpSpPr>
        <p:sp>
          <p:nvSpPr>
            <p:cNvPr id="4" name="object 4"/>
            <p:cNvSpPr/>
            <p:nvPr/>
          </p:nvSpPr>
          <p:spPr>
            <a:xfrm>
              <a:off x="5623433" y="3295141"/>
              <a:ext cx="687705" cy="483870"/>
            </a:xfrm>
            <a:custGeom>
              <a:avLst/>
              <a:gdLst/>
              <a:ahLst/>
              <a:cxnLst/>
              <a:rect l="l" t="t" r="r" b="b"/>
              <a:pathLst>
                <a:path w="687704" h="483870">
                  <a:moveTo>
                    <a:pt x="81914" y="0"/>
                  </a:moveTo>
                  <a:lnTo>
                    <a:pt x="0" y="173482"/>
                  </a:lnTo>
                  <a:lnTo>
                    <a:pt x="472947" y="396875"/>
                  </a:lnTo>
                  <a:lnTo>
                    <a:pt x="432053" y="483616"/>
                  </a:lnTo>
                  <a:lnTo>
                    <a:pt x="687451" y="392049"/>
                  </a:lnTo>
                  <a:lnTo>
                    <a:pt x="595883" y="136652"/>
                  </a:lnTo>
                  <a:lnTo>
                    <a:pt x="554989" y="223393"/>
                  </a:lnTo>
                  <a:lnTo>
                    <a:pt x="81914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623433" y="3295141"/>
              <a:ext cx="687705" cy="483870"/>
            </a:xfrm>
            <a:custGeom>
              <a:avLst/>
              <a:gdLst/>
              <a:ahLst/>
              <a:cxnLst/>
              <a:rect l="l" t="t" r="r" b="b"/>
              <a:pathLst>
                <a:path w="687704" h="483870">
                  <a:moveTo>
                    <a:pt x="81914" y="0"/>
                  </a:moveTo>
                  <a:lnTo>
                    <a:pt x="554989" y="223393"/>
                  </a:lnTo>
                  <a:lnTo>
                    <a:pt x="595883" y="136652"/>
                  </a:lnTo>
                  <a:lnTo>
                    <a:pt x="687451" y="392049"/>
                  </a:lnTo>
                  <a:lnTo>
                    <a:pt x="432053" y="483616"/>
                  </a:lnTo>
                  <a:lnTo>
                    <a:pt x="472947" y="396875"/>
                  </a:lnTo>
                  <a:lnTo>
                    <a:pt x="0" y="173482"/>
                  </a:lnTo>
                  <a:lnTo>
                    <a:pt x="81914" y="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916939" y="1164726"/>
            <a:ext cx="6472555" cy="222440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7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</a:t>
            </a:r>
            <a:r>
              <a:rPr dirty="0" u="sng" sz="2000" spc="-4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LibFuzzer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in-</a:t>
            </a:r>
            <a:r>
              <a:rPr dirty="0" u="sng" sz="18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memory</a:t>
            </a:r>
            <a:r>
              <a:rPr dirty="0" u="sng" sz="1800" spc="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7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8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1800">
              <a:latin typeface="Consolas"/>
              <a:cs typeface="Consolas"/>
            </a:endParaRPr>
          </a:p>
          <a:p>
            <a:pPr marL="2752090">
              <a:lnSpc>
                <a:spcPct val="100000"/>
              </a:lnSpc>
            </a:pP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Target</a:t>
            </a:r>
            <a:r>
              <a:rPr dirty="0" sz="1800" spc="-7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Function!!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510528" y="3499103"/>
            <a:ext cx="4922520" cy="21520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515"/>
              </a:spcBef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32180">
              <a:lnSpc>
                <a:spcPct val="100000"/>
              </a:lnSpc>
              <a:spcBef>
                <a:spcPts val="365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26035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26035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95630" marR="2299335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932180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25640" y="2915411"/>
            <a:ext cx="4921250" cy="2152015"/>
          </a:xfrm>
          <a:custGeom>
            <a:avLst/>
            <a:gdLst/>
            <a:ahLst/>
            <a:cxnLst/>
            <a:rect l="l" t="t" r="r" b="b"/>
            <a:pathLst>
              <a:path w="4921250" h="2152015">
                <a:moveTo>
                  <a:pt x="0" y="2151888"/>
                </a:moveTo>
                <a:lnTo>
                  <a:pt x="4920996" y="2151888"/>
                </a:lnTo>
                <a:lnTo>
                  <a:pt x="4920996" y="0"/>
                </a:lnTo>
                <a:lnTo>
                  <a:pt x="0" y="0"/>
                </a:lnTo>
                <a:lnTo>
                  <a:pt x="0" y="215188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117333" y="3021430"/>
            <a:ext cx="2944495" cy="1981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0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 marR="414020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880669" y="3050857"/>
            <a:ext cx="4930775" cy="2160270"/>
            <a:chOff x="6880669" y="3050857"/>
            <a:chExt cx="4930775" cy="2160270"/>
          </a:xfrm>
        </p:grpSpPr>
        <p:sp>
          <p:nvSpPr>
            <p:cNvPr id="5" name="object 5"/>
            <p:cNvSpPr/>
            <p:nvPr/>
          </p:nvSpPr>
          <p:spPr>
            <a:xfrm>
              <a:off x="6885431" y="3055620"/>
              <a:ext cx="4921250" cy="2150745"/>
            </a:xfrm>
            <a:custGeom>
              <a:avLst/>
              <a:gdLst/>
              <a:ahLst/>
              <a:cxnLst/>
              <a:rect l="l" t="t" r="r" b="b"/>
              <a:pathLst>
                <a:path w="4921250" h="2150745">
                  <a:moveTo>
                    <a:pt x="4920996" y="0"/>
                  </a:moveTo>
                  <a:lnTo>
                    <a:pt x="0" y="0"/>
                  </a:lnTo>
                  <a:lnTo>
                    <a:pt x="0" y="2150363"/>
                  </a:lnTo>
                  <a:lnTo>
                    <a:pt x="4920996" y="2150363"/>
                  </a:lnTo>
                  <a:lnTo>
                    <a:pt x="4920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885431" y="3055620"/>
              <a:ext cx="4921250" cy="2150745"/>
            </a:xfrm>
            <a:custGeom>
              <a:avLst/>
              <a:gdLst/>
              <a:ahLst/>
              <a:cxnLst/>
              <a:rect l="l" t="t" r="r" b="b"/>
              <a:pathLst>
                <a:path w="4921250" h="2150745">
                  <a:moveTo>
                    <a:pt x="0" y="2150363"/>
                  </a:moveTo>
                  <a:lnTo>
                    <a:pt x="4920996" y="2150363"/>
                  </a:lnTo>
                  <a:lnTo>
                    <a:pt x="4920996" y="0"/>
                  </a:lnTo>
                  <a:lnTo>
                    <a:pt x="0" y="0"/>
                  </a:lnTo>
                  <a:lnTo>
                    <a:pt x="0" y="215036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977760" y="3160141"/>
            <a:ext cx="2944495" cy="1982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5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9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8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33528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</a:t>
            </a:r>
            <a:endParaRPr sz="1200">
              <a:latin typeface="Consolas"/>
              <a:cs typeface="Consolas"/>
            </a:endParaRPr>
          </a:p>
          <a:p>
            <a:pPr marL="502920">
              <a:lnSpc>
                <a:spcPct val="100000"/>
              </a:lnSpc>
              <a:spcBef>
                <a:spcPts val="365"/>
              </a:spcBef>
            </a:pP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59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9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916939" y="1164726"/>
            <a:ext cx="6472555" cy="1707514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7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</a:t>
            </a:r>
            <a:r>
              <a:rPr dirty="0" u="sng" sz="2000" spc="-4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LibFuzzer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in-</a:t>
            </a:r>
            <a:r>
              <a:rPr dirty="0" u="sng" sz="18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memory</a:t>
            </a:r>
            <a:r>
              <a:rPr dirty="0" u="sng" sz="1800" spc="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7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  <a:p>
            <a:pPr algn="r" marR="816610">
              <a:lnSpc>
                <a:spcPct val="100000"/>
              </a:lnSpc>
              <a:spcBef>
                <a:spcPts val="1060"/>
              </a:spcBef>
            </a:pPr>
            <a:r>
              <a:rPr dirty="0" sz="1800" spc="-10" b="1">
                <a:solidFill>
                  <a:srgbClr val="252525"/>
                </a:solidFill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91870" y="2935906"/>
            <a:ext cx="5891530" cy="2424430"/>
            <a:chOff x="5791870" y="2935906"/>
            <a:chExt cx="5891530" cy="2424430"/>
          </a:xfrm>
        </p:grpSpPr>
        <p:sp>
          <p:nvSpPr>
            <p:cNvPr id="11" name="object 11"/>
            <p:cNvSpPr/>
            <p:nvPr/>
          </p:nvSpPr>
          <p:spPr>
            <a:xfrm>
              <a:off x="5801395" y="2945431"/>
              <a:ext cx="771525" cy="693420"/>
            </a:xfrm>
            <a:custGeom>
              <a:avLst/>
              <a:gdLst/>
              <a:ahLst/>
              <a:cxnLst/>
              <a:rect l="l" t="t" r="r" b="b"/>
              <a:pathLst>
                <a:path w="771525" h="693420">
                  <a:moveTo>
                    <a:pt x="366083" y="0"/>
                  </a:moveTo>
                  <a:lnTo>
                    <a:pt x="319849" y="1423"/>
                  </a:lnTo>
                  <a:lnTo>
                    <a:pt x="273447" y="8948"/>
                  </a:lnTo>
                  <a:lnTo>
                    <a:pt x="227421" y="22812"/>
                  </a:lnTo>
                  <a:lnTo>
                    <a:pt x="183678" y="42585"/>
                  </a:lnTo>
                  <a:lnTo>
                    <a:pt x="143988" y="67323"/>
                  </a:lnTo>
                  <a:lnTo>
                    <a:pt x="108592" y="96492"/>
                  </a:lnTo>
                  <a:lnTo>
                    <a:pt x="77735" y="129558"/>
                  </a:lnTo>
                  <a:lnTo>
                    <a:pt x="51657" y="165987"/>
                  </a:lnTo>
                  <a:lnTo>
                    <a:pt x="30603" y="205247"/>
                  </a:lnTo>
                  <a:lnTo>
                    <a:pt x="14813" y="246804"/>
                  </a:lnTo>
                  <a:lnTo>
                    <a:pt x="4531" y="290123"/>
                  </a:lnTo>
                  <a:lnTo>
                    <a:pt x="0" y="334672"/>
                  </a:lnTo>
                  <a:lnTo>
                    <a:pt x="1461" y="379917"/>
                  </a:lnTo>
                  <a:lnTo>
                    <a:pt x="9157" y="425324"/>
                  </a:lnTo>
                  <a:lnTo>
                    <a:pt x="23332" y="470360"/>
                  </a:lnTo>
                  <a:lnTo>
                    <a:pt x="43542" y="513132"/>
                  </a:lnTo>
                  <a:lnTo>
                    <a:pt x="68823" y="551947"/>
                  </a:lnTo>
                  <a:lnTo>
                    <a:pt x="98629" y="586565"/>
                  </a:lnTo>
                  <a:lnTo>
                    <a:pt x="132415" y="616749"/>
                  </a:lnTo>
                  <a:lnTo>
                    <a:pt x="169638" y="642260"/>
                  </a:lnTo>
                  <a:lnTo>
                    <a:pt x="209752" y="662860"/>
                  </a:lnTo>
                  <a:lnTo>
                    <a:pt x="252213" y="678312"/>
                  </a:lnTo>
                  <a:lnTo>
                    <a:pt x="296476" y="688377"/>
                  </a:lnTo>
                  <a:lnTo>
                    <a:pt x="341997" y="692816"/>
                  </a:lnTo>
                  <a:lnTo>
                    <a:pt x="388230" y="691393"/>
                  </a:lnTo>
                  <a:lnTo>
                    <a:pt x="434633" y="683868"/>
                  </a:lnTo>
                  <a:lnTo>
                    <a:pt x="480659" y="670004"/>
                  </a:lnTo>
                  <a:lnTo>
                    <a:pt x="436336" y="556593"/>
                  </a:lnTo>
                  <a:lnTo>
                    <a:pt x="391954" y="568202"/>
                  </a:lnTo>
                  <a:lnTo>
                    <a:pt x="347386" y="571150"/>
                  </a:lnTo>
                  <a:lnTo>
                    <a:pt x="303768" y="565907"/>
                  </a:lnTo>
                  <a:lnTo>
                    <a:pt x="262235" y="552942"/>
                  </a:lnTo>
                  <a:lnTo>
                    <a:pt x="223922" y="532726"/>
                  </a:lnTo>
                  <a:lnTo>
                    <a:pt x="189966" y="505729"/>
                  </a:lnTo>
                  <a:lnTo>
                    <a:pt x="161501" y="472423"/>
                  </a:lnTo>
                  <a:lnTo>
                    <a:pt x="139664" y="433276"/>
                  </a:lnTo>
                  <a:lnTo>
                    <a:pt x="125905" y="389711"/>
                  </a:lnTo>
                  <a:lnTo>
                    <a:pt x="121537" y="345721"/>
                  </a:lnTo>
                  <a:lnTo>
                    <a:pt x="126053" y="302487"/>
                  </a:lnTo>
                  <a:lnTo>
                    <a:pt x="138949" y="261191"/>
                  </a:lnTo>
                  <a:lnTo>
                    <a:pt x="159722" y="223014"/>
                  </a:lnTo>
                  <a:lnTo>
                    <a:pt x="187866" y="189138"/>
                  </a:lnTo>
                  <a:lnTo>
                    <a:pt x="222877" y="160745"/>
                  </a:lnTo>
                  <a:lnTo>
                    <a:pt x="264251" y="139017"/>
                  </a:lnTo>
                  <a:lnTo>
                    <a:pt x="309267" y="125751"/>
                  </a:lnTo>
                  <a:lnTo>
                    <a:pt x="354728" y="121540"/>
                  </a:lnTo>
                  <a:lnTo>
                    <a:pt x="399413" y="125906"/>
                  </a:lnTo>
                  <a:lnTo>
                    <a:pt x="442098" y="138366"/>
                  </a:lnTo>
                  <a:lnTo>
                    <a:pt x="481563" y="158440"/>
                  </a:lnTo>
                  <a:lnTo>
                    <a:pt x="516586" y="185648"/>
                  </a:lnTo>
                  <a:lnTo>
                    <a:pt x="545944" y="219508"/>
                  </a:lnTo>
                  <a:lnTo>
                    <a:pt x="568416" y="259540"/>
                  </a:lnTo>
                  <a:lnTo>
                    <a:pt x="497042" y="257127"/>
                  </a:lnTo>
                  <a:lnTo>
                    <a:pt x="647156" y="356187"/>
                  </a:lnTo>
                  <a:lnTo>
                    <a:pt x="771362" y="266398"/>
                  </a:lnTo>
                  <a:lnTo>
                    <a:pt x="698083" y="263858"/>
                  </a:lnTo>
                  <a:lnTo>
                    <a:pt x="695249" y="253353"/>
                  </a:lnTo>
                  <a:lnTo>
                    <a:pt x="664537" y="179683"/>
                  </a:lnTo>
                  <a:lnTo>
                    <a:pt x="639256" y="140869"/>
                  </a:lnTo>
                  <a:lnTo>
                    <a:pt x="609451" y="106251"/>
                  </a:lnTo>
                  <a:lnTo>
                    <a:pt x="575664" y="76067"/>
                  </a:lnTo>
                  <a:lnTo>
                    <a:pt x="538442" y="50556"/>
                  </a:lnTo>
                  <a:lnTo>
                    <a:pt x="498328" y="29956"/>
                  </a:lnTo>
                  <a:lnTo>
                    <a:pt x="455867" y="14504"/>
                  </a:lnTo>
                  <a:lnTo>
                    <a:pt x="411604" y="4439"/>
                  </a:lnTo>
                  <a:lnTo>
                    <a:pt x="36608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801395" y="2945431"/>
              <a:ext cx="771525" cy="693420"/>
            </a:xfrm>
            <a:custGeom>
              <a:avLst/>
              <a:gdLst/>
              <a:ahLst/>
              <a:cxnLst/>
              <a:rect l="l" t="t" r="r" b="b"/>
              <a:pathLst>
                <a:path w="771525" h="693420">
                  <a:moveTo>
                    <a:pt x="480659" y="670004"/>
                  </a:moveTo>
                  <a:lnTo>
                    <a:pt x="434633" y="683868"/>
                  </a:lnTo>
                  <a:lnTo>
                    <a:pt x="388230" y="691393"/>
                  </a:lnTo>
                  <a:lnTo>
                    <a:pt x="341997" y="692816"/>
                  </a:lnTo>
                  <a:lnTo>
                    <a:pt x="296476" y="688377"/>
                  </a:lnTo>
                  <a:lnTo>
                    <a:pt x="252213" y="678312"/>
                  </a:lnTo>
                  <a:lnTo>
                    <a:pt x="209752" y="662860"/>
                  </a:lnTo>
                  <a:lnTo>
                    <a:pt x="169638" y="642260"/>
                  </a:lnTo>
                  <a:lnTo>
                    <a:pt x="132415" y="616749"/>
                  </a:lnTo>
                  <a:lnTo>
                    <a:pt x="98629" y="586565"/>
                  </a:lnTo>
                  <a:lnTo>
                    <a:pt x="68823" y="551947"/>
                  </a:lnTo>
                  <a:lnTo>
                    <a:pt x="43542" y="513132"/>
                  </a:lnTo>
                  <a:lnTo>
                    <a:pt x="23332" y="470360"/>
                  </a:lnTo>
                  <a:lnTo>
                    <a:pt x="9157" y="425324"/>
                  </a:lnTo>
                  <a:lnTo>
                    <a:pt x="1461" y="379917"/>
                  </a:lnTo>
                  <a:lnTo>
                    <a:pt x="0" y="334672"/>
                  </a:lnTo>
                  <a:lnTo>
                    <a:pt x="4531" y="290123"/>
                  </a:lnTo>
                  <a:lnTo>
                    <a:pt x="14813" y="246804"/>
                  </a:lnTo>
                  <a:lnTo>
                    <a:pt x="30603" y="205247"/>
                  </a:lnTo>
                  <a:lnTo>
                    <a:pt x="51657" y="165987"/>
                  </a:lnTo>
                  <a:lnTo>
                    <a:pt x="77735" y="129558"/>
                  </a:lnTo>
                  <a:lnTo>
                    <a:pt x="108592" y="96492"/>
                  </a:lnTo>
                  <a:lnTo>
                    <a:pt x="143988" y="67323"/>
                  </a:lnTo>
                  <a:lnTo>
                    <a:pt x="183678" y="42585"/>
                  </a:lnTo>
                  <a:lnTo>
                    <a:pt x="227421" y="22812"/>
                  </a:lnTo>
                  <a:lnTo>
                    <a:pt x="273447" y="8948"/>
                  </a:lnTo>
                  <a:lnTo>
                    <a:pt x="319849" y="1423"/>
                  </a:lnTo>
                  <a:lnTo>
                    <a:pt x="366083" y="0"/>
                  </a:lnTo>
                  <a:lnTo>
                    <a:pt x="411604" y="4439"/>
                  </a:lnTo>
                  <a:lnTo>
                    <a:pt x="455867" y="14504"/>
                  </a:lnTo>
                  <a:lnTo>
                    <a:pt x="498328" y="29956"/>
                  </a:lnTo>
                  <a:lnTo>
                    <a:pt x="538442" y="50556"/>
                  </a:lnTo>
                  <a:lnTo>
                    <a:pt x="575664" y="76067"/>
                  </a:lnTo>
                  <a:lnTo>
                    <a:pt x="609451" y="106251"/>
                  </a:lnTo>
                  <a:lnTo>
                    <a:pt x="639256" y="140869"/>
                  </a:lnTo>
                  <a:lnTo>
                    <a:pt x="664537" y="179683"/>
                  </a:lnTo>
                  <a:lnTo>
                    <a:pt x="684748" y="222456"/>
                  </a:lnTo>
                  <a:lnTo>
                    <a:pt x="698083" y="263858"/>
                  </a:lnTo>
                  <a:lnTo>
                    <a:pt x="771362" y="266398"/>
                  </a:lnTo>
                  <a:lnTo>
                    <a:pt x="647156" y="356187"/>
                  </a:lnTo>
                  <a:lnTo>
                    <a:pt x="497042" y="257127"/>
                  </a:lnTo>
                  <a:lnTo>
                    <a:pt x="568416" y="259540"/>
                  </a:lnTo>
                  <a:lnTo>
                    <a:pt x="545944" y="219508"/>
                  </a:lnTo>
                  <a:lnTo>
                    <a:pt x="516586" y="185648"/>
                  </a:lnTo>
                  <a:lnTo>
                    <a:pt x="481563" y="158440"/>
                  </a:lnTo>
                  <a:lnTo>
                    <a:pt x="442098" y="138366"/>
                  </a:lnTo>
                  <a:lnTo>
                    <a:pt x="399413" y="125906"/>
                  </a:lnTo>
                  <a:lnTo>
                    <a:pt x="354728" y="121540"/>
                  </a:lnTo>
                  <a:lnTo>
                    <a:pt x="309267" y="125751"/>
                  </a:lnTo>
                  <a:lnTo>
                    <a:pt x="264251" y="139017"/>
                  </a:lnTo>
                  <a:lnTo>
                    <a:pt x="222877" y="160745"/>
                  </a:lnTo>
                  <a:lnTo>
                    <a:pt x="187866" y="189138"/>
                  </a:lnTo>
                  <a:lnTo>
                    <a:pt x="159722" y="223014"/>
                  </a:lnTo>
                  <a:lnTo>
                    <a:pt x="138949" y="261191"/>
                  </a:lnTo>
                  <a:lnTo>
                    <a:pt x="126053" y="302487"/>
                  </a:lnTo>
                  <a:lnTo>
                    <a:pt x="121537" y="345721"/>
                  </a:lnTo>
                  <a:lnTo>
                    <a:pt x="125905" y="389711"/>
                  </a:lnTo>
                  <a:lnTo>
                    <a:pt x="139664" y="433276"/>
                  </a:lnTo>
                  <a:lnTo>
                    <a:pt x="161501" y="472423"/>
                  </a:lnTo>
                  <a:lnTo>
                    <a:pt x="189966" y="505729"/>
                  </a:lnTo>
                  <a:lnTo>
                    <a:pt x="223922" y="532726"/>
                  </a:lnTo>
                  <a:lnTo>
                    <a:pt x="262235" y="552942"/>
                  </a:lnTo>
                  <a:lnTo>
                    <a:pt x="303768" y="565907"/>
                  </a:lnTo>
                  <a:lnTo>
                    <a:pt x="347386" y="571150"/>
                  </a:lnTo>
                  <a:lnTo>
                    <a:pt x="391954" y="568202"/>
                  </a:lnTo>
                  <a:lnTo>
                    <a:pt x="436336" y="556593"/>
                  </a:lnTo>
                  <a:lnTo>
                    <a:pt x="480659" y="67000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757416" y="3203448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4920996" y="0"/>
                  </a:moveTo>
                  <a:lnTo>
                    <a:pt x="0" y="0"/>
                  </a:lnTo>
                  <a:lnTo>
                    <a:pt x="0" y="2151888"/>
                  </a:lnTo>
                  <a:lnTo>
                    <a:pt x="4920996" y="2151888"/>
                  </a:lnTo>
                  <a:lnTo>
                    <a:pt x="4920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757416" y="3203448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0" y="2151888"/>
                  </a:moveTo>
                  <a:lnTo>
                    <a:pt x="4920996" y="2151888"/>
                  </a:lnTo>
                  <a:lnTo>
                    <a:pt x="4920996" y="0"/>
                  </a:lnTo>
                  <a:lnTo>
                    <a:pt x="0" y="0"/>
                  </a:lnTo>
                  <a:lnTo>
                    <a:pt x="0" y="21518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849109" y="3308450"/>
            <a:ext cx="2944495" cy="1981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0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59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 marR="414020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636829" y="3346513"/>
            <a:ext cx="4930775" cy="2161540"/>
            <a:chOff x="6636829" y="3346513"/>
            <a:chExt cx="4930775" cy="2161540"/>
          </a:xfrm>
        </p:grpSpPr>
        <p:sp>
          <p:nvSpPr>
            <p:cNvPr id="17" name="object 17"/>
            <p:cNvSpPr/>
            <p:nvPr/>
          </p:nvSpPr>
          <p:spPr>
            <a:xfrm>
              <a:off x="6641592" y="3351276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4920996" y="0"/>
                  </a:moveTo>
                  <a:lnTo>
                    <a:pt x="0" y="0"/>
                  </a:lnTo>
                  <a:lnTo>
                    <a:pt x="0" y="2151888"/>
                  </a:lnTo>
                  <a:lnTo>
                    <a:pt x="4920996" y="2151888"/>
                  </a:lnTo>
                  <a:lnTo>
                    <a:pt x="4920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641592" y="3351276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0" y="2151888"/>
                  </a:moveTo>
                  <a:lnTo>
                    <a:pt x="4920996" y="2151888"/>
                  </a:lnTo>
                  <a:lnTo>
                    <a:pt x="4920996" y="0"/>
                  </a:lnTo>
                  <a:lnTo>
                    <a:pt x="0" y="0"/>
                  </a:lnTo>
                  <a:lnTo>
                    <a:pt x="0" y="21518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733285" y="3456659"/>
            <a:ext cx="2944495" cy="1981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0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 marR="414020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510528" y="3499103"/>
            <a:ext cx="4922520" cy="2152015"/>
          </a:xfrm>
          <a:custGeom>
            <a:avLst/>
            <a:gdLst/>
            <a:ahLst/>
            <a:cxnLst/>
            <a:rect l="l" t="t" r="r" b="b"/>
            <a:pathLst>
              <a:path w="4922520" h="2152015">
                <a:moveTo>
                  <a:pt x="4922520" y="0"/>
                </a:moveTo>
                <a:lnTo>
                  <a:pt x="0" y="0"/>
                </a:lnTo>
                <a:lnTo>
                  <a:pt x="0" y="2151888"/>
                </a:lnTo>
                <a:lnTo>
                  <a:pt x="4922520" y="2151888"/>
                </a:lnTo>
                <a:lnTo>
                  <a:pt x="4922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510528" y="3499103"/>
            <a:ext cx="4922520" cy="21520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515"/>
              </a:spcBef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32180">
              <a:lnSpc>
                <a:spcPct val="100000"/>
              </a:lnSpc>
              <a:spcBef>
                <a:spcPts val="365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26035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26035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95630" marR="2299335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932180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64726"/>
            <a:ext cx="6472555" cy="1707514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7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</a:t>
            </a:r>
            <a:r>
              <a:rPr dirty="0" u="sng" sz="2000" spc="-4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2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LibFuzzer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0">
                <a:latin typeface="Tahoma"/>
                <a:cs typeface="Tahoma"/>
              </a:rPr>
              <a:t> </a:t>
            </a:r>
            <a:r>
              <a:rPr dirty="0" u="sng" sz="180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in-</a:t>
            </a:r>
            <a:r>
              <a:rPr dirty="0" u="sng" sz="1800" spc="5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memory</a:t>
            </a:r>
            <a:r>
              <a:rPr dirty="0" u="sng" sz="1800" spc="35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7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  <a:p>
            <a:pPr algn="r" marR="816610">
              <a:lnSpc>
                <a:spcPct val="100000"/>
              </a:lnSpc>
              <a:spcBef>
                <a:spcPts val="1060"/>
              </a:spcBef>
            </a:pPr>
            <a:r>
              <a:rPr dirty="0" sz="1800" spc="-10" b="1">
                <a:solidFill>
                  <a:srgbClr val="252525"/>
                </a:solidFill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58661" y="3838194"/>
            <a:ext cx="399415" cy="1551940"/>
          </a:xfrm>
          <a:custGeom>
            <a:avLst/>
            <a:gdLst/>
            <a:ahLst/>
            <a:cxnLst/>
            <a:rect l="l" t="t" r="r" b="b"/>
            <a:pathLst>
              <a:path w="399414" h="1551939">
                <a:moveTo>
                  <a:pt x="399288" y="1551431"/>
                </a:moveTo>
                <a:lnTo>
                  <a:pt x="346223" y="1545869"/>
                </a:lnTo>
                <a:lnTo>
                  <a:pt x="298534" y="1530171"/>
                </a:lnTo>
                <a:lnTo>
                  <a:pt x="258127" y="1505823"/>
                </a:lnTo>
                <a:lnTo>
                  <a:pt x="226906" y="1474310"/>
                </a:lnTo>
                <a:lnTo>
                  <a:pt x="206777" y="1437117"/>
                </a:lnTo>
                <a:lnTo>
                  <a:pt x="199643" y="1395729"/>
                </a:lnTo>
                <a:lnTo>
                  <a:pt x="199643" y="933830"/>
                </a:lnTo>
                <a:lnTo>
                  <a:pt x="192510" y="892443"/>
                </a:lnTo>
                <a:lnTo>
                  <a:pt x="172381" y="855250"/>
                </a:lnTo>
                <a:lnTo>
                  <a:pt x="141160" y="823737"/>
                </a:lnTo>
                <a:lnTo>
                  <a:pt x="100753" y="799389"/>
                </a:lnTo>
                <a:lnTo>
                  <a:pt x="53064" y="783691"/>
                </a:lnTo>
                <a:lnTo>
                  <a:pt x="0" y="778128"/>
                </a:lnTo>
                <a:lnTo>
                  <a:pt x="53064" y="772565"/>
                </a:lnTo>
                <a:lnTo>
                  <a:pt x="100753" y="756863"/>
                </a:lnTo>
                <a:lnTo>
                  <a:pt x="141160" y="732504"/>
                </a:lnTo>
                <a:lnTo>
                  <a:pt x="172381" y="700969"/>
                </a:lnTo>
                <a:lnTo>
                  <a:pt x="192510" y="663740"/>
                </a:lnTo>
                <a:lnTo>
                  <a:pt x="199643" y="622299"/>
                </a:lnTo>
                <a:lnTo>
                  <a:pt x="199643" y="155701"/>
                </a:lnTo>
                <a:lnTo>
                  <a:pt x="206777" y="114314"/>
                </a:lnTo>
                <a:lnTo>
                  <a:pt x="226906" y="77121"/>
                </a:lnTo>
                <a:lnTo>
                  <a:pt x="258127" y="45608"/>
                </a:lnTo>
                <a:lnTo>
                  <a:pt x="298534" y="21260"/>
                </a:lnTo>
                <a:lnTo>
                  <a:pt x="346223" y="5562"/>
                </a:lnTo>
                <a:lnTo>
                  <a:pt x="399288" y="0"/>
                </a:lnTo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969258" y="4338954"/>
            <a:ext cx="204660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18135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solidFill>
                  <a:srgbClr val="C00000"/>
                </a:solidFill>
                <a:latin typeface="Arial"/>
                <a:cs typeface="Arial"/>
              </a:rPr>
              <a:t>Select</a:t>
            </a:r>
            <a:r>
              <a:rPr dirty="0" sz="1800" spc="-4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dirty="0" sz="1800" spc="-2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state </a:t>
            </a:r>
            <a:r>
              <a:rPr dirty="0" sz="1800" b="1">
                <a:solidFill>
                  <a:srgbClr val="C00000"/>
                </a:solidFill>
                <a:latin typeface="Arial"/>
                <a:cs typeface="Arial"/>
              </a:rPr>
              <a:t>within the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800" spc="-20" b="1">
                <a:solidFill>
                  <a:srgbClr val="C00000"/>
                </a:solidFill>
                <a:latin typeface="Arial"/>
                <a:cs typeface="Arial"/>
              </a:rPr>
              <a:t>function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791870" y="2910649"/>
            <a:ext cx="6160135" cy="2161540"/>
            <a:chOff x="5791870" y="2910649"/>
            <a:chExt cx="6160135" cy="2161540"/>
          </a:xfrm>
        </p:grpSpPr>
        <p:sp>
          <p:nvSpPr>
            <p:cNvPr id="7" name="object 7"/>
            <p:cNvSpPr/>
            <p:nvPr/>
          </p:nvSpPr>
          <p:spPr>
            <a:xfrm>
              <a:off x="5801395" y="2945431"/>
              <a:ext cx="771525" cy="693420"/>
            </a:xfrm>
            <a:custGeom>
              <a:avLst/>
              <a:gdLst/>
              <a:ahLst/>
              <a:cxnLst/>
              <a:rect l="l" t="t" r="r" b="b"/>
              <a:pathLst>
                <a:path w="771525" h="693420">
                  <a:moveTo>
                    <a:pt x="366083" y="0"/>
                  </a:moveTo>
                  <a:lnTo>
                    <a:pt x="319849" y="1423"/>
                  </a:lnTo>
                  <a:lnTo>
                    <a:pt x="273447" y="8948"/>
                  </a:lnTo>
                  <a:lnTo>
                    <a:pt x="227421" y="22812"/>
                  </a:lnTo>
                  <a:lnTo>
                    <a:pt x="183678" y="42585"/>
                  </a:lnTo>
                  <a:lnTo>
                    <a:pt x="143988" y="67323"/>
                  </a:lnTo>
                  <a:lnTo>
                    <a:pt x="108592" y="96492"/>
                  </a:lnTo>
                  <a:lnTo>
                    <a:pt x="77735" y="129558"/>
                  </a:lnTo>
                  <a:lnTo>
                    <a:pt x="51657" y="165987"/>
                  </a:lnTo>
                  <a:lnTo>
                    <a:pt x="30603" y="205247"/>
                  </a:lnTo>
                  <a:lnTo>
                    <a:pt x="14813" y="246804"/>
                  </a:lnTo>
                  <a:lnTo>
                    <a:pt x="4531" y="290123"/>
                  </a:lnTo>
                  <a:lnTo>
                    <a:pt x="0" y="334672"/>
                  </a:lnTo>
                  <a:lnTo>
                    <a:pt x="1461" y="379917"/>
                  </a:lnTo>
                  <a:lnTo>
                    <a:pt x="9157" y="425324"/>
                  </a:lnTo>
                  <a:lnTo>
                    <a:pt x="23332" y="470360"/>
                  </a:lnTo>
                  <a:lnTo>
                    <a:pt x="43542" y="513132"/>
                  </a:lnTo>
                  <a:lnTo>
                    <a:pt x="68823" y="551947"/>
                  </a:lnTo>
                  <a:lnTo>
                    <a:pt x="98629" y="586565"/>
                  </a:lnTo>
                  <a:lnTo>
                    <a:pt x="132415" y="616749"/>
                  </a:lnTo>
                  <a:lnTo>
                    <a:pt x="169638" y="642260"/>
                  </a:lnTo>
                  <a:lnTo>
                    <a:pt x="209752" y="662860"/>
                  </a:lnTo>
                  <a:lnTo>
                    <a:pt x="252213" y="678312"/>
                  </a:lnTo>
                  <a:lnTo>
                    <a:pt x="296476" y="688377"/>
                  </a:lnTo>
                  <a:lnTo>
                    <a:pt x="341997" y="692816"/>
                  </a:lnTo>
                  <a:lnTo>
                    <a:pt x="388230" y="691393"/>
                  </a:lnTo>
                  <a:lnTo>
                    <a:pt x="434633" y="683868"/>
                  </a:lnTo>
                  <a:lnTo>
                    <a:pt x="480659" y="670004"/>
                  </a:lnTo>
                  <a:lnTo>
                    <a:pt x="436336" y="556593"/>
                  </a:lnTo>
                  <a:lnTo>
                    <a:pt x="391954" y="568202"/>
                  </a:lnTo>
                  <a:lnTo>
                    <a:pt x="347386" y="571150"/>
                  </a:lnTo>
                  <a:lnTo>
                    <a:pt x="303768" y="565907"/>
                  </a:lnTo>
                  <a:lnTo>
                    <a:pt x="262235" y="552942"/>
                  </a:lnTo>
                  <a:lnTo>
                    <a:pt x="223922" y="532726"/>
                  </a:lnTo>
                  <a:lnTo>
                    <a:pt x="189966" y="505729"/>
                  </a:lnTo>
                  <a:lnTo>
                    <a:pt x="161501" y="472423"/>
                  </a:lnTo>
                  <a:lnTo>
                    <a:pt x="139664" y="433276"/>
                  </a:lnTo>
                  <a:lnTo>
                    <a:pt x="125905" y="389711"/>
                  </a:lnTo>
                  <a:lnTo>
                    <a:pt x="121537" y="345721"/>
                  </a:lnTo>
                  <a:lnTo>
                    <a:pt x="126053" y="302487"/>
                  </a:lnTo>
                  <a:lnTo>
                    <a:pt x="138949" y="261191"/>
                  </a:lnTo>
                  <a:lnTo>
                    <a:pt x="159722" y="223014"/>
                  </a:lnTo>
                  <a:lnTo>
                    <a:pt x="187866" y="189138"/>
                  </a:lnTo>
                  <a:lnTo>
                    <a:pt x="222877" y="160745"/>
                  </a:lnTo>
                  <a:lnTo>
                    <a:pt x="264251" y="139017"/>
                  </a:lnTo>
                  <a:lnTo>
                    <a:pt x="309267" y="125751"/>
                  </a:lnTo>
                  <a:lnTo>
                    <a:pt x="354728" y="121540"/>
                  </a:lnTo>
                  <a:lnTo>
                    <a:pt x="399413" y="125906"/>
                  </a:lnTo>
                  <a:lnTo>
                    <a:pt x="442098" y="138366"/>
                  </a:lnTo>
                  <a:lnTo>
                    <a:pt x="481563" y="158440"/>
                  </a:lnTo>
                  <a:lnTo>
                    <a:pt x="516586" y="185648"/>
                  </a:lnTo>
                  <a:lnTo>
                    <a:pt x="545944" y="219508"/>
                  </a:lnTo>
                  <a:lnTo>
                    <a:pt x="568416" y="259540"/>
                  </a:lnTo>
                  <a:lnTo>
                    <a:pt x="497042" y="257127"/>
                  </a:lnTo>
                  <a:lnTo>
                    <a:pt x="647156" y="356187"/>
                  </a:lnTo>
                  <a:lnTo>
                    <a:pt x="771362" y="266398"/>
                  </a:lnTo>
                  <a:lnTo>
                    <a:pt x="698083" y="263858"/>
                  </a:lnTo>
                  <a:lnTo>
                    <a:pt x="695249" y="253353"/>
                  </a:lnTo>
                  <a:lnTo>
                    <a:pt x="664537" y="179683"/>
                  </a:lnTo>
                  <a:lnTo>
                    <a:pt x="639256" y="140869"/>
                  </a:lnTo>
                  <a:lnTo>
                    <a:pt x="609451" y="106251"/>
                  </a:lnTo>
                  <a:lnTo>
                    <a:pt x="575664" y="76067"/>
                  </a:lnTo>
                  <a:lnTo>
                    <a:pt x="538442" y="50556"/>
                  </a:lnTo>
                  <a:lnTo>
                    <a:pt x="498328" y="29956"/>
                  </a:lnTo>
                  <a:lnTo>
                    <a:pt x="455867" y="14504"/>
                  </a:lnTo>
                  <a:lnTo>
                    <a:pt x="411604" y="4439"/>
                  </a:lnTo>
                  <a:lnTo>
                    <a:pt x="366083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5801395" y="2945431"/>
              <a:ext cx="771525" cy="693420"/>
            </a:xfrm>
            <a:custGeom>
              <a:avLst/>
              <a:gdLst/>
              <a:ahLst/>
              <a:cxnLst/>
              <a:rect l="l" t="t" r="r" b="b"/>
              <a:pathLst>
                <a:path w="771525" h="693420">
                  <a:moveTo>
                    <a:pt x="480659" y="670004"/>
                  </a:moveTo>
                  <a:lnTo>
                    <a:pt x="434633" y="683868"/>
                  </a:lnTo>
                  <a:lnTo>
                    <a:pt x="388230" y="691393"/>
                  </a:lnTo>
                  <a:lnTo>
                    <a:pt x="341997" y="692816"/>
                  </a:lnTo>
                  <a:lnTo>
                    <a:pt x="296476" y="688377"/>
                  </a:lnTo>
                  <a:lnTo>
                    <a:pt x="252213" y="678312"/>
                  </a:lnTo>
                  <a:lnTo>
                    <a:pt x="209752" y="662860"/>
                  </a:lnTo>
                  <a:lnTo>
                    <a:pt x="169638" y="642260"/>
                  </a:lnTo>
                  <a:lnTo>
                    <a:pt x="132415" y="616749"/>
                  </a:lnTo>
                  <a:lnTo>
                    <a:pt x="98629" y="586565"/>
                  </a:lnTo>
                  <a:lnTo>
                    <a:pt x="68823" y="551947"/>
                  </a:lnTo>
                  <a:lnTo>
                    <a:pt x="43542" y="513132"/>
                  </a:lnTo>
                  <a:lnTo>
                    <a:pt x="23332" y="470360"/>
                  </a:lnTo>
                  <a:lnTo>
                    <a:pt x="9157" y="425324"/>
                  </a:lnTo>
                  <a:lnTo>
                    <a:pt x="1461" y="379917"/>
                  </a:lnTo>
                  <a:lnTo>
                    <a:pt x="0" y="334672"/>
                  </a:lnTo>
                  <a:lnTo>
                    <a:pt x="4531" y="290123"/>
                  </a:lnTo>
                  <a:lnTo>
                    <a:pt x="14813" y="246804"/>
                  </a:lnTo>
                  <a:lnTo>
                    <a:pt x="30603" y="205247"/>
                  </a:lnTo>
                  <a:lnTo>
                    <a:pt x="51657" y="165987"/>
                  </a:lnTo>
                  <a:lnTo>
                    <a:pt x="77735" y="129558"/>
                  </a:lnTo>
                  <a:lnTo>
                    <a:pt x="108592" y="96492"/>
                  </a:lnTo>
                  <a:lnTo>
                    <a:pt x="143988" y="67323"/>
                  </a:lnTo>
                  <a:lnTo>
                    <a:pt x="183678" y="42585"/>
                  </a:lnTo>
                  <a:lnTo>
                    <a:pt x="227421" y="22812"/>
                  </a:lnTo>
                  <a:lnTo>
                    <a:pt x="273447" y="8948"/>
                  </a:lnTo>
                  <a:lnTo>
                    <a:pt x="319849" y="1423"/>
                  </a:lnTo>
                  <a:lnTo>
                    <a:pt x="366083" y="0"/>
                  </a:lnTo>
                  <a:lnTo>
                    <a:pt x="411604" y="4439"/>
                  </a:lnTo>
                  <a:lnTo>
                    <a:pt x="455867" y="14504"/>
                  </a:lnTo>
                  <a:lnTo>
                    <a:pt x="498328" y="29956"/>
                  </a:lnTo>
                  <a:lnTo>
                    <a:pt x="538442" y="50556"/>
                  </a:lnTo>
                  <a:lnTo>
                    <a:pt x="575664" y="76067"/>
                  </a:lnTo>
                  <a:lnTo>
                    <a:pt x="609451" y="106251"/>
                  </a:lnTo>
                  <a:lnTo>
                    <a:pt x="639256" y="140869"/>
                  </a:lnTo>
                  <a:lnTo>
                    <a:pt x="664537" y="179683"/>
                  </a:lnTo>
                  <a:lnTo>
                    <a:pt x="684748" y="222456"/>
                  </a:lnTo>
                  <a:lnTo>
                    <a:pt x="698083" y="263858"/>
                  </a:lnTo>
                  <a:lnTo>
                    <a:pt x="771362" y="266398"/>
                  </a:lnTo>
                  <a:lnTo>
                    <a:pt x="647156" y="356187"/>
                  </a:lnTo>
                  <a:lnTo>
                    <a:pt x="497042" y="257127"/>
                  </a:lnTo>
                  <a:lnTo>
                    <a:pt x="568416" y="259540"/>
                  </a:lnTo>
                  <a:lnTo>
                    <a:pt x="545944" y="219508"/>
                  </a:lnTo>
                  <a:lnTo>
                    <a:pt x="516586" y="185648"/>
                  </a:lnTo>
                  <a:lnTo>
                    <a:pt x="481563" y="158440"/>
                  </a:lnTo>
                  <a:lnTo>
                    <a:pt x="442098" y="138366"/>
                  </a:lnTo>
                  <a:lnTo>
                    <a:pt x="399413" y="125906"/>
                  </a:lnTo>
                  <a:lnTo>
                    <a:pt x="354728" y="121540"/>
                  </a:lnTo>
                  <a:lnTo>
                    <a:pt x="309267" y="125751"/>
                  </a:lnTo>
                  <a:lnTo>
                    <a:pt x="264251" y="139017"/>
                  </a:lnTo>
                  <a:lnTo>
                    <a:pt x="222877" y="160745"/>
                  </a:lnTo>
                  <a:lnTo>
                    <a:pt x="187866" y="189138"/>
                  </a:lnTo>
                  <a:lnTo>
                    <a:pt x="159722" y="223014"/>
                  </a:lnTo>
                  <a:lnTo>
                    <a:pt x="138949" y="261191"/>
                  </a:lnTo>
                  <a:lnTo>
                    <a:pt x="126053" y="302487"/>
                  </a:lnTo>
                  <a:lnTo>
                    <a:pt x="121537" y="345721"/>
                  </a:lnTo>
                  <a:lnTo>
                    <a:pt x="125905" y="389711"/>
                  </a:lnTo>
                  <a:lnTo>
                    <a:pt x="139664" y="433276"/>
                  </a:lnTo>
                  <a:lnTo>
                    <a:pt x="161501" y="472423"/>
                  </a:lnTo>
                  <a:lnTo>
                    <a:pt x="189966" y="505729"/>
                  </a:lnTo>
                  <a:lnTo>
                    <a:pt x="223922" y="532726"/>
                  </a:lnTo>
                  <a:lnTo>
                    <a:pt x="262235" y="552942"/>
                  </a:lnTo>
                  <a:lnTo>
                    <a:pt x="303768" y="565907"/>
                  </a:lnTo>
                  <a:lnTo>
                    <a:pt x="347386" y="571150"/>
                  </a:lnTo>
                  <a:lnTo>
                    <a:pt x="391954" y="568202"/>
                  </a:lnTo>
                  <a:lnTo>
                    <a:pt x="436336" y="556593"/>
                  </a:lnTo>
                  <a:lnTo>
                    <a:pt x="480659" y="670004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025640" y="2915411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0" y="2151888"/>
                  </a:moveTo>
                  <a:lnTo>
                    <a:pt x="4920996" y="2151888"/>
                  </a:lnTo>
                  <a:lnTo>
                    <a:pt x="4920996" y="0"/>
                  </a:lnTo>
                  <a:lnTo>
                    <a:pt x="0" y="0"/>
                  </a:lnTo>
                  <a:lnTo>
                    <a:pt x="0" y="21518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7117333" y="3021430"/>
            <a:ext cx="2944495" cy="1981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0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 marR="414020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880669" y="3050857"/>
            <a:ext cx="4930775" cy="2160270"/>
            <a:chOff x="6880669" y="3050857"/>
            <a:chExt cx="4930775" cy="2160270"/>
          </a:xfrm>
        </p:grpSpPr>
        <p:sp>
          <p:nvSpPr>
            <p:cNvPr id="12" name="object 12"/>
            <p:cNvSpPr/>
            <p:nvPr/>
          </p:nvSpPr>
          <p:spPr>
            <a:xfrm>
              <a:off x="6885431" y="3055620"/>
              <a:ext cx="4921250" cy="2150745"/>
            </a:xfrm>
            <a:custGeom>
              <a:avLst/>
              <a:gdLst/>
              <a:ahLst/>
              <a:cxnLst/>
              <a:rect l="l" t="t" r="r" b="b"/>
              <a:pathLst>
                <a:path w="4921250" h="2150745">
                  <a:moveTo>
                    <a:pt x="4920996" y="0"/>
                  </a:moveTo>
                  <a:lnTo>
                    <a:pt x="0" y="0"/>
                  </a:lnTo>
                  <a:lnTo>
                    <a:pt x="0" y="2150363"/>
                  </a:lnTo>
                  <a:lnTo>
                    <a:pt x="4920996" y="2150363"/>
                  </a:lnTo>
                  <a:lnTo>
                    <a:pt x="4920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885431" y="3055620"/>
              <a:ext cx="4921250" cy="2150745"/>
            </a:xfrm>
            <a:custGeom>
              <a:avLst/>
              <a:gdLst/>
              <a:ahLst/>
              <a:cxnLst/>
              <a:rect l="l" t="t" r="r" b="b"/>
              <a:pathLst>
                <a:path w="4921250" h="2150745">
                  <a:moveTo>
                    <a:pt x="0" y="2150363"/>
                  </a:moveTo>
                  <a:lnTo>
                    <a:pt x="4920996" y="2150363"/>
                  </a:lnTo>
                  <a:lnTo>
                    <a:pt x="4920996" y="0"/>
                  </a:lnTo>
                  <a:lnTo>
                    <a:pt x="0" y="0"/>
                  </a:lnTo>
                  <a:lnTo>
                    <a:pt x="0" y="215036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977760" y="3160141"/>
            <a:ext cx="2944495" cy="1982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5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9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8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33528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</a:t>
            </a:r>
            <a:endParaRPr sz="1200">
              <a:latin typeface="Consolas"/>
              <a:cs typeface="Consolas"/>
            </a:endParaRPr>
          </a:p>
          <a:p>
            <a:pPr marL="502920">
              <a:lnSpc>
                <a:spcPct val="100000"/>
              </a:lnSpc>
              <a:spcBef>
                <a:spcPts val="365"/>
              </a:spcBef>
            </a:pP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59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59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752653" y="3198685"/>
            <a:ext cx="4930775" cy="2161540"/>
            <a:chOff x="6752653" y="3198685"/>
            <a:chExt cx="4930775" cy="2161540"/>
          </a:xfrm>
        </p:grpSpPr>
        <p:sp>
          <p:nvSpPr>
            <p:cNvPr id="16" name="object 16"/>
            <p:cNvSpPr/>
            <p:nvPr/>
          </p:nvSpPr>
          <p:spPr>
            <a:xfrm>
              <a:off x="6757416" y="3203448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4920996" y="0"/>
                  </a:moveTo>
                  <a:lnTo>
                    <a:pt x="0" y="0"/>
                  </a:lnTo>
                  <a:lnTo>
                    <a:pt x="0" y="2151888"/>
                  </a:lnTo>
                  <a:lnTo>
                    <a:pt x="4920996" y="2151888"/>
                  </a:lnTo>
                  <a:lnTo>
                    <a:pt x="4920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757416" y="3203448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0" y="2151888"/>
                  </a:moveTo>
                  <a:lnTo>
                    <a:pt x="4920996" y="2151888"/>
                  </a:lnTo>
                  <a:lnTo>
                    <a:pt x="4920996" y="0"/>
                  </a:lnTo>
                  <a:lnTo>
                    <a:pt x="0" y="0"/>
                  </a:lnTo>
                  <a:lnTo>
                    <a:pt x="0" y="21518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849109" y="3308450"/>
            <a:ext cx="2944495" cy="1981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0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59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 marR="414020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40105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36829" y="3346513"/>
            <a:ext cx="4930775" cy="2161540"/>
            <a:chOff x="6636829" y="3346513"/>
            <a:chExt cx="4930775" cy="2161540"/>
          </a:xfrm>
        </p:grpSpPr>
        <p:sp>
          <p:nvSpPr>
            <p:cNvPr id="20" name="object 20"/>
            <p:cNvSpPr/>
            <p:nvPr/>
          </p:nvSpPr>
          <p:spPr>
            <a:xfrm>
              <a:off x="6641592" y="3351276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4920996" y="0"/>
                  </a:moveTo>
                  <a:lnTo>
                    <a:pt x="0" y="0"/>
                  </a:lnTo>
                  <a:lnTo>
                    <a:pt x="0" y="2151888"/>
                  </a:lnTo>
                  <a:lnTo>
                    <a:pt x="4920996" y="2151888"/>
                  </a:lnTo>
                  <a:lnTo>
                    <a:pt x="49209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641592" y="3351276"/>
              <a:ext cx="4921250" cy="2152015"/>
            </a:xfrm>
            <a:custGeom>
              <a:avLst/>
              <a:gdLst/>
              <a:ahLst/>
              <a:cxnLst/>
              <a:rect l="l" t="t" r="r" b="b"/>
              <a:pathLst>
                <a:path w="4921250" h="2152015">
                  <a:moveTo>
                    <a:pt x="0" y="2151888"/>
                  </a:moveTo>
                  <a:lnTo>
                    <a:pt x="4920996" y="2151888"/>
                  </a:lnTo>
                  <a:lnTo>
                    <a:pt x="4920996" y="0"/>
                  </a:lnTo>
                  <a:lnTo>
                    <a:pt x="0" y="0"/>
                  </a:lnTo>
                  <a:lnTo>
                    <a:pt x="0" y="215188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733285" y="3456659"/>
            <a:ext cx="2944495" cy="1981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30"/>
              </a:lnSpc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16764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02920" marR="414020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839469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510528" y="3499103"/>
            <a:ext cx="4922520" cy="2152015"/>
          </a:xfrm>
          <a:custGeom>
            <a:avLst/>
            <a:gdLst/>
            <a:ahLst/>
            <a:cxnLst/>
            <a:rect l="l" t="t" r="r" b="b"/>
            <a:pathLst>
              <a:path w="4922520" h="2152015">
                <a:moveTo>
                  <a:pt x="4922520" y="0"/>
                </a:moveTo>
                <a:lnTo>
                  <a:pt x="0" y="0"/>
                </a:lnTo>
                <a:lnTo>
                  <a:pt x="0" y="2151888"/>
                </a:lnTo>
                <a:lnTo>
                  <a:pt x="4922520" y="2151888"/>
                </a:lnTo>
                <a:lnTo>
                  <a:pt x="492252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510528" y="3499103"/>
            <a:ext cx="4922520" cy="215201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515"/>
              </a:spcBef>
            </a:pPr>
            <a:r>
              <a:rPr dirty="0" sz="1200" b="1">
                <a:solidFill>
                  <a:srgbClr val="B431A8"/>
                </a:solidFill>
                <a:latin typeface="Consolas"/>
                <a:cs typeface="Consolas"/>
              </a:rPr>
              <a:t>int</a:t>
            </a:r>
            <a:r>
              <a:rPr dirty="0" sz="1200" spc="-60" b="1">
                <a:solidFill>
                  <a:srgbClr val="B431A8"/>
                </a:solidFill>
                <a:latin typeface="Consolas"/>
                <a:cs typeface="Consolas"/>
              </a:rPr>
              <a:t> </a:t>
            </a:r>
            <a:r>
              <a:rPr dirty="0" sz="1200" b="1">
                <a:solidFill>
                  <a:srgbClr val="0017C0"/>
                </a:solidFill>
                <a:latin typeface="Consolas"/>
                <a:cs typeface="Consolas"/>
              </a:rPr>
              <a:t>gdImageColorMatch</a:t>
            </a:r>
            <a:r>
              <a:rPr dirty="0" sz="1200">
                <a:latin typeface="Consolas"/>
                <a:cs typeface="Consolas"/>
              </a:rPr>
              <a:t>(...)</a:t>
            </a:r>
            <a:r>
              <a:rPr dirty="0" sz="1200" spc="-5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932180">
              <a:lnSpc>
                <a:spcPct val="100000"/>
              </a:lnSpc>
              <a:spcBef>
                <a:spcPts val="365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260350">
              <a:lnSpc>
                <a:spcPct val="100000"/>
              </a:lnSpc>
              <a:spcBef>
                <a:spcPts val="360"/>
              </a:spcBef>
            </a:pP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2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malloc(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0x28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2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 spc="-10">
                <a:latin typeface="Consolas"/>
                <a:cs typeface="Consolas"/>
              </a:rPr>
              <a:t>colorsTotal);</a:t>
            </a:r>
            <a:endParaRPr sz="1200">
              <a:latin typeface="Consolas"/>
              <a:cs typeface="Consolas"/>
            </a:endParaRPr>
          </a:p>
          <a:p>
            <a:pPr marL="260350">
              <a:lnSpc>
                <a:spcPct val="100000"/>
              </a:lnSpc>
              <a:spcBef>
                <a:spcPts val="360"/>
              </a:spcBef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20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</a:t>
            </a:r>
            <a:r>
              <a:rPr dirty="0" sz="1200" spc="-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sx;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x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</a:t>
            </a:r>
            <a:endParaRPr sz="1200">
              <a:latin typeface="Consolas"/>
              <a:cs typeface="Consolas"/>
            </a:endParaRPr>
          </a:p>
          <a:p>
            <a:pPr marL="595630" marR="2299335" indent="-167640">
              <a:lnSpc>
                <a:spcPct val="125000"/>
              </a:lnSpc>
            </a:pPr>
            <a:r>
              <a:rPr dirty="0" sz="1200" b="1">
                <a:solidFill>
                  <a:srgbClr val="3A7C22"/>
                </a:solidFill>
                <a:latin typeface="Consolas"/>
                <a:cs typeface="Consolas"/>
              </a:rPr>
              <a:t>for</a:t>
            </a:r>
            <a:r>
              <a:rPr dirty="0" sz="1200" spc="-5" b="1">
                <a:solidFill>
                  <a:srgbClr val="3A7C22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(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y=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0</a:t>
            </a:r>
            <a:r>
              <a:rPr dirty="0" sz="1200">
                <a:latin typeface="Consolas"/>
                <a:cs typeface="Consolas"/>
              </a:rPr>
              <a:t>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 spc="-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&lt; </a:t>
            </a:r>
            <a:r>
              <a:rPr dirty="0" sz="1200">
                <a:latin typeface="Consolas"/>
                <a:cs typeface="Consolas"/>
              </a:rPr>
              <a:t>sy;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y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5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)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 spc="-50">
                <a:latin typeface="Consolas"/>
                <a:cs typeface="Consolas"/>
              </a:rPr>
              <a:t>{ </a:t>
            </a:r>
            <a:r>
              <a:rPr dirty="0" sz="1200">
                <a:latin typeface="Consolas"/>
                <a:cs typeface="Consolas"/>
              </a:rPr>
              <a:t>bp</a:t>
            </a:r>
            <a:r>
              <a:rPr dirty="0" sz="1200" spc="-15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=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 </a:t>
            </a:r>
            <a:r>
              <a:rPr dirty="0" sz="1200">
                <a:latin typeface="Consolas"/>
                <a:cs typeface="Consolas"/>
              </a:rPr>
              <a:t>buf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+ </a:t>
            </a:r>
            <a:r>
              <a:rPr dirty="0" sz="1200">
                <a:latin typeface="Consolas"/>
                <a:cs typeface="Consolas"/>
              </a:rPr>
              <a:t>(color</a:t>
            </a:r>
            <a:r>
              <a:rPr dirty="0" sz="1200" spc="-10">
                <a:latin typeface="Consolas"/>
                <a:cs typeface="Consolas"/>
              </a:rPr>
              <a:t> </a:t>
            </a:r>
            <a:r>
              <a:rPr dirty="0" sz="1200">
                <a:solidFill>
                  <a:srgbClr val="747474"/>
                </a:solidFill>
                <a:latin typeface="Consolas"/>
                <a:cs typeface="Consolas"/>
              </a:rPr>
              <a:t>* </a:t>
            </a:r>
            <a:r>
              <a:rPr dirty="0" sz="1200" spc="-25">
                <a:solidFill>
                  <a:srgbClr val="747474"/>
                </a:solidFill>
                <a:latin typeface="Consolas"/>
                <a:cs typeface="Consolas"/>
              </a:rPr>
              <a:t>5</a:t>
            </a:r>
            <a:r>
              <a:rPr dirty="0" sz="1200" spc="-25">
                <a:latin typeface="Consolas"/>
                <a:cs typeface="Consolas"/>
              </a:rPr>
              <a:t>); </a:t>
            </a:r>
            <a:r>
              <a:rPr dirty="0" sz="1200" spc="-10">
                <a:latin typeface="Consolas"/>
                <a:cs typeface="Consolas"/>
              </a:rPr>
              <a:t>(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*</a:t>
            </a:r>
            <a:r>
              <a:rPr dirty="0" sz="1200" spc="-10">
                <a:latin typeface="Consolas"/>
                <a:cs typeface="Consolas"/>
              </a:rPr>
              <a:t>(bp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))</a:t>
            </a:r>
            <a:r>
              <a:rPr dirty="0" sz="1200" spc="-10">
                <a:solidFill>
                  <a:srgbClr val="747474"/>
                </a:solidFill>
                <a:latin typeface="Consolas"/>
                <a:cs typeface="Consolas"/>
              </a:rPr>
              <a:t>++</a:t>
            </a:r>
            <a:r>
              <a:rPr dirty="0" sz="1200" spc="-10">
                <a:latin typeface="Consolas"/>
                <a:cs typeface="Consolas"/>
              </a:rPr>
              <a:t>;</a:t>
            </a:r>
            <a:endParaRPr sz="1200">
              <a:latin typeface="Consolas"/>
              <a:cs typeface="Consolas"/>
            </a:endParaRPr>
          </a:p>
          <a:p>
            <a:pPr marL="932180">
              <a:lnSpc>
                <a:spcPct val="100000"/>
              </a:lnSpc>
              <a:spcBef>
                <a:spcPts val="360"/>
              </a:spcBef>
            </a:pPr>
            <a:r>
              <a:rPr dirty="0" sz="1200" spc="-25">
                <a:latin typeface="Consolas"/>
                <a:cs typeface="Consolas"/>
              </a:rPr>
              <a:t>...</a:t>
            </a:r>
            <a:endParaRPr sz="1200">
              <a:latin typeface="Consolas"/>
              <a:cs typeface="Consolas"/>
            </a:endParaRPr>
          </a:p>
          <a:p>
            <a:pPr marL="92710">
              <a:lnSpc>
                <a:spcPct val="100000"/>
              </a:lnSpc>
              <a:spcBef>
                <a:spcPts val="360"/>
              </a:spcBef>
            </a:pPr>
            <a:r>
              <a:rPr dirty="0" sz="1200" spc="-50">
                <a:latin typeface="Consolas"/>
                <a:cs typeface="Consolas"/>
              </a:rPr>
              <a:t>}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15338"/>
            <a:ext cx="48806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function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1623440"/>
            <a:ext cx="6014720" cy="839469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LibFuzzer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in-</a:t>
            </a:r>
            <a:r>
              <a:rPr dirty="0" sz="1800" spc="50">
                <a:latin typeface="Tahoma"/>
                <a:cs typeface="Tahoma"/>
              </a:rPr>
              <a:t>memory</a:t>
            </a:r>
            <a:r>
              <a:rPr dirty="0" sz="1800" spc="3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2994444"/>
            <a:ext cx="4855845" cy="1297940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Target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function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Focusing</a:t>
            </a:r>
            <a:r>
              <a:rPr dirty="0" sz="1800" spc="150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on</a:t>
            </a:r>
            <a:r>
              <a:rPr dirty="0" sz="1800" spc="180">
                <a:latin typeface="Tahoma"/>
                <a:cs typeface="Tahoma"/>
              </a:rPr>
              <a:t> </a:t>
            </a:r>
            <a:r>
              <a:rPr dirty="0" u="sng" sz="18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crash-related</a:t>
            </a:r>
            <a:r>
              <a:rPr dirty="0" u="sng" sz="1800" spc="13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4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65">
                <a:latin typeface="Tahoma"/>
                <a:cs typeface="Tahoma"/>
              </a:rPr>
              <a:t>Following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data-</a:t>
            </a:r>
            <a:r>
              <a:rPr dirty="0" sz="1800" spc="95">
                <a:latin typeface="Tahoma"/>
                <a:cs typeface="Tahoma"/>
              </a:rPr>
              <a:t>flow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&amp;</a:t>
            </a:r>
            <a:r>
              <a:rPr dirty="0" sz="1800" spc="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derefence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edges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3532" y="2223897"/>
            <a:ext cx="3385566" cy="315544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922257" y="1907235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9924668" y="1917318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05725" y="3289173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07856" y="5021326"/>
            <a:ext cx="19151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:=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mov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rcx,</a:t>
            </a:r>
            <a:r>
              <a:rPr dirty="0" sz="1600" spc="-20" b="1">
                <a:latin typeface="Consolas"/>
                <a:cs typeface="Consolas"/>
              </a:rPr>
              <a:t> [rax]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54131" y="3289173"/>
            <a:ext cx="583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func4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315338"/>
            <a:ext cx="488061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function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4394" y="1623440"/>
            <a:ext cx="6014720" cy="839469"/>
          </a:xfrm>
          <a:prstGeom prst="rect">
            <a:avLst/>
          </a:prstGeom>
        </p:spPr>
        <p:txBody>
          <a:bodyPr wrap="square" lIns="0" tIns="1454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LibFuzzer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in-</a:t>
            </a:r>
            <a:r>
              <a:rPr dirty="0" sz="1800" spc="50">
                <a:latin typeface="Tahoma"/>
                <a:cs typeface="Tahoma"/>
              </a:rPr>
              <a:t>memory</a:t>
            </a:r>
            <a:r>
              <a:rPr dirty="0" sz="1800" spc="3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3144774"/>
            <a:ext cx="331025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Target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function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4394" y="3453103"/>
            <a:ext cx="4398645" cy="838835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Focusing</a:t>
            </a:r>
            <a:r>
              <a:rPr dirty="0" sz="1800" spc="150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on</a:t>
            </a:r>
            <a:r>
              <a:rPr dirty="0" sz="1800" spc="180">
                <a:latin typeface="Tahoma"/>
                <a:cs typeface="Tahoma"/>
              </a:rPr>
              <a:t> </a:t>
            </a:r>
            <a:r>
              <a:rPr dirty="0" u="sng" sz="18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crash-related</a:t>
            </a:r>
            <a:r>
              <a:rPr dirty="0" u="sng" sz="1800" spc="13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4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functions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65">
                <a:latin typeface="Tahoma"/>
                <a:cs typeface="Tahoma"/>
              </a:rPr>
              <a:t>Following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data-</a:t>
            </a:r>
            <a:r>
              <a:rPr dirty="0" sz="1800" spc="95">
                <a:latin typeface="Tahoma"/>
                <a:cs typeface="Tahoma"/>
              </a:rPr>
              <a:t>flow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&amp;</a:t>
            </a:r>
            <a:r>
              <a:rPr dirty="0" sz="1800" spc="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derefence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edges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3532" y="2223897"/>
            <a:ext cx="3385566" cy="315544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922257" y="1907235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24668" y="1917318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05725" y="3289173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40673" y="5422138"/>
            <a:ext cx="2628900" cy="755650"/>
          </a:xfrm>
          <a:custGeom>
            <a:avLst/>
            <a:gdLst/>
            <a:ahLst/>
            <a:cxnLst/>
            <a:rect l="l" t="t" r="r" b="b"/>
            <a:pathLst>
              <a:path w="2628900" h="755650">
                <a:moveTo>
                  <a:pt x="0" y="385825"/>
                </a:moveTo>
                <a:lnTo>
                  <a:pt x="5816" y="357056"/>
                </a:lnTo>
                <a:lnTo>
                  <a:pt x="21669" y="333562"/>
                </a:lnTo>
                <a:lnTo>
                  <a:pt x="45166" y="317721"/>
                </a:lnTo>
                <a:lnTo>
                  <a:pt x="73914" y="311912"/>
                </a:lnTo>
                <a:lnTo>
                  <a:pt x="1533525" y="311912"/>
                </a:lnTo>
                <a:lnTo>
                  <a:pt x="2250440" y="0"/>
                </a:lnTo>
                <a:lnTo>
                  <a:pt x="2190750" y="311912"/>
                </a:lnTo>
                <a:lnTo>
                  <a:pt x="2554985" y="311912"/>
                </a:lnTo>
                <a:lnTo>
                  <a:pt x="2583733" y="317721"/>
                </a:lnTo>
                <a:lnTo>
                  <a:pt x="2607230" y="333562"/>
                </a:lnTo>
                <a:lnTo>
                  <a:pt x="2623083" y="357056"/>
                </a:lnTo>
                <a:lnTo>
                  <a:pt x="2628900" y="385825"/>
                </a:lnTo>
                <a:lnTo>
                  <a:pt x="2628900" y="496697"/>
                </a:lnTo>
                <a:lnTo>
                  <a:pt x="2628900" y="681482"/>
                </a:lnTo>
                <a:lnTo>
                  <a:pt x="2623083" y="710251"/>
                </a:lnTo>
                <a:lnTo>
                  <a:pt x="2607230" y="733745"/>
                </a:lnTo>
                <a:lnTo>
                  <a:pt x="2583733" y="749586"/>
                </a:lnTo>
                <a:lnTo>
                  <a:pt x="2554985" y="755396"/>
                </a:lnTo>
                <a:lnTo>
                  <a:pt x="2190750" y="755396"/>
                </a:lnTo>
                <a:lnTo>
                  <a:pt x="1533525" y="755396"/>
                </a:lnTo>
                <a:lnTo>
                  <a:pt x="73914" y="755396"/>
                </a:lnTo>
                <a:lnTo>
                  <a:pt x="45166" y="749586"/>
                </a:lnTo>
                <a:lnTo>
                  <a:pt x="21669" y="733745"/>
                </a:lnTo>
                <a:lnTo>
                  <a:pt x="5816" y="710251"/>
                </a:lnTo>
                <a:lnTo>
                  <a:pt x="0" y="681482"/>
                </a:lnTo>
                <a:lnTo>
                  <a:pt x="0" y="496697"/>
                </a:lnTo>
                <a:lnTo>
                  <a:pt x="0" y="385825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415530" y="5021326"/>
            <a:ext cx="3508375" cy="1058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4645">
              <a:lnSpc>
                <a:spcPts val="1905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:=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mov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rcx,</a:t>
            </a:r>
            <a:r>
              <a:rPr dirty="0" sz="1600" spc="-20" b="1">
                <a:latin typeface="Consolas"/>
                <a:cs typeface="Consolas"/>
              </a:rPr>
              <a:t> [rax]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05"/>
              </a:lnSpc>
            </a:pPr>
            <a:r>
              <a:rPr dirty="0" sz="1600" b="1">
                <a:solidFill>
                  <a:srgbClr val="C00000"/>
                </a:solidFill>
                <a:latin typeface="Consolas"/>
                <a:cs typeface="Consolas"/>
              </a:rPr>
              <a:t>crash</a:t>
            </a:r>
            <a:r>
              <a:rPr dirty="0" sz="1600" spc="-4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Consolas"/>
                <a:cs typeface="Consolas"/>
              </a:rPr>
              <a:t>here!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Consolas"/>
              <a:cs typeface="Consolas"/>
            </a:endParaRPr>
          </a:p>
          <a:p>
            <a:pPr marL="1449705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Consolas"/>
                <a:cs typeface="Consolas"/>
              </a:rPr>
              <a:t>RAX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: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Consolas"/>
                <a:cs typeface="Consolas"/>
              </a:rPr>
              <a:t>0x41414141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10454131" y="3289173"/>
            <a:ext cx="583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func4</a:t>
            </a:r>
            <a:endParaRPr sz="16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64726"/>
            <a:ext cx="6471920" cy="129794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function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LibFuzzer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in-</a:t>
            </a:r>
            <a:r>
              <a:rPr dirty="0" sz="1800" spc="50">
                <a:latin typeface="Tahoma"/>
                <a:cs typeface="Tahoma"/>
              </a:rPr>
              <a:t>memory</a:t>
            </a:r>
            <a:r>
              <a:rPr dirty="0" sz="1800" spc="3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3144774"/>
            <a:ext cx="3310254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Target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function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74394" y="3453103"/>
            <a:ext cx="4398645" cy="838835"/>
          </a:xfrm>
          <a:prstGeom prst="rect">
            <a:avLst/>
          </a:prstGeom>
        </p:spPr>
        <p:txBody>
          <a:bodyPr wrap="square" lIns="0" tIns="14478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1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Tahoma"/>
                <a:cs typeface="Tahoma"/>
              </a:rPr>
              <a:t>Focusing</a:t>
            </a:r>
            <a:r>
              <a:rPr dirty="0" sz="1800" spc="150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on</a:t>
            </a:r>
            <a:r>
              <a:rPr dirty="0" sz="1800" spc="180">
                <a:latin typeface="Tahoma"/>
                <a:cs typeface="Tahoma"/>
              </a:rPr>
              <a:t> </a:t>
            </a:r>
            <a:r>
              <a:rPr dirty="0" u="sng" sz="18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crash-related</a:t>
            </a:r>
            <a:r>
              <a:rPr dirty="0" u="sng" sz="1800" spc="13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800" spc="4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functions</a:t>
            </a:r>
            <a:endParaRPr sz="1800">
              <a:latin typeface="Tahoma"/>
              <a:cs typeface="Tahoma"/>
            </a:endParaRPr>
          </a:p>
          <a:p>
            <a:pPr marL="2406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65">
                <a:latin typeface="Tahoma"/>
                <a:cs typeface="Tahoma"/>
              </a:rPr>
              <a:t>Following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data-</a:t>
            </a:r>
            <a:r>
              <a:rPr dirty="0" sz="1800" spc="95">
                <a:latin typeface="Tahoma"/>
                <a:cs typeface="Tahoma"/>
              </a:rPr>
              <a:t>flow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&amp;</a:t>
            </a:r>
            <a:r>
              <a:rPr dirty="0" sz="1800" spc="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derefence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edges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7229" y="1909952"/>
            <a:ext cx="3531870" cy="346938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922257" y="1907235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24668" y="1917318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13980" y="3290061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440673" y="5422138"/>
            <a:ext cx="2628900" cy="755650"/>
          </a:xfrm>
          <a:custGeom>
            <a:avLst/>
            <a:gdLst/>
            <a:ahLst/>
            <a:cxnLst/>
            <a:rect l="l" t="t" r="r" b="b"/>
            <a:pathLst>
              <a:path w="2628900" h="755650">
                <a:moveTo>
                  <a:pt x="0" y="385825"/>
                </a:moveTo>
                <a:lnTo>
                  <a:pt x="5816" y="357056"/>
                </a:lnTo>
                <a:lnTo>
                  <a:pt x="21669" y="333562"/>
                </a:lnTo>
                <a:lnTo>
                  <a:pt x="45166" y="317721"/>
                </a:lnTo>
                <a:lnTo>
                  <a:pt x="73914" y="311912"/>
                </a:lnTo>
                <a:lnTo>
                  <a:pt x="1533525" y="311912"/>
                </a:lnTo>
                <a:lnTo>
                  <a:pt x="2250440" y="0"/>
                </a:lnTo>
                <a:lnTo>
                  <a:pt x="2190750" y="311912"/>
                </a:lnTo>
                <a:lnTo>
                  <a:pt x="2554985" y="311912"/>
                </a:lnTo>
                <a:lnTo>
                  <a:pt x="2583733" y="317721"/>
                </a:lnTo>
                <a:lnTo>
                  <a:pt x="2607230" y="333562"/>
                </a:lnTo>
                <a:lnTo>
                  <a:pt x="2623083" y="357056"/>
                </a:lnTo>
                <a:lnTo>
                  <a:pt x="2628900" y="385825"/>
                </a:lnTo>
                <a:lnTo>
                  <a:pt x="2628900" y="496697"/>
                </a:lnTo>
                <a:lnTo>
                  <a:pt x="2628900" y="681482"/>
                </a:lnTo>
                <a:lnTo>
                  <a:pt x="2623083" y="710251"/>
                </a:lnTo>
                <a:lnTo>
                  <a:pt x="2607230" y="733745"/>
                </a:lnTo>
                <a:lnTo>
                  <a:pt x="2583733" y="749586"/>
                </a:lnTo>
                <a:lnTo>
                  <a:pt x="2554985" y="755396"/>
                </a:lnTo>
                <a:lnTo>
                  <a:pt x="2190750" y="755396"/>
                </a:lnTo>
                <a:lnTo>
                  <a:pt x="1533525" y="755396"/>
                </a:lnTo>
                <a:lnTo>
                  <a:pt x="73914" y="755396"/>
                </a:lnTo>
                <a:lnTo>
                  <a:pt x="45166" y="749586"/>
                </a:lnTo>
                <a:lnTo>
                  <a:pt x="21669" y="733745"/>
                </a:lnTo>
                <a:lnTo>
                  <a:pt x="5816" y="710251"/>
                </a:lnTo>
                <a:lnTo>
                  <a:pt x="0" y="681482"/>
                </a:lnTo>
                <a:lnTo>
                  <a:pt x="0" y="496697"/>
                </a:lnTo>
                <a:lnTo>
                  <a:pt x="0" y="385825"/>
                </a:lnTo>
                <a:close/>
              </a:path>
            </a:pathLst>
          </a:custGeom>
          <a:ln w="28575">
            <a:solidFill>
              <a:srgbClr val="04233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7415530" y="5021326"/>
            <a:ext cx="3508375" cy="10585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04645">
              <a:lnSpc>
                <a:spcPts val="1905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:=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mov</a:t>
            </a:r>
            <a:r>
              <a:rPr dirty="0" sz="1600" spc="-20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rcx,</a:t>
            </a:r>
            <a:r>
              <a:rPr dirty="0" sz="1600" spc="-20" b="1">
                <a:latin typeface="Consolas"/>
                <a:cs typeface="Consolas"/>
              </a:rPr>
              <a:t> [rax]</a:t>
            </a:r>
            <a:endParaRPr sz="1600">
              <a:latin typeface="Consolas"/>
              <a:cs typeface="Consolas"/>
            </a:endParaRPr>
          </a:p>
          <a:p>
            <a:pPr marL="12700">
              <a:lnSpc>
                <a:spcPts val="1905"/>
              </a:lnSpc>
            </a:pPr>
            <a:r>
              <a:rPr dirty="0" sz="1600" b="1">
                <a:solidFill>
                  <a:srgbClr val="C00000"/>
                </a:solidFill>
                <a:latin typeface="Consolas"/>
                <a:cs typeface="Consolas"/>
              </a:rPr>
              <a:t>crash</a:t>
            </a:r>
            <a:r>
              <a:rPr dirty="0" sz="1600" spc="-40" b="1">
                <a:solidFill>
                  <a:srgbClr val="C00000"/>
                </a:solidFill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Consolas"/>
                <a:cs typeface="Consolas"/>
              </a:rPr>
              <a:t>here!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Consolas"/>
              <a:cs typeface="Consolas"/>
            </a:endParaRPr>
          </a:p>
          <a:p>
            <a:pPr marL="1449705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Consolas"/>
                <a:cs typeface="Consolas"/>
              </a:rPr>
              <a:t>RAX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b="1">
                <a:latin typeface="Consolas"/>
                <a:cs typeface="Consolas"/>
              </a:rPr>
              <a:t>:</a:t>
            </a:r>
            <a:r>
              <a:rPr dirty="0" sz="1600" spc="-15" b="1">
                <a:latin typeface="Consolas"/>
                <a:cs typeface="Consolas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Consolas"/>
                <a:cs typeface="Consolas"/>
              </a:rPr>
              <a:t>0x41414141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71990" y="1308608"/>
            <a:ext cx="1675764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solidFill>
                  <a:srgbClr val="0017C0"/>
                </a:solidFill>
                <a:latin typeface="Arial"/>
                <a:cs typeface="Arial"/>
              </a:rPr>
              <a:t>:</a:t>
            </a:r>
            <a:r>
              <a:rPr dirty="0" sz="1600" spc="-85" b="1">
                <a:solidFill>
                  <a:srgbClr val="0017C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0017C0"/>
                </a:solidFill>
                <a:latin typeface="Arial"/>
                <a:cs typeface="Arial"/>
              </a:rPr>
              <a:t>Target</a:t>
            </a:r>
            <a:r>
              <a:rPr dirty="0" sz="1600" spc="-60" b="1">
                <a:solidFill>
                  <a:srgbClr val="0017C0"/>
                </a:solidFill>
                <a:latin typeface="Arial"/>
                <a:cs typeface="Arial"/>
              </a:rPr>
              <a:t> </a:t>
            </a:r>
            <a:r>
              <a:rPr dirty="0" sz="1600" spc="-40" b="1">
                <a:solidFill>
                  <a:srgbClr val="0017C0"/>
                </a:solidFill>
                <a:latin typeface="Arial"/>
                <a:cs typeface="Arial"/>
              </a:rPr>
              <a:t>functions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32569" y="1317497"/>
            <a:ext cx="411480" cy="299085"/>
          </a:xfrm>
          <a:custGeom>
            <a:avLst/>
            <a:gdLst/>
            <a:ahLst/>
            <a:cxnLst/>
            <a:rect l="l" t="t" r="r" b="b"/>
            <a:pathLst>
              <a:path w="411479" h="299084">
                <a:moveTo>
                  <a:pt x="0" y="298703"/>
                </a:moveTo>
                <a:lnTo>
                  <a:pt x="411479" y="298703"/>
                </a:lnTo>
                <a:lnTo>
                  <a:pt x="411479" y="0"/>
                </a:lnTo>
                <a:lnTo>
                  <a:pt x="0" y="0"/>
                </a:lnTo>
                <a:lnTo>
                  <a:pt x="0" y="298703"/>
                </a:lnTo>
                <a:close/>
              </a:path>
            </a:pathLst>
          </a:custGeom>
          <a:ln w="28575">
            <a:solidFill>
              <a:srgbClr val="0017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0454131" y="3289173"/>
            <a:ext cx="5835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func4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64726"/>
            <a:ext cx="6471920" cy="312737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function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LibFuzzer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in-</a:t>
            </a:r>
            <a:r>
              <a:rPr dirty="0" sz="1800" spc="50">
                <a:latin typeface="Tahoma"/>
                <a:cs typeface="Tahoma"/>
              </a:rPr>
              <a:t>memory</a:t>
            </a:r>
            <a:r>
              <a:rPr dirty="0" sz="1800" spc="3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1355"/>
              </a:spcBef>
              <a:buFont typeface="Arial MT"/>
              <a:buChar char="•"/>
            </a:pPr>
            <a:endParaRPr sz="1800">
              <a:latin typeface="Consolas"/>
              <a:cs typeface="Consolas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Target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function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Focusing</a:t>
            </a:r>
            <a:r>
              <a:rPr dirty="0" sz="1800" spc="14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on</a:t>
            </a:r>
            <a:r>
              <a:rPr dirty="0" sz="1800" spc="1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crash-related</a:t>
            </a:r>
            <a:r>
              <a:rPr dirty="0" sz="1800" spc="135">
                <a:latin typeface="Tahoma"/>
                <a:cs typeface="Tahoma"/>
              </a:rPr>
              <a:t> </a:t>
            </a:r>
            <a:r>
              <a:rPr dirty="0" sz="1800" spc="45">
                <a:latin typeface="Tahoma"/>
                <a:cs typeface="Tahoma"/>
              </a:rPr>
              <a:t>functions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65">
                <a:latin typeface="Tahoma"/>
                <a:cs typeface="Tahoma"/>
              </a:rPr>
              <a:t>Following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data-</a:t>
            </a:r>
            <a:r>
              <a:rPr dirty="0" sz="1800" spc="95">
                <a:latin typeface="Tahoma"/>
                <a:cs typeface="Tahoma"/>
              </a:rPr>
              <a:t>flow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&amp;</a:t>
            </a:r>
            <a:r>
              <a:rPr dirty="0" sz="1800" spc="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derefence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edges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467725" y="2287904"/>
            <a:ext cx="3493770" cy="2262505"/>
            <a:chOff x="8467725" y="2287904"/>
            <a:chExt cx="3493770" cy="2262505"/>
          </a:xfrm>
        </p:grpSpPr>
        <p:sp>
          <p:nvSpPr>
            <p:cNvPr id="5" name="object 5"/>
            <p:cNvSpPr/>
            <p:nvPr/>
          </p:nvSpPr>
          <p:spPr>
            <a:xfrm>
              <a:off x="8477250" y="2297429"/>
              <a:ext cx="3474720" cy="2243455"/>
            </a:xfrm>
            <a:custGeom>
              <a:avLst/>
              <a:gdLst/>
              <a:ahLst/>
              <a:cxnLst/>
              <a:rect l="l" t="t" r="r" b="b"/>
              <a:pathLst>
                <a:path w="3474720" h="2243454">
                  <a:moveTo>
                    <a:pt x="3100831" y="0"/>
                  </a:moveTo>
                  <a:lnTo>
                    <a:pt x="373888" y="0"/>
                  </a:lnTo>
                  <a:lnTo>
                    <a:pt x="326986" y="2912"/>
                  </a:lnTo>
                  <a:lnTo>
                    <a:pt x="281823" y="11418"/>
                  </a:lnTo>
                  <a:lnTo>
                    <a:pt x="238750" y="25165"/>
                  </a:lnTo>
                  <a:lnTo>
                    <a:pt x="198117" y="43804"/>
                  </a:lnTo>
                  <a:lnTo>
                    <a:pt x="160273" y="66985"/>
                  </a:lnTo>
                  <a:lnTo>
                    <a:pt x="125570" y="94357"/>
                  </a:lnTo>
                  <a:lnTo>
                    <a:pt x="94357" y="125570"/>
                  </a:lnTo>
                  <a:lnTo>
                    <a:pt x="66985" y="160273"/>
                  </a:lnTo>
                  <a:lnTo>
                    <a:pt x="43804" y="198117"/>
                  </a:lnTo>
                  <a:lnTo>
                    <a:pt x="25165" y="238750"/>
                  </a:lnTo>
                  <a:lnTo>
                    <a:pt x="11418" y="281823"/>
                  </a:lnTo>
                  <a:lnTo>
                    <a:pt x="2912" y="326986"/>
                  </a:lnTo>
                  <a:lnTo>
                    <a:pt x="0" y="373888"/>
                  </a:lnTo>
                  <a:lnTo>
                    <a:pt x="0" y="1869440"/>
                  </a:lnTo>
                  <a:lnTo>
                    <a:pt x="2912" y="1916341"/>
                  </a:lnTo>
                  <a:lnTo>
                    <a:pt x="11418" y="1961504"/>
                  </a:lnTo>
                  <a:lnTo>
                    <a:pt x="25165" y="2004577"/>
                  </a:lnTo>
                  <a:lnTo>
                    <a:pt x="43804" y="2045210"/>
                  </a:lnTo>
                  <a:lnTo>
                    <a:pt x="66985" y="2083054"/>
                  </a:lnTo>
                  <a:lnTo>
                    <a:pt x="94357" y="2117757"/>
                  </a:lnTo>
                  <a:lnTo>
                    <a:pt x="125570" y="2148970"/>
                  </a:lnTo>
                  <a:lnTo>
                    <a:pt x="160273" y="2176342"/>
                  </a:lnTo>
                  <a:lnTo>
                    <a:pt x="198117" y="2199523"/>
                  </a:lnTo>
                  <a:lnTo>
                    <a:pt x="238750" y="2218162"/>
                  </a:lnTo>
                  <a:lnTo>
                    <a:pt x="281823" y="2231909"/>
                  </a:lnTo>
                  <a:lnTo>
                    <a:pt x="326986" y="2240415"/>
                  </a:lnTo>
                  <a:lnTo>
                    <a:pt x="373888" y="2243328"/>
                  </a:lnTo>
                  <a:lnTo>
                    <a:pt x="3100831" y="2243328"/>
                  </a:lnTo>
                  <a:lnTo>
                    <a:pt x="3147733" y="2240415"/>
                  </a:lnTo>
                  <a:lnTo>
                    <a:pt x="3192896" y="2231909"/>
                  </a:lnTo>
                  <a:lnTo>
                    <a:pt x="3235969" y="2218162"/>
                  </a:lnTo>
                  <a:lnTo>
                    <a:pt x="3276602" y="2199523"/>
                  </a:lnTo>
                  <a:lnTo>
                    <a:pt x="3314446" y="2176342"/>
                  </a:lnTo>
                  <a:lnTo>
                    <a:pt x="3349149" y="2148970"/>
                  </a:lnTo>
                  <a:lnTo>
                    <a:pt x="3380362" y="2117757"/>
                  </a:lnTo>
                  <a:lnTo>
                    <a:pt x="3407734" y="2083054"/>
                  </a:lnTo>
                  <a:lnTo>
                    <a:pt x="3430915" y="2045210"/>
                  </a:lnTo>
                  <a:lnTo>
                    <a:pt x="3449554" y="2004577"/>
                  </a:lnTo>
                  <a:lnTo>
                    <a:pt x="3463301" y="1961504"/>
                  </a:lnTo>
                  <a:lnTo>
                    <a:pt x="3471807" y="1916341"/>
                  </a:lnTo>
                  <a:lnTo>
                    <a:pt x="3474720" y="1869440"/>
                  </a:lnTo>
                  <a:lnTo>
                    <a:pt x="3474720" y="373888"/>
                  </a:lnTo>
                  <a:lnTo>
                    <a:pt x="3471807" y="326986"/>
                  </a:lnTo>
                  <a:lnTo>
                    <a:pt x="3463301" y="281823"/>
                  </a:lnTo>
                  <a:lnTo>
                    <a:pt x="3449554" y="238750"/>
                  </a:lnTo>
                  <a:lnTo>
                    <a:pt x="3430915" y="198117"/>
                  </a:lnTo>
                  <a:lnTo>
                    <a:pt x="3407734" y="160273"/>
                  </a:lnTo>
                  <a:lnTo>
                    <a:pt x="3380362" y="125570"/>
                  </a:lnTo>
                  <a:lnTo>
                    <a:pt x="3349149" y="94357"/>
                  </a:lnTo>
                  <a:lnTo>
                    <a:pt x="3314446" y="66985"/>
                  </a:lnTo>
                  <a:lnTo>
                    <a:pt x="3276602" y="43804"/>
                  </a:lnTo>
                  <a:lnTo>
                    <a:pt x="3235969" y="25165"/>
                  </a:lnTo>
                  <a:lnTo>
                    <a:pt x="3192896" y="11418"/>
                  </a:lnTo>
                  <a:lnTo>
                    <a:pt x="3147733" y="2912"/>
                  </a:lnTo>
                  <a:lnTo>
                    <a:pt x="3100831" y="0"/>
                  </a:lnTo>
                  <a:close/>
                </a:path>
              </a:pathLst>
            </a:custGeom>
            <a:solidFill>
              <a:srgbClr val="FFFF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8477250" y="2297429"/>
              <a:ext cx="3474720" cy="2243455"/>
            </a:xfrm>
            <a:custGeom>
              <a:avLst/>
              <a:gdLst/>
              <a:ahLst/>
              <a:cxnLst/>
              <a:rect l="l" t="t" r="r" b="b"/>
              <a:pathLst>
                <a:path w="3474720" h="2243454">
                  <a:moveTo>
                    <a:pt x="0" y="373888"/>
                  </a:moveTo>
                  <a:lnTo>
                    <a:pt x="2912" y="326986"/>
                  </a:lnTo>
                  <a:lnTo>
                    <a:pt x="11418" y="281823"/>
                  </a:lnTo>
                  <a:lnTo>
                    <a:pt x="25165" y="238750"/>
                  </a:lnTo>
                  <a:lnTo>
                    <a:pt x="43804" y="198117"/>
                  </a:lnTo>
                  <a:lnTo>
                    <a:pt x="66985" y="160273"/>
                  </a:lnTo>
                  <a:lnTo>
                    <a:pt x="94357" y="125570"/>
                  </a:lnTo>
                  <a:lnTo>
                    <a:pt x="125570" y="94357"/>
                  </a:lnTo>
                  <a:lnTo>
                    <a:pt x="160273" y="66985"/>
                  </a:lnTo>
                  <a:lnTo>
                    <a:pt x="198117" y="43804"/>
                  </a:lnTo>
                  <a:lnTo>
                    <a:pt x="238750" y="25165"/>
                  </a:lnTo>
                  <a:lnTo>
                    <a:pt x="281823" y="11418"/>
                  </a:lnTo>
                  <a:lnTo>
                    <a:pt x="326986" y="2912"/>
                  </a:lnTo>
                  <a:lnTo>
                    <a:pt x="373888" y="0"/>
                  </a:lnTo>
                  <a:lnTo>
                    <a:pt x="3100831" y="0"/>
                  </a:lnTo>
                  <a:lnTo>
                    <a:pt x="3147733" y="2912"/>
                  </a:lnTo>
                  <a:lnTo>
                    <a:pt x="3192896" y="11418"/>
                  </a:lnTo>
                  <a:lnTo>
                    <a:pt x="3235969" y="25165"/>
                  </a:lnTo>
                  <a:lnTo>
                    <a:pt x="3276602" y="43804"/>
                  </a:lnTo>
                  <a:lnTo>
                    <a:pt x="3314446" y="66985"/>
                  </a:lnTo>
                  <a:lnTo>
                    <a:pt x="3349149" y="94357"/>
                  </a:lnTo>
                  <a:lnTo>
                    <a:pt x="3380362" y="125570"/>
                  </a:lnTo>
                  <a:lnTo>
                    <a:pt x="3407734" y="160273"/>
                  </a:lnTo>
                  <a:lnTo>
                    <a:pt x="3430915" y="198117"/>
                  </a:lnTo>
                  <a:lnTo>
                    <a:pt x="3449554" y="238750"/>
                  </a:lnTo>
                  <a:lnTo>
                    <a:pt x="3463301" y="281823"/>
                  </a:lnTo>
                  <a:lnTo>
                    <a:pt x="3471807" y="326986"/>
                  </a:lnTo>
                  <a:lnTo>
                    <a:pt x="3474720" y="373888"/>
                  </a:lnTo>
                  <a:lnTo>
                    <a:pt x="3474720" y="1869440"/>
                  </a:lnTo>
                  <a:lnTo>
                    <a:pt x="3471807" y="1916341"/>
                  </a:lnTo>
                  <a:lnTo>
                    <a:pt x="3463301" y="1961504"/>
                  </a:lnTo>
                  <a:lnTo>
                    <a:pt x="3449554" y="2004577"/>
                  </a:lnTo>
                  <a:lnTo>
                    <a:pt x="3430915" y="2045210"/>
                  </a:lnTo>
                  <a:lnTo>
                    <a:pt x="3407734" y="2083054"/>
                  </a:lnTo>
                  <a:lnTo>
                    <a:pt x="3380362" y="2117757"/>
                  </a:lnTo>
                  <a:lnTo>
                    <a:pt x="3349149" y="2148970"/>
                  </a:lnTo>
                  <a:lnTo>
                    <a:pt x="3314446" y="2176342"/>
                  </a:lnTo>
                  <a:lnTo>
                    <a:pt x="3276602" y="2199523"/>
                  </a:lnTo>
                  <a:lnTo>
                    <a:pt x="3235969" y="2218162"/>
                  </a:lnTo>
                  <a:lnTo>
                    <a:pt x="3192896" y="2231909"/>
                  </a:lnTo>
                  <a:lnTo>
                    <a:pt x="3147733" y="2240415"/>
                  </a:lnTo>
                  <a:lnTo>
                    <a:pt x="3100831" y="2243328"/>
                  </a:lnTo>
                  <a:lnTo>
                    <a:pt x="373888" y="2243328"/>
                  </a:lnTo>
                  <a:lnTo>
                    <a:pt x="326986" y="2240415"/>
                  </a:lnTo>
                  <a:lnTo>
                    <a:pt x="281823" y="2231909"/>
                  </a:lnTo>
                  <a:lnTo>
                    <a:pt x="238750" y="2218162"/>
                  </a:lnTo>
                  <a:lnTo>
                    <a:pt x="198117" y="2199523"/>
                  </a:lnTo>
                  <a:lnTo>
                    <a:pt x="160273" y="2176342"/>
                  </a:lnTo>
                  <a:lnTo>
                    <a:pt x="125570" y="2148970"/>
                  </a:lnTo>
                  <a:lnTo>
                    <a:pt x="94357" y="2117757"/>
                  </a:lnTo>
                  <a:lnTo>
                    <a:pt x="66985" y="2083054"/>
                  </a:lnTo>
                  <a:lnTo>
                    <a:pt x="43804" y="2045210"/>
                  </a:lnTo>
                  <a:lnTo>
                    <a:pt x="25165" y="2004577"/>
                  </a:lnTo>
                  <a:lnTo>
                    <a:pt x="11418" y="1961504"/>
                  </a:lnTo>
                  <a:lnTo>
                    <a:pt x="2912" y="1916341"/>
                  </a:lnTo>
                  <a:lnTo>
                    <a:pt x="0" y="1869440"/>
                  </a:lnTo>
                  <a:lnTo>
                    <a:pt x="0" y="37388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536173" y="3141725"/>
              <a:ext cx="317500" cy="334010"/>
            </a:xfrm>
            <a:custGeom>
              <a:avLst/>
              <a:gdLst/>
              <a:ahLst/>
              <a:cxnLst/>
              <a:rect l="l" t="t" r="r" b="b"/>
              <a:pathLst>
                <a:path w="317500" h="334010">
                  <a:moveTo>
                    <a:pt x="158496" y="0"/>
                  </a:moveTo>
                  <a:lnTo>
                    <a:pt x="116372" y="5958"/>
                  </a:lnTo>
                  <a:lnTo>
                    <a:pt x="78514" y="22775"/>
                  </a:lnTo>
                  <a:lnTo>
                    <a:pt x="46434" y="48863"/>
                  </a:lnTo>
                  <a:lnTo>
                    <a:pt x="21646" y="82634"/>
                  </a:lnTo>
                  <a:lnTo>
                    <a:pt x="5663" y="122502"/>
                  </a:lnTo>
                  <a:lnTo>
                    <a:pt x="0" y="166877"/>
                  </a:lnTo>
                  <a:lnTo>
                    <a:pt x="5663" y="211253"/>
                  </a:lnTo>
                  <a:lnTo>
                    <a:pt x="21646" y="251121"/>
                  </a:lnTo>
                  <a:lnTo>
                    <a:pt x="46434" y="284892"/>
                  </a:lnTo>
                  <a:lnTo>
                    <a:pt x="78514" y="310980"/>
                  </a:lnTo>
                  <a:lnTo>
                    <a:pt x="116372" y="327797"/>
                  </a:lnTo>
                  <a:lnTo>
                    <a:pt x="158496" y="333756"/>
                  </a:lnTo>
                  <a:lnTo>
                    <a:pt x="200619" y="327797"/>
                  </a:lnTo>
                  <a:lnTo>
                    <a:pt x="238477" y="310980"/>
                  </a:lnTo>
                  <a:lnTo>
                    <a:pt x="270557" y="284892"/>
                  </a:lnTo>
                  <a:lnTo>
                    <a:pt x="295345" y="251121"/>
                  </a:lnTo>
                  <a:lnTo>
                    <a:pt x="311328" y="211253"/>
                  </a:lnTo>
                  <a:lnTo>
                    <a:pt x="316992" y="166877"/>
                  </a:lnTo>
                  <a:lnTo>
                    <a:pt x="311328" y="122502"/>
                  </a:lnTo>
                  <a:lnTo>
                    <a:pt x="295345" y="82634"/>
                  </a:lnTo>
                  <a:lnTo>
                    <a:pt x="270557" y="48863"/>
                  </a:lnTo>
                  <a:lnTo>
                    <a:pt x="238477" y="22775"/>
                  </a:lnTo>
                  <a:lnTo>
                    <a:pt x="200619" y="5958"/>
                  </a:lnTo>
                  <a:lnTo>
                    <a:pt x="158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536173" y="3141725"/>
              <a:ext cx="317500" cy="334010"/>
            </a:xfrm>
            <a:custGeom>
              <a:avLst/>
              <a:gdLst/>
              <a:ahLst/>
              <a:cxnLst/>
              <a:rect l="l" t="t" r="r" b="b"/>
              <a:pathLst>
                <a:path w="317500" h="334010">
                  <a:moveTo>
                    <a:pt x="0" y="166877"/>
                  </a:moveTo>
                  <a:lnTo>
                    <a:pt x="5663" y="122502"/>
                  </a:lnTo>
                  <a:lnTo>
                    <a:pt x="21646" y="82634"/>
                  </a:lnTo>
                  <a:lnTo>
                    <a:pt x="46434" y="48863"/>
                  </a:lnTo>
                  <a:lnTo>
                    <a:pt x="78514" y="22775"/>
                  </a:lnTo>
                  <a:lnTo>
                    <a:pt x="116372" y="5958"/>
                  </a:lnTo>
                  <a:lnTo>
                    <a:pt x="158496" y="0"/>
                  </a:lnTo>
                  <a:lnTo>
                    <a:pt x="200619" y="5958"/>
                  </a:lnTo>
                  <a:lnTo>
                    <a:pt x="238477" y="22775"/>
                  </a:lnTo>
                  <a:lnTo>
                    <a:pt x="270557" y="48863"/>
                  </a:lnTo>
                  <a:lnTo>
                    <a:pt x="295345" y="82634"/>
                  </a:lnTo>
                  <a:lnTo>
                    <a:pt x="311328" y="122502"/>
                  </a:lnTo>
                  <a:lnTo>
                    <a:pt x="316992" y="166877"/>
                  </a:lnTo>
                  <a:lnTo>
                    <a:pt x="311328" y="211253"/>
                  </a:lnTo>
                  <a:lnTo>
                    <a:pt x="295345" y="251121"/>
                  </a:lnTo>
                  <a:lnTo>
                    <a:pt x="270557" y="284892"/>
                  </a:lnTo>
                  <a:lnTo>
                    <a:pt x="238477" y="310980"/>
                  </a:lnTo>
                  <a:lnTo>
                    <a:pt x="200619" y="327797"/>
                  </a:lnTo>
                  <a:lnTo>
                    <a:pt x="158496" y="333756"/>
                  </a:lnTo>
                  <a:lnTo>
                    <a:pt x="116372" y="327797"/>
                  </a:lnTo>
                  <a:lnTo>
                    <a:pt x="78514" y="310980"/>
                  </a:lnTo>
                  <a:lnTo>
                    <a:pt x="46434" y="284892"/>
                  </a:lnTo>
                  <a:lnTo>
                    <a:pt x="21646" y="251121"/>
                  </a:lnTo>
                  <a:lnTo>
                    <a:pt x="5663" y="211253"/>
                  </a:lnTo>
                  <a:lnTo>
                    <a:pt x="0" y="166877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05585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FFFFFF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05585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0796016" y="2806191"/>
              <a:ext cx="463550" cy="1193800"/>
            </a:xfrm>
            <a:custGeom>
              <a:avLst/>
              <a:gdLst/>
              <a:ahLst/>
              <a:cxnLst/>
              <a:rect l="l" t="t" r="r" b="b"/>
              <a:pathLst>
                <a:path w="463550" h="1193800">
                  <a:moveTo>
                    <a:pt x="315595" y="15748"/>
                  </a:moveTo>
                  <a:lnTo>
                    <a:pt x="295656" y="0"/>
                  </a:lnTo>
                  <a:lnTo>
                    <a:pt x="78219" y="277736"/>
                  </a:lnTo>
                  <a:lnTo>
                    <a:pt x="38227" y="246380"/>
                  </a:lnTo>
                  <a:lnTo>
                    <a:pt x="9906" y="385572"/>
                  </a:lnTo>
                  <a:lnTo>
                    <a:pt x="138176" y="324739"/>
                  </a:lnTo>
                  <a:lnTo>
                    <a:pt x="110959" y="303403"/>
                  </a:lnTo>
                  <a:lnTo>
                    <a:pt x="98221" y="293433"/>
                  </a:lnTo>
                  <a:lnTo>
                    <a:pt x="315595" y="15748"/>
                  </a:lnTo>
                  <a:close/>
                </a:path>
                <a:path w="463550" h="1193800">
                  <a:moveTo>
                    <a:pt x="463550" y="1193292"/>
                  </a:moveTo>
                  <a:lnTo>
                    <a:pt x="446455" y="1111631"/>
                  </a:lnTo>
                  <a:lnTo>
                    <a:pt x="434467" y="1054354"/>
                  </a:lnTo>
                  <a:lnTo>
                    <a:pt x="394741" y="1085862"/>
                  </a:lnTo>
                  <a:lnTo>
                    <a:pt x="19812" y="612648"/>
                  </a:lnTo>
                  <a:lnTo>
                    <a:pt x="0" y="628396"/>
                  </a:lnTo>
                  <a:lnTo>
                    <a:pt x="374777" y="1101699"/>
                  </a:lnTo>
                  <a:lnTo>
                    <a:pt x="335026" y="1133221"/>
                  </a:lnTo>
                  <a:lnTo>
                    <a:pt x="463550" y="1193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916939" y="4437706"/>
            <a:ext cx="10206355" cy="127698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15"/>
              </a:spcBef>
            </a:pPr>
            <a:r>
              <a:rPr dirty="0" sz="1600" b="1">
                <a:latin typeface="Consolas"/>
                <a:cs typeface="Consolas"/>
              </a:rPr>
              <a:t>Target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Function</a:t>
            </a:r>
            <a:endParaRPr sz="1600">
              <a:latin typeface="Consolas"/>
              <a:cs typeface="Consolas"/>
            </a:endParaRPr>
          </a:p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45">
                <a:latin typeface="Tahoma"/>
                <a:cs typeface="Tahoma"/>
              </a:rPr>
              <a:t>Focusing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110">
                <a:latin typeface="Tahoma"/>
                <a:cs typeface="Tahoma"/>
              </a:rPr>
              <a:t>on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instructions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that</a:t>
            </a:r>
            <a:r>
              <a:rPr dirty="0" sz="2000">
                <a:latin typeface="Tahoma"/>
                <a:cs typeface="Tahoma"/>
              </a:rPr>
              <a:t> use </a:t>
            </a:r>
            <a:r>
              <a:rPr dirty="0" u="sng" sz="2000" spc="6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2000" spc="-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values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8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from</a:t>
            </a:r>
            <a:r>
              <a:rPr dirty="0" u="sng" sz="2000" spc="-1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5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outside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1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of</a:t>
            </a:r>
            <a:r>
              <a:rPr dirty="0" u="sng" sz="2000" spc="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2000" spc="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7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Parameters,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global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variables,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...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842629" y="1240916"/>
            <a:ext cx="2696845" cy="3102610"/>
            <a:chOff x="8842629" y="1240916"/>
            <a:chExt cx="2696845" cy="3102610"/>
          </a:xfrm>
        </p:grpSpPr>
        <p:sp>
          <p:nvSpPr>
            <p:cNvPr id="14" name="object 14"/>
            <p:cNvSpPr/>
            <p:nvPr/>
          </p:nvSpPr>
          <p:spPr>
            <a:xfrm>
              <a:off x="11046714" y="1607057"/>
              <a:ext cx="317500" cy="335280"/>
            </a:xfrm>
            <a:custGeom>
              <a:avLst/>
              <a:gdLst/>
              <a:ahLst/>
              <a:cxnLst/>
              <a:rect l="l" t="t" r="r" b="b"/>
              <a:pathLst>
                <a:path w="317500" h="335280">
                  <a:moveTo>
                    <a:pt x="0" y="167639"/>
                  </a:moveTo>
                  <a:lnTo>
                    <a:pt x="5663" y="123075"/>
                  </a:lnTo>
                  <a:lnTo>
                    <a:pt x="21646" y="83029"/>
                  </a:lnTo>
                  <a:lnTo>
                    <a:pt x="46434" y="49101"/>
                  </a:lnTo>
                  <a:lnTo>
                    <a:pt x="78514" y="22888"/>
                  </a:lnTo>
                  <a:lnTo>
                    <a:pt x="116372" y="5988"/>
                  </a:lnTo>
                  <a:lnTo>
                    <a:pt x="158495" y="0"/>
                  </a:lnTo>
                  <a:lnTo>
                    <a:pt x="200619" y="5988"/>
                  </a:lnTo>
                  <a:lnTo>
                    <a:pt x="238477" y="22888"/>
                  </a:lnTo>
                  <a:lnTo>
                    <a:pt x="270557" y="49101"/>
                  </a:lnTo>
                  <a:lnTo>
                    <a:pt x="295345" y="83029"/>
                  </a:lnTo>
                  <a:lnTo>
                    <a:pt x="311328" y="123075"/>
                  </a:lnTo>
                  <a:lnTo>
                    <a:pt x="316991" y="167639"/>
                  </a:lnTo>
                  <a:lnTo>
                    <a:pt x="311328" y="212204"/>
                  </a:lnTo>
                  <a:lnTo>
                    <a:pt x="295345" y="252250"/>
                  </a:lnTo>
                  <a:lnTo>
                    <a:pt x="270557" y="286178"/>
                  </a:lnTo>
                  <a:lnTo>
                    <a:pt x="238477" y="312391"/>
                  </a:lnTo>
                  <a:lnTo>
                    <a:pt x="200619" y="329291"/>
                  </a:lnTo>
                  <a:lnTo>
                    <a:pt x="158495" y="335279"/>
                  </a:lnTo>
                  <a:lnTo>
                    <a:pt x="116372" y="329291"/>
                  </a:lnTo>
                  <a:lnTo>
                    <a:pt x="78514" y="312391"/>
                  </a:lnTo>
                  <a:lnTo>
                    <a:pt x="46434" y="286178"/>
                  </a:lnTo>
                  <a:lnTo>
                    <a:pt x="21646" y="252250"/>
                  </a:lnTo>
                  <a:lnTo>
                    <a:pt x="5663" y="212204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1148568" y="1942211"/>
              <a:ext cx="127000" cy="587375"/>
            </a:xfrm>
            <a:custGeom>
              <a:avLst/>
              <a:gdLst/>
              <a:ahLst/>
              <a:cxnLst/>
              <a:rect l="l" t="t" r="r" b="b"/>
              <a:pathLst>
                <a:path w="127000" h="587375">
                  <a:moveTo>
                    <a:pt x="50739" y="460121"/>
                  </a:moveTo>
                  <a:lnTo>
                    <a:pt x="0" y="460883"/>
                  </a:lnTo>
                  <a:lnTo>
                    <a:pt x="65277" y="586866"/>
                  </a:lnTo>
                  <a:lnTo>
                    <a:pt x="120319" y="472821"/>
                  </a:lnTo>
                  <a:lnTo>
                    <a:pt x="50926" y="472821"/>
                  </a:lnTo>
                  <a:lnTo>
                    <a:pt x="50750" y="460883"/>
                  </a:lnTo>
                  <a:lnTo>
                    <a:pt x="50739" y="460121"/>
                  </a:lnTo>
                  <a:close/>
                </a:path>
                <a:path w="127000" h="587375">
                  <a:moveTo>
                    <a:pt x="76139" y="459740"/>
                  </a:moveTo>
                  <a:lnTo>
                    <a:pt x="50739" y="460121"/>
                  </a:lnTo>
                  <a:lnTo>
                    <a:pt x="50921" y="472439"/>
                  </a:lnTo>
                  <a:lnTo>
                    <a:pt x="50926" y="472821"/>
                  </a:lnTo>
                  <a:lnTo>
                    <a:pt x="76326" y="472439"/>
                  </a:lnTo>
                  <a:lnTo>
                    <a:pt x="76156" y="460883"/>
                  </a:lnTo>
                  <a:lnTo>
                    <a:pt x="76139" y="459740"/>
                  </a:lnTo>
                  <a:close/>
                </a:path>
                <a:path w="127000" h="587375">
                  <a:moveTo>
                    <a:pt x="127000" y="458977"/>
                  </a:moveTo>
                  <a:lnTo>
                    <a:pt x="76139" y="459740"/>
                  </a:lnTo>
                  <a:lnTo>
                    <a:pt x="76326" y="472439"/>
                  </a:lnTo>
                  <a:lnTo>
                    <a:pt x="50926" y="472821"/>
                  </a:lnTo>
                  <a:lnTo>
                    <a:pt x="120319" y="472821"/>
                  </a:lnTo>
                  <a:lnTo>
                    <a:pt x="127000" y="458977"/>
                  </a:lnTo>
                  <a:close/>
                </a:path>
                <a:path w="127000" h="587375">
                  <a:moveTo>
                    <a:pt x="69341" y="0"/>
                  </a:moveTo>
                  <a:lnTo>
                    <a:pt x="43941" y="253"/>
                  </a:lnTo>
                  <a:lnTo>
                    <a:pt x="50722" y="458977"/>
                  </a:lnTo>
                  <a:lnTo>
                    <a:pt x="50739" y="460121"/>
                  </a:lnTo>
                  <a:lnTo>
                    <a:pt x="76139" y="459740"/>
                  </a:lnTo>
                  <a:lnTo>
                    <a:pt x="69345" y="253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214354" y="3950969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5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214354" y="3950969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5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0277094" y="3822953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3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8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3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7" y="166878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277094" y="3822953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7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420731" y="3422268"/>
              <a:ext cx="175260" cy="400050"/>
            </a:xfrm>
            <a:custGeom>
              <a:avLst/>
              <a:gdLst/>
              <a:ahLst/>
              <a:cxnLst/>
              <a:rect l="l" t="t" r="r" b="b"/>
              <a:pathLst>
                <a:path w="175259" h="400050">
                  <a:moveTo>
                    <a:pt x="0" y="258571"/>
                  </a:moveTo>
                  <a:lnTo>
                    <a:pt x="14859" y="399795"/>
                  </a:lnTo>
                  <a:lnTo>
                    <a:pt x="118872" y="303148"/>
                  </a:lnTo>
                  <a:lnTo>
                    <a:pt x="102954" y="297179"/>
                  </a:lnTo>
                  <a:lnTo>
                    <a:pt x="66928" y="297179"/>
                  </a:lnTo>
                  <a:lnTo>
                    <a:pt x="43052" y="288289"/>
                  </a:lnTo>
                  <a:lnTo>
                    <a:pt x="47514" y="276389"/>
                  </a:lnTo>
                  <a:lnTo>
                    <a:pt x="0" y="258571"/>
                  </a:lnTo>
                  <a:close/>
                </a:path>
                <a:path w="175259" h="400050">
                  <a:moveTo>
                    <a:pt x="47514" y="276389"/>
                  </a:moveTo>
                  <a:lnTo>
                    <a:pt x="43052" y="288289"/>
                  </a:lnTo>
                  <a:lnTo>
                    <a:pt x="66928" y="297179"/>
                  </a:lnTo>
                  <a:lnTo>
                    <a:pt x="71364" y="285333"/>
                  </a:lnTo>
                  <a:lnTo>
                    <a:pt x="47514" y="276389"/>
                  </a:lnTo>
                  <a:close/>
                </a:path>
                <a:path w="175259" h="400050">
                  <a:moveTo>
                    <a:pt x="71364" y="285333"/>
                  </a:moveTo>
                  <a:lnTo>
                    <a:pt x="66928" y="297179"/>
                  </a:lnTo>
                  <a:lnTo>
                    <a:pt x="102954" y="297179"/>
                  </a:lnTo>
                  <a:lnTo>
                    <a:pt x="71364" y="285333"/>
                  </a:lnTo>
                  <a:close/>
                </a:path>
                <a:path w="175259" h="400050">
                  <a:moveTo>
                    <a:pt x="151129" y="0"/>
                  </a:moveTo>
                  <a:lnTo>
                    <a:pt x="47514" y="276389"/>
                  </a:lnTo>
                  <a:lnTo>
                    <a:pt x="71364" y="285333"/>
                  </a:lnTo>
                  <a:lnTo>
                    <a:pt x="174878" y="8889"/>
                  </a:lnTo>
                  <a:lnTo>
                    <a:pt x="151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8852154" y="1806701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387078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3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3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FFFFF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387078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111234" y="2084831"/>
              <a:ext cx="322580" cy="492125"/>
            </a:xfrm>
            <a:custGeom>
              <a:avLst/>
              <a:gdLst/>
              <a:ahLst/>
              <a:cxnLst/>
              <a:rect l="l" t="t" r="r" b="b"/>
              <a:pathLst>
                <a:path w="322579" h="492125">
                  <a:moveTo>
                    <a:pt x="243073" y="392035"/>
                  </a:moveTo>
                  <a:lnTo>
                    <a:pt x="200279" y="419480"/>
                  </a:lnTo>
                  <a:lnTo>
                    <a:pt x="322452" y="492125"/>
                  </a:lnTo>
                  <a:lnTo>
                    <a:pt x="312804" y="402716"/>
                  </a:lnTo>
                  <a:lnTo>
                    <a:pt x="249936" y="402716"/>
                  </a:lnTo>
                  <a:lnTo>
                    <a:pt x="243073" y="392035"/>
                  </a:lnTo>
                  <a:close/>
                </a:path>
                <a:path w="322579" h="492125">
                  <a:moveTo>
                    <a:pt x="264424" y="378342"/>
                  </a:moveTo>
                  <a:lnTo>
                    <a:pt x="243073" y="392035"/>
                  </a:lnTo>
                  <a:lnTo>
                    <a:pt x="249936" y="402716"/>
                  </a:lnTo>
                  <a:lnTo>
                    <a:pt x="271272" y="389000"/>
                  </a:lnTo>
                  <a:lnTo>
                    <a:pt x="264424" y="378342"/>
                  </a:lnTo>
                  <a:close/>
                </a:path>
                <a:path w="322579" h="492125">
                  <a:moveTo>
                    <a:pt x="307213" y="350900"/>
                  </a:moveTo>
                  <a:lnTo>
                    <a:pt x="264424" y="378342"/>
                  </a:lnTo>
                  <a:lnTo>
                    <a:pt x="271272" y="389000"/>
                  </a:lnTo>
                  <a:lnTo>
                    <a:pt x="249936" y="402716"/>
                  </a:lnTo>
                  <a:lnTo>
                    <a:pt x="312804" y="402716"/>
                  </a:lnTo>
                  <a:lnTo>
                    <a:pt x="307213" y="350900"/>
                  </a:lnTo>
                  <a:close/>
                </a:path>
                <a:path w="322579" h="492125">
                  <a:moveTo>
                    <a:pt x="21336" y="0"/>
                  </a:moveTo>
                  <a:lnTo>
                    <a:pt x="0" y="13715"/>
                  </a:lnTo>
                  <a:lnTo>
                    <a:pt x="243073" y="392035"/>
                  </a:lnTo>
                  <a:lnTo>
                    <a:pt x="264424" y="37834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428226" y="3251453"/>
              <a:ext cx="315595" cy="335280"/>
            </a:xfrm>
            <a:custGeom>
              <a:avLst/>
              <a:gdLst/>
              <a:ahLst/>
              <a:cxnLst/>
              <a:rect l="l" t="t" r="r" b="b"/>
              <a:pathLst>
                <a:path w="315595" h="335279">
                  <a:moveTo>
                    <a:pt x="157733" y="0"/>
                  </a:moveTo>
                  <a:lnTo>
                    <a:pt x="115799" y="5988"/>
                  </a:lnTo>
                  <a:lnTo>
                    <a:pt x="78119" y="22888"/>
                  </a:lnTo>
                  <a:lnTo>
                    <a:pt x="46196" y="49101"/>
                  </a:lnTo>
                  <a:lnTo>
                    <a:pt x="21533" y="83029"/>
                  </a:lnTo>
                  <a:lnTo>
                    <a:pt x="5633" y="123075"/>
                  </a:lnTo>
                  <a:lnTo>
                    <a:pt x="0" y="167640"/>
                  </a:lnTo>
                  <a:lnTo>
                    <a:pt x="5633" y="212204"/>
                  </a:lnTo>
                  <a:lnTo>
                    <a:pt x="21533" y="252250"/>
                  </a:lnTo>
                  <a:lnTo>
                    <a:pt x="46196" y="286178"/>
                  </a:lnTo>
                  <a:lnTo>
                    <a:pt x="78119" y="312391"/>
                  </a:lnTo>
                  <a:lnTo>
                    <a:pt x="115799" y="329291"/>
                  </a:lnTo>
                  <a:lnTo>
                    <a:pt x="157733" y="335280"/>
                  </a:lnTo>
                  <a:lnTo>
                    <a:pt x="199668" y="329291"/>
                  </a:lnTo>
                  <a:lnTo>
                    <a:pt x="237348" y="312391"/>
                  </a:lnTo>
                  <a:lnTo>
                    <a:pt x="269271" y="286178"/>
                  </a:lnTo>
                  <a:lnTo>
                    <a:pt x="293934" y="252250"/>
                  </a:lnTo>
                  <a:lnTo>
                    <a:pt x="309834" y="212204"/>
                  </a:lnTo>
                  <a:lnTo>
                    <a:pt x="315468" y="167640"/>
                  </a:lnTo>
                  <a:lnTo>
                    <a:pt x="309834" y="123075"/>
                  </a:lnTo>
                  <a:lnTo>
                    <a:pt x="293934" y="83029"/>
                  </a:lnTo>
                  <a:lnTo>
                    <a:pt x="269271" y="49101"/>
                  </a:lnTo>
                  <a:lnTo>
                    <a:pt x="237348" y="22888"/>
                  </a:lnTo>
                  <a:lnTo>
                    <a:pt x="199668" y="598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428226" y="3251453"/>
              <a:ext cx="315595" cy="335280"/>
            </a:xfrm>
            <a:custGeom>
              <a:avLst/>
              <a:gdLst/>
              <a:ahLst/>
              <a:cxnLst/>
              <a:rect l="l" t="t" r="r" b="b"/>
              <a:pathLst>
                <a:path w="315595" h="335279">
                  <a:moveTo>
                    <a:pt x="0" y="167640"/>
                  </a:moveTo>
                  <a:lnTo>
                    <a:pt x="5633" y="123075"/>
                  </a:lnTo>
                  <a:lnTo>
                    <a:pt x="21533" y="83029"/>
                  </a:lnTo>
                  <a:lnTo>
                    <a:pt x="46196" y="49101"/>
                  </a:lnTo>
                  <a:lnTo>
                    <a:pt x="78119" y="22888"/>
                  </a:lnTo>
                  <a:lnTo>
                    <a:pt x="115799" y="5988"/>
                  </a:lnTo>
                  <a:lnTo>
                    <a:pt x="157733" y="0"/>
                  </a:lnTo>
                  <a:lnTo>
                    <a:pt x="199668" y="5988"/>
                  </a:lnTo>
                  <a:lnTo>
                    <a:pt x="237348" y="22888"/>
                  </a:lnTo>
                  <a:lnTo>
                    <a:pt x="269271" y="49101"/>
                  </a:lnTo>
                  <a:lnTo>
                    <a:pt x="293934" y="83029"/>
                  </a:lnTo>
                  <a:lnTo>
                    <a:pt x="309834" y="123075"/>
                  </a:lnTo>
                  <a:lnTo>
                    <a:pt x="315468" y="167640"/>
                  </a:lnTo>
                  <a:lnTo>
                    <a:pt x="309834" y="212204"/>
                  </a:lnTo>
                  <a:lnTo>
                    <a:pt x="293934" y="252250"/>
                  </a:lnTo>
                  <a:lnTo>
                    <a:pt x="269271" y="286178"/>
                  </a:lnTo>
                  <a:lnTo>
                    <a:pt x="237348" y="312391"/>
                  </a:lnTo>
                  <a:lnTo>
                    <a:pt x="199668" y="329291"/>
                  </a:lnTo>
                  <a:lnTo>
                    <a:pt x="157733" y="335280"/>
                  </a:lnTo>
                  <a:lnTo>
                    <a:pt x="115799" y="329291"/>
                  </a:lnTo>
                  <a:lnTo>
                    <a:pt x="78119" y="312391"/>
                  </a:lnTo>
                  <a:lnTo>
                    <a:pt x="46196" y="286178"/>
                  </a:lnTo>
                  <a:lnTo>
                    <a:pt x="21533" y="252250"/>
                  </a:lnTo>
                  <a:lnTo>
                    <a:pt x="5633" y="212204"/>
                  </a:lnTo>
                  <a:lnTo>
                    <a:pt x="0" y="16764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509887" y="2861563"/>
              <a:ext cx="126364" cy="391160"/>
            </a:xfrm>
            <a:custGeom>
              <a:avLst/>
              <a:gdLst/>
              <a:ahLst/>
              <a:cxnLst/>
              <a:rect l="l" t="t" r="r" b="b"/>
              <a:pathLst>
                <a:path w="126365" h="391160">
                  <a:moveTo>
                    <a:pt x="50501" y="265993"/>
                  </a:moveTo>
                  <a:lnTo>
                    <a:pt x="0" y="271272"/>
                  </a:lnTo>
                  <a:lnTo>
                    <a:pt x="76327" y="391033"/>
                  </a:lnTo>
                  <a:lnTo>
                    <a:pt x="118622" y="278638"/>
                  </a:lnTo>
                  <a:lnTo>
                    <a:pt x="51816" y="278638"/>
                  </a:lnTo>
                  <a:lnTo>
                    <a:pt x="50501" y="265993"/>
                  </a:lnTo>
                  <a:close/>
                </a:path>
                <a:path w="126365" h="391160">
                  <a:moveTo>
                    <a:pt x="75770" y="263352"/>
                  </a:moveTo>
                  <a:lnTo>
                    <a:pt x="50501" y="265993"/>
                  </a:lnTo>
                  <a:lnTo>
                    <a:pt x="51816" y="278638"/>
                  </a:lnTo>
                  <a:lnTo>
                    <a:pt x="77089" y="275971"/>
                  </a:lnTo>
                  <a:lnTo>
                    <a:pt x="75770" y="263352"/>
                  </a:lnTo>
                  <a:close/>
                </a:path>
                <a:path w="126365" h="391160">
                  <a:moveTo>
                    <a:pt x="126365" y="258063"/>
                  </a:moveTo>
                  <a:lnTo>
                    <a:pt x="75770" y="263352"/>
                  </a:lnTo>
                  <a:lnTo>
                    <a:pt x="77089" y="275971"/>
                  </a:lnTo>
                  <a:lnTo>
                    <a:pt x="51816" y="278638"/>
                  </a:lnTo>
                  <a:lnTo>
                    <a:pt x="118622" y="278638"/>
                  </a:lnTo>
                  <a:lnTo>
                    <a:pt x="126365" y="258063"/>
                  </a:lnTo>
                  <a:close/>
                </a:path>
                <a:path w="126365" h="391160">
                  <a:moveTo>
                    <a:pt x="48260" y="0"/>
                  </a:moveTo>
                  <a:lnTo>
                    <a:pt x="23114" y="2539"/>
                  </a:lnTo>
                  <a:lnTo>
                    <a:pt x="50501" y="265993"/>
                  </a:lnTo>
                  <a:lnTo>
                    <a:pt x="75770" y="263352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8954262" y="399973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8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8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954262" y="399973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112758" y="3528568"/>
              <a:ext cx="372110" cy="471170"/>
            </a:xfrm>
            <a:custGeom>
              <a:avLst/>
              <a:gdLst/>
              <a:ahLst/>
              <a:cxnLst/>
              <a:rect l="l" t="t" r="r" b="b"/>
              <a:pathLst>
                <a:path w="372109" h="471170">
                  <a:moveTo>
                    <a:pt x="28194" y="331597"/>
                  </a:moveTo>
                  <a:lnTo>
                    <a:pt x="0" y="470789"/>
                  </a:lnTo>
                  <a:lnTo>
                    <a:pt x="128270" y="409829"/>
                  </a:lnTo>
                  <a:lnTo>
                    <a:pt x="101139" y="388620"/>
                  </a:lnTo>
                  <a:lnTo>
                    <a:pt x="80391" y="388620"/>
                  </a:lnTo>
                  <a:lnTo>
                    <a:pt x="60451" y="372872"/>
                  </a:lnTo>
                  <a:lnTo>
                    <a:pt x="68245" y="362906"/>
                  </a:lnTo>
                  <a:lnTo>
                    <a:pt x="28194" y="331597"/>
                  </a:lnTo>
                  <a:close/>
                </a:path>
                <a:path w="372109" h="471170">
                  <a:moveTo>
                    <a:pt x="68245" y="362906"/>
                  </a:moveTo>
                  <a:lnTo>
                    <a:pt x="60451" y="372872"/>
                  </a:lnTo>
                  <a:lnTo>
                    <a:pt x="80391" y="388620"/>
                  </a:lnTo>
                  <a:lnTo>
                    <a:pt x="88264" y="378555"/>
                  </a:lnTo>
                  <a:lnTo>
                    <a:pt x="68245" y="362906"/>
                  </a:lnTo>
                  <a:close/>
                </a:path>
                <a:path w="372109" h="471170">
                  <a:moveTo>
                    <a:pt x="88264" y="378555"/>
                  </a:moveTo>
                  <a:lnTo>
                    <a:pt x="80391" y="388620"/>
                  </a:lnTo>
                  <a:lnTo>
                    <a:pt x="101139" y="388620"/>
                  </a:lnTo>
                  <a:lnTo>
                    <a:pt x="88264" y="378555"/>
                  </a:lnTo>
                  <a:close/>
                </a:path>
                <a:path w="372109" h="471170">
                  <a:moveTo>
                    <a:pt x="352044" y="0"/>
                  </a:moveTo>
                  <a:lnTo>
                    <a:pt x="68245" y="362906"/>
                  </a:lnTo>
                  <a:lnTo>
                    <a:pt x="88264" y="378555"/>
                  </a:lnTo>
                  <a:lnTo>
                    <a:pt x="372110" y="15748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387078" y="1250441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09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121902" y="1526539"/>
              <a:ext cx="321310" cy="328930"/>
            </a:xfrm>
            <a:custGeom>
              <a:avLst/>
              <a:gdLst/>
              <a:ahLst/>
              <a:cxnLst/>
              <a:rect l="l" t="t" r="r" b="b"/>
              <a:pathLst>
                <a:path w="321309" h="328930">
                  <a:moveTo>
                    <a:pt x="43179" y="193675"/>
                  </a:moveTo>
                  <a:lnTo>
                    <a:pt x="0" y="328930"/>
                  </a:lnTo>
                  <a:lnTo>
                    <a:pt x="134112" y="282321"/>
                  </a:lnTo>
                  <a:lnTo>
                    <a:pt x="107014" y="255905"/>
                  </a:lnTo>
                  <a:lnTo>
                    <a:pt x="88900" y="255905"/>
                  </a:lnTo>
                  <a:lnTo>
                    <a:pt x="70612" y="238251"/>
                  </a:lnTo>
                  <a:lnTo>
                    <a:pt x="79521" y="229103"/>
                  </a:lnTo>
                  <a:lnTo>
                    <a:pt x="43179" y="193675"/>
                  </a:lnTo>
                  <a:close/>
                </a:path>
                <a:path w="321309" h="328930">
                  <a:moveTo>
                    <a:pt x="79521" y="229103"/>
                  </a:moveTo>
                  <a:lnTo>
                    <a:pt x="70612" y="238251"/>
                  </a:lnTo>
                  <a:lnTo>
                    <a:pt x="88900" y="255905"/>
                  </a:lnTo>
                  <a:lnTo>
                    <a:pt x="97722" y="246846"/>
                  </a:lnTo>
                  <a:lnTo>
                    <a:pt x="79521" y="229103"/>
                  </a:lnTo>
                  <a:close/>
                </a:path>
                <a:path w="321309" h="328930">
                  <a:moveTo>
                    <a:pt x="97722" y="246846"/>
                  </a:moveTo>
                  <a:lnTo>
                    <a:pt x="88900" y="255905"/>
                  </a:lnTo>
                  <a:lnTo>
                    <a:pt x="107014" y="255905"/>
                  </a:lnTo>
                  <a:lnTo>
                    <a:pt x="97722" y="246846"/>
                  </a:lnTo>
                  <a:close/>
                </a:path>
                <a:path w="321309" h="328930">
                  <a:moveTo>
                    <a:pt x="302641" y="0"/>
                  </a:moveTo>
                  <a:lnTo>
                    <a:pt x="79521" y="229103"/>
                  </a:lnTo>
                  <a:lnTo>
                    <a:pt x="97722" y="246846"/>
                  </a:lnTo>
                  <a:lnTo>
                    <a:pt x="320801" y="17780"/>
                  </a:lnTo>
                  <a:lnTo>
                    <a:pt x="302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467725" y="1240916"/>
            <a:ext cx="3493770" cy="3309620"/>
            <a:chOff x="8467725" y="1240916"/>
            <a:chExt cx="3493770" cy="3309620"/>
          </a:xfrm>
        </p:grpSpPr>
        <p:sp>
          <p:nvSpPr>
            <p:cNvPr id="4" name="object 4"/>
            <p:cNvSpPr/>
            <p:nvPr/>
          </p:nvSpPr>
          <p:spPr>
            <a:xfrm>
              <a:off x="8477250" y="2297430"/>
              <a:ext cx="3474720" cy="2243455"/>
            </a:xfrm>
            <a:custGeom>
              <a:avLst/>
              <a:gdLst/>
              <a:ahLst/>
              <a:cxnLst/>
              <a:rect l="l" t="t" r="r" b="b"/>
              <a:pathLst>
                <a:path w="3474720" h="2243454">
                  <a:moveTo>
                    <a:pt x="3100831" y="0"/>
                  </a:moveTo>
                  <a:lnTo>
                    <a:pt x="373888" y="0"/>
                  </a:lnTo>
                  <a:lnTo>
                    <a:pt x="326986" y="2912"/>
                  </a:lnTo>
                  <a:lnTo>
                    <a:pt x="281823" y="11418"/>
                  </a:lnTo>
                  <a:lnTo>
                    <a:pt x="238750" y="25165"/>
                  </a:lnTo>
                  <a:lnTo>
                    <a:pt x="198117" y="43804"/>
                  </a:lnTo>
                  <a:lnTo>
                    <a:pt x="160273" y="66985"/>
                  </a:lnTo>
                  <a:lnTo>
                    <a:pt x="125570" y="94357"/>
                  </a:lnTo>
                  <a:lnTo>
                    <a:pt x="94357" y="125570"/>
                  </a:lnTo>
                  <a:lnTo>
                    <a:pt x="66985" y="160273"/>
                  </a:lnTo>
                  <a:lnTo>
                    <a:pt x="43804" y="198117"/>
                  </a:lnTo>
                  <a:lnTo>
                    <a:pt x="25165" y="238750"/>
                  </a:lnTo>
                  <a:lnTo>
                    <a:pt x="11418" y="281823"/>
                  </a:lnTo>
                  <a:lnTo>
                    <a:pt x="2912" y="326986"/>
                  </a:lnTo>
                  <a:lnTo>
                    <a:pt x="0" y="373888"/>
                  </a:lnTo>
                  <a:lnTo>
                    <a:pt x="0" y="1869440"/>
                  </a:lnTo>
                  <a:lnTo>
                    <a:pt x="2912" y="1916341"/>
                  </a:lnTo>
                  <a:lnTo>
                    <a:pt x="11418" y="1961504"/>
                  </a:lnTo>
                  <a:lnTo>
                    <a:pt x="25165" y="2004577"/>
                  </a:lnTo>
                  <a:lnTo>
                    <a:pt x="43804" y="2045210"/>
                  </a:lnTo>
                  <a:lnTo>
                    <a:pt x="66985" y="2083054"/>
                  </a:lnTo>
                  <a:lnTo>
                    <a:pt x="94357" y="2117757"/>
                  </a:lnTo>
                  <a:lnTo>
                    <a:pt x="125570" y="2148970"/>
                  </a:lnTo>
                  <a:lnTo>
                    <a:pt x="160273" y="2176342"/>
                  </a:lnTo>
                  <a:lnTo>
                    <a:pt x="198117" y="2199523"/>
                  </a:lnTo>
                  <a:lnTo>
                    <a:pt x="238750" y="2218162"/>
                  </a:lnTo>
                  <a:lnTo>
                    <a:pt x="281823" y="2231909"/>
                  </a:lnTo>
                  <a:lnTo>
                    <a:pt x="326986" y="2240415"/>
                  </a:lnTo>
                  <a:lnTo>
                    <a:pt x="373888" y="2243328"/>
                  </a:lnTo>
                  <a:lnTo>
                    <a:pt x="3100831" y="2243328"/>
                  </a:lnTo>
                  <a:lnTo>
                    <a:pt x="3147733" y="2240415"/>
                  </a:lnTo>
                  <a:lnTo>
                    <a:pt x="3192896" y="2231909"/>
                  </a:lnTo>
                  <a:lnTo>
                    <a:pt x="3235969" y="2218162"/>
                  </a:lnTo>
                  <a:lnTo>
                    <a:pt x="3276602" y="2199523"/>
                  </a:lnTo>
                  <a:lnTo>
                    <a:pt x="3314446" y="2176342"/>
                  </a:lnTo>
                  <a:lnTo>
                    <a:pt x="3349149" y="2148970"/>
                  </a:lnTo>
                  <a:lnTo>
                    <a:pt x="3380362" y="2117757"/>
                  </a:lnTo>
                  <a:lnTo>
                    <a:pt x="3407734" y="2083054"/>
                  </a:lnTo>
                  <a:lnTo>
                    <a:pt x="3430915" y="2045210"/>
                  </a:lnTo>
                  <a:lnTo>
                    <a:pt x="3449554" y="2004577"/>
                  </a:lnTo>
                  <a:lnTo>
                    <a:pt x="3463301" y="1961504"/>
                  </a:lnTo>
                  <a:lnTo>
                    <a:pt x="3471807" y="1916341"/>
                  </a:lnTo>
                  <a:lnTo>
                    <a:pt x="3474720" y="1869440"/>
                  </a:lnTo>
                  <a:lnTo>
                    <a:pt x="3474720" y="373888"/>
                  </a:lnTo>
                  <a:lnTo>
                    <a:pt x="3471807" y="326986"/>
                  </a:lnTo>
                  <a:lnTo>
                    <a:pt x="3463301" y="281823"/>
                  </a:lnTo>
                  <a:lnTo>
                    <a:pt x="3449554" y="238750"/>
                  </a:lnTo>
                  <a:lnTo>
                    <a:pt x="3430915" y="198117"/>
                  </a:lnTo>
                  <a:lnTo>
                    <a:pt x="3407734" y="160273"/>
                  </a:lnTo>
                  <a:lnTo>
                    <a:pt x="3380362" y="125570"/>
                  </a:lnTo>
                  <a:lnTo>
                    <a:pt x="3349149" y="94357"/>
                  </a:lnTo>
                  <a:lnTo>
                    <a:pt x="3314446" y="66985"/>
                  </a:lnTo>
                  <a:lnTo>
                    <a:pt x="3276602" y="43804"/>
                  </a:lnTo>
                  <a:lnTo>
                    <a:pt x="3235969" y="25165"/>
                  </a:lnTo>
                  <a:lnTo>
                    <a:pt x="3192896" y="11418"/>
                  </a:lnTo>
                  <a:lnTo>
                    <a:pt x="3147733" y="2912"/>
                  </a:lnTo>
                  <a:lnTo>
                    <a:pt x="3100831" y="0"/>
                  </a:lnTo>
                  <a:close/>
                </a:path>
              </a:pathLst>
            </a:custGeom>
            <a:solidFill>
              <a:srgbClr val="FFFF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8477250" y="2297430"/>
              <a:ext cx="3474720" cy="2243455"/>
            </a:xfrm>
            <a:custGeom>
              <a:avLst/>
              <a:gdLst/>
              <a:ahLst/>
              <a:cxnLst/>
              <a:rect l="l" t="t" r="r" b="b"/>
              <a:pathLst>
                <a:path w="3474720" h="2243454">
                  <a:moveTo>
                    <a:pt x="0" y="373888"/>
                  </a:moveTo>
                  <a:lnTo>
                    <a:pt x="2912" y="326986"/>
                  </a:lnTo>
                  <a:lnTo>
                    <a:pt x="11418" y="281823"/>
                  </a:lnTo>
                  <a:lnTo>
                    <a:pt x="25165" y="238750"/>
                  </a:lnTo>
                  <a:lnTo>
                    <a:pt x="43804" y="198117"/>
                  </a:lnTo>
                  <a:lnTo>
                    <a:pt x="66985" y="160273"/>
                  </a:lnTo>
                  <a:lnTo>
                    <a:pt x="94357" y="125570"/>
                  </a:lnTo>
                  <a:lnTo>
                    <a:pt x="125570" y="94357"/>
                  </a:lnTo>
                  <a:lnTo>
                    <a:pt x="160273" y="66985"/>
                  </a:lnTo>
                  <a:lnTo>
                    <a:pt x="198117" y="43804"/>
                  </a:lnTo>
                  <a:lnTo>
                    <a:pt x="238750" y="25165"/>
                  </a:lnTo>
                  <a:lnTo>
                    <a:pt x="281823" y="11418"/>
                  </a:lnTo>
                  <a:lnTo>
                    <a:pt x="326986" y="2912"/>
                  </a:lnTo>
                  <a:lnTo>
                    <a:pt x="373888" y="0"/>
                  </a:lnTo>
                  <a:lnTo>
                    <a:pt x="3100831" y="0"/>
                  </a:lnTo>
                  <a:lnTo>
                    <a:pt x="3147733" y="2912"/>
                  </a:lnTo>
                  <a:lnTo>
                    <a:pt x="3192896" y="11418"/>
                  </a:lnTo>
                  <a:lnTo>
                    <a:pt x="3235969" y="25165"/>
                  </a:lnTo>
                  <a:lnTo>
                    <a:pt x="3276602" y="43804"/>
                  </a:lnTo>
                  <a:lnTo>
                    <a:pt x="3314446" y="66985"/>
                  </a:lnTo>
                  <a:lnTo>
                    <a:pt x="3349149" y="94357"/>
                  </a:lnTo>
                  <a:lnTo>
                    <a:pt x="3380362" y="125570"/>
                  </a:lnTo>
                  <a:lnTo>
                    <a:pt x="3407734" y="160273"/>
                  </a:lnTo>
                  <a:lnTo>
                    <a:pt x="3430915" y="198117"/>
                  </a:lnTo>
                  <a:lnTo>
                    <a:pt x="3449554" y="238750"/>
                  </a:lnTo>
                  <a:lnTo>
                    <a:pt x="3463301" y="281823"/>
                  </a:lnTo>
                  <a:lnTo>
                    <a:pt x="3471807" y="326986"/>
                  </a:lnTo>
                  <a:lnTo>
                    <a:pt x="3474720" y="373888"/>
                  </a:lnTo>
                  <a:lnTo>
                    <a:pt x="3474720" y="1869440"/>
                  </a:lnTo>
                  <a:lnTo>
                    <a:pt x="3471807" y="1916341"/>
                  </a:lnTo>
                  <a:lnTo>
                    <a:pt x="3463301" y="1961504"/>
                  </a:lnTo>
                  <a:lnTo>
                    <a:pt x="3449554" y="2004577"/>
                  </a:lnTo>
                  <a:lnTo>
                    <a:pt x="3430915" y="2045210"/>
                  </a:lnTo>
                  <a:lnTo>
                    <a:pt x="3407734" y="2083054"/>
                  </a:lnTo>
                  <a:lnTo>
                    <a:pt x="3380362" y="2117757"/>
                  </a:lnTo>
                  <a:lnTo>
                    <a:pt x="3349149" y="2148970"/>
                  </a:lnTo>
                  <a:lnTo>
                    <a:pt x="3314446" y="2176342"/>
                  </a:lnTo>
                  <a:lnTo>
                    <a:pt x="3276602" y="2199523"/>
                  </a:lnTo>
                  <a:lnTo>
                    <a:pt x="3235969" y="2218162"/>
                  </a:lnTo>
                  <a:lnTo>
                    <a:pt x="3192896" y="2231909"/>
                  </a:lnTo>
                  <a:lnTo>
                    <a:pt x="3147733" y="2240415"/>
                  </a:lnTo>
                  <a:lnTo>
                    <a:pt x="3100831" y="2243328"/>
                  </a:lnTo>
                  <a:lnTo>
                    <a:pt x="373888" y="2243328"/>
                  </a:lnTo>
                  <a:lnTo>
                    <a:pt x="326986" y="2240415"/>
                  </a:lnTo>
                  <a:lnTo>
                    <a:pt x="281823" y="2231909"/>
                  </a:lnTo>
                  <a:lnTo>
                    <a:pt x="238750" y="2218162"/>
                  </a:lnTo>
                  <a:lnTo>
                    <a:pt x="198117" y="2199523"/>
                  </a:lnTo>
                  <a:lnTo>
                    <a:pt x="160273" y="2176342"/>
                  </a:lnTo>
                  <a:lnTo>
                    <a:pt x="125570" y="2148970"/>
                  </a:lnTo>
                  <a:lnTo>
                    <a:pt x="94357" y="2117757"/>
                  </a:lnTo>
                  <a:lnTo>
                    <a:pt x="66985" y="2083054"/>
                  </a:lnTo>
                  <a:lnTo>
                    <a:pt x="43804" y="2045210"/>
                  </a:lnTo>
                  <a:lnTo>
                    <a:pt x="25165" y="2004577"/>
                  </a:lnTo>
                  <a:lnTo>
                    <a:pt x="11418" y="1961504"/>
                  </a:lnTo>
                  <a:lnTo>
                    <a:pt x="2912" y="1916341"/>
                  </a:lnTo>
                  <a:lnTo>
                    <a:pt x="0" y="1869440"/>
                  </a:lnTo>
                  <a:lnTo>
                    <a:pt x="0" y="37388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536173" y="3141725"/>
              <a:ext cx="317500" cy="334010"/>
            </a:xfrm>
            <a:custGeom>
              <a:avLst/>
              <a:gdLst/>
              <a:ahLst/>
              <a:cxnLst/>
              <a:rect l="l" t="t" r="r" b="b"/>
              <a:pathLst>
                <a:path w="317500" h="334010">
                  <a:moveTo>
                    <a:pt x="158496" y="0"/>
                  </a:moveTo>
                  <a:lnTo>
                    <a:pt x="116372" y="5958"/>
                  </a:lnTo>
                  <a:lnTo>
                    <a:pt x="78514" y="22775"/>
                  </a:lnTo>
                  <a:lnTo>
                    <a:pt x="46434" y="48863"/>
                  </a:lnTo>
                  <a:lnTo>
                    <a:pt x="21646" y="82634"/>
                  </a:lnTo>
                  <a:lnTo>
                    <a:pt x="5663" y="122502"/>
                  </a:lnTo>
                  <a:lnTo>
                    <a:pt x="0" y="166877"/>
                  </a:lnTo>
                  <a:lnTo>
                    <a:pt x="5663" y="211253"/>
                  </a:lnTo>
                  <a:lnTo>
                    <a:pt x="21646" y="251121"/>
                  </a:lnTo>
                  <a:lnTo>
                    <a:pt x="46434" y="284892"/>
                  </a:lnTo>
                  <a:lnTo>
                    <a:pt x="78514" y="310980"/>
                  </a:lnTo>
                  <a:lnTo>
                    <a:pt x="116372" y="327797"/>
                  </a:lnTo>
                  <a:lnTo>
                    <a:pt x="158496" y="333756"/>
                  </a:lnTo>
                  <a:lnTo>
                    <a:pt x="200619" y="327797"/>
                  </a:lnTo>
                  <a:lnTo>
                    <a:pt x="238477" y="310980"/>
                  </a:lnTo>
                  <a:lnTo>
                    <a:pt x="270557" y="284892"/>
                  </a:lnTo>
                  <a:lnTo>
                    <a:pt x="295345" y="251121"/>
                  </a:lnTo>
                  <a:lnTo>
                    <a:pt x="311328" y="211253"/>
                  </a:lnTo>
                  <a:lnTo>
                    <a:pt x="316992" y="166877"/>
                  </a:lnTo>
                  <a:lnTo>
                    <a:pt x="311328" y="122502"/>
                  </a:lnTo>
                  <a:lnTo>
                    <a:pt x="295345" y="82634"/>
                  </a:lnTo>
                  <a:lnTo>
                    <a:pt x="270557" y="48863"/>
                  </a:lnTo>
                  <a:lnTo>
                    <a:pt x="238477" y="22775"/>
                  </a:lnTo>
                  <a:lnTo>
                    <a:pt x="200619" y="5958"/>
                  </a:lnTo>
                  <a:lnTo>
                    <a:pt x="158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0536173" y="3141725"/>
              <a:ext cx="317500" cy="334010"/>
            </a:xfrm>
            <a:custGeom>
              <a:avLst/>
              <a:gdLst/>
              <a:ahLst/>
              <a:cxnLst/>
              <a:rect l="l" t="t" r="r" b="b"/>
              <a:pathLst>
                <a:path w="317500" h="334010">
                  <a:moveTo>
                    <a:pt x="0" y="166877"/>
                  </a:moveTo>
                  <a:lnTo>
                    <a:pt x="5663" y="122502"/>
                  </a:lnTo>
                  <a:lnTo>
                    <a:pt x="21646" y="82634"/>
                  </a:lnTo>
                  <a:lnTo>
                    <a:pt x="46434" y="48863"/>
                  </a:lnTo>
                  <a:lnTo>
                    <a:pt x="78514" y="22775"/>
                  </a:lnTo>
                  <a:lnTo>
                    <a:pt x="116372" y="5958"/>
                  </a:lnTo>
                  <a:lnTo>
                    <a:pt x="158496" y="0"/>
                  </a:lnTo>
                  <a:lnTo>
                    <a:pt x="200619" y="5958"/>
                  </a:lnTo>
                  <a:lnTo>
                    <a:pt x="238477" y="22775"/>
                  </a:lnTo>
                  <a:lnTo>
                    <a:pt x="270557" y="48863"/>
                  </a:lnTo>
                  <a:lnTo>
                    <a:pt x="295345" y="82634"/>
                  </a:lnTo>
                  <a:lnTo>
                    <a:pt x="311328" y="122502"/>
                  </a:lnTo>
                  <a:lnTo>
                    <a:pt x="316992" y="166877"/>
                  </a:lnTo>
                  <a:lnTo>
                    <a:pt x="311328" y="211253"/>
                  </a:lnTo>
                  <a:lnTo>
                    <a:pt x="295345" y="251121"/>
                  </a:lnTo>
                  <a:lnTo>
                    <a:pt x="270557" y="284892"/>
                  </a:lnTo>
                  <a:lnTo>
                    <a:pt x="238477" y="310980"/>
                  </a:lnTo>
                  <a:lnTo>
                    <a:pt x="200619" y="327797"/>
                  </a:lnTo>
                  <a:lnTo>
                    <a:pt x="158496" y="333756"/>
                  </a:lnTo>
                  <a:lnTo>
                    <a:pt x="116372" y="327797"/>
                  </a:lnTo>
                  <a:lnTo>
                    <a:pt x="78514" y="310980"/>
                  </a:lnTo>
                  <a:lnTo>
                    <a:pt x="46434" y="284892"/>
                  </a:lnTo>
                  <a:lnTo>
                    <a:pt x="21646" y="251121"/>
                  </a:lnTo>
                  <a:lnTo>
                    <a:pt x="5663" y="211253"/>
                  </a:lnTo>
                  <a:lnTo>
                    <a:pt x="0" y="166877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105585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C0000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05585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0796016" y="2806191"/>
              <a:ext cx="463550" cy="1193800"/>
            </a:xfrm>
            <a:custGeom>
              <a:avLst/>
              <a:gdLst/>
              <a:ahLst/>
              <a:cxnLst/>
              <a:rect l="l" t="t" r="r" b="b"/>
              <a:pathLst>
                <a:path w="463550" h="1193800">
                  <a:moveTo>
                    <a:pt x="315595" y="15748"/>
                  </a:moveTo>
                  <a:lnTo>
                    <a:pt x="295656" y="0"/>
                  </a:lnTo>
                  <a:lnTo>
                    <a:pt x="78219" y="277736"/>
                  </a:lnTo>
                  <a:lnTo>
                    <a:pt x="38227" y="246380"/>
                  </a:lnTo>
                  <a:lnTo>
                    <a:pt x="9906" y="385572"/>
                  </a:lnTo>
                  <a:lnTo>
                    <a:pt x="138176" y="324739"/>
                  </a:lnTo>
                  <a:lnTo>
                    <a:pt x="110959" y="303403"/>
                  </a:lnTo>
                  <a:lnTo>
                    <a:pt x="98221" y="293433"/>
                  </a:lnTo>
                  <a:lnTo>
                    <a:pt x="315595" y="15748"/>
                  </a:lnTo>
                  <a:close/>
                </a:path>
                <a:path w="463550" h="1193800">
                  <a:moveTo>
                    <a:pt x="463550" y="1193292"/>
                  </a:moveTo>
                  <a:lnTo>
                    <a:pt x="446455" y="1111631"/>
                  </a:lnTo>
                  <a:lnTo>
                    <a:pt x="434467" y="1054354"/>
                  </a:lnTo>
                  <a:lnTo>
                    <a:pt x="394741" y="1085862"/>
                  </a:lnTo>
                  <a:lnTo>
                    <a:pt x="19812" y="612648"/>
                  </a:lnTo>
                  <a:lnTo>
                    <a:pt x="0" y="628396"/>
                  </a:lnTo>
                  <a:lnTo>
                    <a:pt x="374777" y="1101699"/>
                  </a:lnTo>
                  <a:lnTo>
                    <a:pt x="335026" y="1133221"/>
                  </a:lnTo>
                  <a:lnTo>
                    <a:pt x="463550" y="1193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046714" y="1607057"/>
              <a:ext cx="317500" cy="335280"/>
            </a:xfrm>
            <a:custGeom>
              <a:avLst/>
              <a:gdLst/>
              <a:ahLst/>
              <a:cxnLst/>
              <a:rect l="l" t="t" r="r" b="b"/>
              <a:pathLst>
                <a:path w="317500" h="335280">
                  <a:moveTo>
                    <a:pt x="0" y="167639"/>
                  </a:moveTo>
                  <a:lnTo>
                    <a:pt x="5663" y="123075"/>
                  </a:lnTo>
                  <a:lnTo>
                    <a:pt x="21646" y="83029"/>
                  </a:lnTo>
                  <a:lnTo>
                    <a:pt x="46434" y="49101"/>
                  </a:lnTo>
                  <a:lnTo>
                    <a:pt x="78514" y="22888"/>
                  </a:lnTo>
                  <a:lnTo>
                    <a:pt x="116372" y="5988"/>
                  </a:lnTo>
                  <a:lnTo>
                    <a:pt x="158495" y="0"/>
                  </a:lnTo>
                  <a:lnTo>
                    <a:pt x="200619" y="5988"/>
                  </a:lnTo>
                  <a:lnTo>
                    <a:pt x="238477" y="22888"/>
                  </a:lnTo>
                  <a:lnTo>
                    <a:pt x="270557" y="49101"/>
                  </a:lnTo>
                  <a:lnTo>
                    <a:pt x="295345" y="83029"/>
                  </a:lnTo>
                  <a:lnTo>
                    <a:pt x="311328" y="123075"/>
                  </a:lnTo>
                  <a:lnTo>
                    <a:pt x="316991" y="167639"/>
                  </a:lnTo>
                  <a:lnTo>
                    <a:pt x="311328" y="212204"/>
                  </a:lnTo>
                  <a:lnTo>
                    <a:pt x="295345" y="252250"/>
                  </a:lnTo>
                  <a:lnTo>
                    <a:pt x="270557" y="286178"/>
                  </a:lnTo>
                  <a:lnTo>
                    <a:pt x="238477" y="312391"/>
                  </a:lnTo>
                  <a:lnTo>
                    <a:pt x="200619" y="329291"/>
                  </a:lnTo>
                  <a:lnTo>
                    <a:pt x="158495" y="335279"/>
                  </a:lnTo>
                  <a:lnTo>
                    <a:pt x="116372" y="329291"/>
                  </a:lnTo>
                  <a:lnTo>
                    <a:pt x="78514" y="312391"/>
                  </a:lnTo>
                  <a:lnTo>
                    <a:pt x="46434" y="286178"/>
                  </a:lnTo>
                  <a:lnTo>
                    <a:pt x="21646" y="252250"/>
                  </a:lnTo>
                  <a:lnTo>
                    <a:pt x="5663" y="212204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1148567" y="1942211"/>
              <a:ext cx="127000" cy="587375"/>
            </a:xfrm>
            <a:custGeom>
              <a:avLst/>
              <a:gdLst/>
              <a:ahLst/>
              <a:cxnLst/>
              <a:rect l="l" t="t" r="r" b="b"/>
              <a:pathLst>
                <a:path w="127000" h="587375">
                  <a:moveTo>
                    <a:pt x="50739" y="460121"/>
                  </a:moveTo>
                  <a:lnTo>
                    <a:pt x="0" y="460883"/>
                  </a:lnTo>
                  <a:lnTo>
                    <a:pt x="65277" y="586866"/>
                  </a:lnTo>
                  <a:lnTo>
                    <a:pt x="120319" y="472821"/>
                  </a:lnTo>
                  <a:lnTo>
                    <a:pt x="50926" y="472821"/>
                  </a:lnTo>
                  <a:lnTo>
                    <a:pt x="50750" y="460883"/>
                  </a:lnTo>
                  <a:lnTo>
                    <a:pt x="50739" y="460121"/>
                  </a:lnTo>
                  <a:close/>
                </a:path>
                <a:path w="127000" h="587375">
                  <a:moveTo>
                    <a:pt x="76139" y="459740"/>
                  </a:moveTo>
                  <a:lnTo>
                    <a:pt x="50739" y="460121"/>
                  </a:lnTo>
                  <a:lnTo>
                    <a:pt x="50921" y="472439"/>
                  </a:lnTo>
                  <a:lnTo>
                    <a:pt x="50926" y="472821"/>
                  </a:lnTo>
                  <a:lnTo>
                    <a:pt x="76326" y="472439"/>
                  </a:lnTo>
                  <a:lnTo>
                    <a:pt x="76156" y="460883"/>
                  </a:lnTo>
                  <a:lnTo>
                    <a:pt x="76139" y="459740"/>
                  </a:lnTo>
                  <a:close/>
                </a:path>
                <a:path w="127000" h="587375">
                  <a:moveTo>
                    <a:pt x="127000" y="458977"/>
                  </a:moveTo>
                  <a:lnTo>
                    <a:pt x="76139" y="459740"/>
                  </a:lnTo>
                  <a:lnTo>
                    <a:pt x="76326" y="472439"/>
                  </a:lnTo>
                  <a:lnTo>
                    <a:pt x="50926" y="472821"/>
                  </a:lnTo>
                  <a:lnTo>
                    <a:pt x="120319" y="472821"/>
                  </a:lnTo>
                  <a:lnTo>
                    <a:pt x="127000" y="458977"/>
                  </a:lnTo>
                  <a:close/>
                </a:path>
                <a:path w="127000" h="587375">
                  <a:moveTo>
                    <a:pt x="69341" y="0"/>
                  </a:moveTo>
                  <a:lnTo>
                    <a:pt x="43941" y="253"/>
                  </a:lnTo>
                  <a:lnTo>
                    <a:pt x="50722" y="458977"/>
                  </a:lnTo>
                  <a:lnTo>
                    <a:pt x="50739" y="460121"/>
                  </a:lnTo>
                  <a:lnTo>
                    <a:pt x="76139" y="459740"/>
                  </a:lnTo>
                  <a:lnTo>
                    <a:pt x="69345" y="253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1214354" y="3950969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5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1214354" y="3950969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5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277094" y="3822953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3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8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3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7" y="166878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277094" y="3822953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7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0420730" y="3422268"/>
              <a:ext cx="175260" cy="400050"/>
            </a:xfrm>
            <a:custGeom>
              <a:avLst/>
              <a:gdLst/>
              <a:ahLst/>
              <a:cxnLst/>
              <a:rect l="l" t="t" r="r" b="b"/>
              <a:pathLst>
                <a:path w="175259" h="400050">
                  <a:moveTo>
                    <a:pt x="0" y="258571"/>
                  </a:moveTo>
                  <a:lnTo>
                    <a:pt x="14859" y="399795"/>
                  </a:lnTo>
                  <a:lnTo>
                    <a:pt x="118872" y="303148"/>
                  </a:lnTo>
                  <a:lnTo>
                    <a:pt x="102954" y="297179"/>
                  </a:lnTo>
                  <a:lnTo>
                    <a:pt x="66928" y="297179"/>
                  </a:lnTo>
                  <a:lnTo>
                    <a:pt x="43052" y="288289"/>
                  </a:lnTo>
                  <a:lnTo>
                    <a:pt x="47514" y="276389"/>
                  </a:lnTo>
                  <a:lnTo>
                    <a:pt x="0" y="258571"/>
                  </a:lnTo>
                  <a:close/>
                </a:path>
                <a:path w="175259" h="400050">
                  <a:moveTo>
                    <a:pt x="47514" y="276389"/>
                  </a:moveTo>
                  <a:lnTo>
                    <a:pt x="43052" y="288289"/>
                  </a:lnTo>
                  <a:lnTo>
                    <a:pt x="66928" y="297179"/>
                  </a:lnTo>
                  <a:lnTo>
                    <a:pt x="71364" y="285333"/>
                  </a:lnTo>
                  <a:lnTo>
                    <a:pt x="47514" y="276389"/>
                  </a:lnTo>
                  <a:close/>
                </a:path>
                <a:path w="175259" h="400050">
                  <a:moveTo>
                    <a:pt x="71364" y="285333"/>
                  </a:moveTo>
                  <a:lnTo>
                    <a:pt x="66928" y="297179"/>
                  </a:lnTo>
                  <a:lnTo>
                    <a:pt x="102954" y="297179"/>
                  </a:lnTo>
                  <a:lnTo>
                    <a:pt x="71364" y="285333"/>
                  </a:lnTo>
                  <a:close/>
                </a:path>
                <a:path w="175259" h="400050">
                  <a:moveTo>
                    <a:pt x="151129" y="0"/>
                  </a:moveTo>
                  <a:lnTo>
                    <a:pt x="47514" y="276389"/>
                  </a:lnTo>
                  <a:lnTo>
                    <a:pt x="71364" y="285333"/>
                  </a:lnTo>
                  <a:lnTo>
                    <a:pt x="174878" y="8889"/>
                  </a:lnTo>
                  <a:lnTo>
                    <a:pt x="151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852154" y="1806701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38707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3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3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C0000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38707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111233" y="2084831"/>
              <a:ext cx="322580" cy="492125"/>
            </a:xfrm>
            <a:custGeom>
              <a:avLst/>
              <a:gdLst/>
              <a:ahLst/>
              <a:cxnLst/>
              <a:rect l="l" t="t" r="r" b="b"/>
              <a:pathLst>
                <a:path w="322579" h="492125">
                  <a:moveTo>
                    <a:pt x="243073" y="392035"/>
                  </a:moveTo>
                  <a:lnTo>
                    <a:pt x="200279" y="419480"/>
                  </a:lnTo>
                  <a:lnTo>
                    <a:pt x="322452" y="492125"/>
                  </a:lnTo>
                  <a:lnTo>
                    <a:pt x="312804" y="402716"/>
                  </a:lnTo>
                  <a:lnTo>
                    <a:pt x="249936" y="402716"/>
                  </a:lnTo>
                  <a:lnTo>
                    <a:pt x="243073" y="392035"/>
                  </a:lnTo>
                  <a:close/>
                </a:path>
                <a:path w="322579" h="492125">
                  <a:moveTo>
                    <a:pt x="264424" y="378342"/>
                  </a:moveTo>
                  <a:lnTo>
                    <a:pt x="243073" y="392035"/>
                  </a:lnTo>
                  <a:lnTo>
                    <a:pt x="249936" y="402716"/>
                  </a:lnTo>
                  <a:lnTo>
                    <a:pt x="271272" y="389000"/>
                  </a:lnTo>
                  <a:lnTo>
                    <a:pt x="264424" y="378342"/>
                  </a:lnTo>
                  <a:close/>
                </a:path>
                <a:path w="322579" h="492125">
                  <a:moveTo>
                    <a:pt x="307213" y="350900"/>
                  </a:moveTo>
                  <a:lnTo>
                    <a:pt x="264424" y="378342"/>
                  </a:lnTo>
                  <a:lnTo>
                    <a:pt x="271272" y="389000"/>
                  </a:lnTo>
                  <a:lnTo>
                    <a:pt x="249936" y="402716"/>
                  </a:lnTo>
                  <a:lnTo>
                    <a:pt x="312804" y="402716"/>
                  </a:lnTo>
                  <a:lnTo>
                    <a:pt x="307213" y="350900"/>
                  </a:lnTo>
                  <a:close/>
                </a:path>
                <a:path w="322579" h="492125">
                  <a:moveTo>
                    <a:pt x="21336" y="0"/>
                  </a:moveTo>
                  <a:lnTo>
                    <a:pt x="0" y="13715"/>
                  </a:lnTo>
                  <a:lnTo>
                    <a:pt x="243073" y="392035"/>
                  </a:lnTo>
                  <a:lnTo>
                    <a:pt x="264424" y="37834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428225" y="3251453"/>
              <a:ext cx="315595" cy="335280"/>
            </a:xfrm>
            <a:custGeom>
              <a:avLst/>
              <a:gdLst/>
              <a:ahLst/>
              <a:cxnLst/>
              <a:rect l="l" t="t" r="r" b="b"/>
              <a:pathLst>
                <a:path w="315595" h="335279">
                  <a:moveTo>
                    <a:pt x="157733" y="0"/>
                  </a:moveTo>
                  <a:lnTo>
                    <a:pt x="115799" y="5988"/>
                  </a:lnTo>
                  <a:lnTo>
                    <a:pt x="78119" y="22888"/>
                  </a:lnTo>
                  <a:lnTo>
                    <a:pt x="46196" y="49101"/>
                  </a:lnTo>
                  <a:lnTo>
                    <a:pt x="21533" y="83029"/>
                  </a:lnTo>
                  <a:lnTo>
                    <a:pt x="5633" y="123075"/>
                  </a:lnTo>
                  <a:lnTo>
                    <a:pt x="0" y="167640"/>
                  </a:lnTo>
                  <a:lnTo>
                    <a:pt x="5633" y="212204"/>
                  </a:lnTo>
                  <a:lnTo>
                    <a:pt x="21533" y="252250"/>
                  </a:lnTo>
                  <a:lnTo>
                    <a:pt x="46196" y="286178"/>
                  </a:lnTo>
                  <a:lnTo>
                    <a:pt x="78119" y="312391"/>
                  </a:lnTo>
                  <a:lnTo>
                    <a:pt x="115799" y="329291"/>
                  </a:lnTo>
                  <a:lnTo>
                    <a:pt x="157733" y="335280"/>
                  </a:lnTo>
                  <a:lnTo>
                    <a:pt x="199668" y="329291"/>
                  </a:lnTo>
                  <a:lnTo>
                    <a:pt x="237348" y="312391"/>
                  </a:lnTo>
                  <a:lnTo>
                    <a:pt x="269271" y="286178"/>
                  </a:lnTo>
                  <a:lnTo>
                    <a:pt x="293934" y="252250"/>
                  </a:lnTo>
                  <a:lnTo>
                    <a:pt x="309834" y="212204"/>
                  </a:lnTo>
                  <a:lnTo>
                    <a:pt x="315468" y="167640"/>
                  </a:lnTo>
                  <a:lnTo>
                    <a:pt x="309834" y="123075"/>
                  </a:lnTo>
                  <a:lnTo>
                    <a:pt x="293934" y="83029"/>
                  </a:lnTo>
                  <a:lnTo>
                    <a:pt x="269271" y="49101"/>
                  </a:lnTo>
                  <a:lnTo>
                    <a:pt x="237348" y="22888"/>
                  </a:lnTo>
                  <a:lnTo>
                    <a:pt x="199668" y="598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428225" y="3251453"/>
              <a:ext cx="315595" cy="335280"/>
            </a:xfrm>
            <a:custGeom>
              <a:avLst/>
              <a:gdLst/>
              <a:ahLst/>
              <a:cxnLst/>
              <a:rect l="l" t="t" r="r" b="b"/>
              <a:pathLst>
                <a:path w="315595" h="335279">
                  <a:moveTo>
                    <a:pt x="0" y="167640"/>
                  </a:moveTo>
                  <a:lnTo>
                    <a:pt x="5633" y="123075"/>
                  </a:lnTo>
                  <a:lnTo>
                    <a:pt x="21533" y="83029"/>
                  </a:lnTo>
                  <a:lnTo>
                    <a:pt x="46196" y="49101"/>
                  </a:lnTo>
                  <a:lnTo>
                    <a:pt x="78119" y="22888"/>
                  </a:lnTo>
                  <a:lnTo>
                    <a:pt x="115799" y="5988"/>
                  </a:lnTo>
                  <a:lnTo>
                    <a:pt x="157733" y="0"/>
                  </a:lnTo>
                  <a:lnTo>
                    <a:pt x="199668" y="5988"/>
                  </a:lnTo>
                  <a:lnTo>
                    <a:pt x="237348" y="22888"/>
                  </a:lnTo>
                  <a:lnTo>
                    <a:pt x="269271" y="49101"/>
                  </a:lnTo>
                  <a:lnTo>
                    <a:pt x="293934" y="83029"/>
                  </a:lnTo>
                  <a:lnTo>
                    <a:pt x="309834" y="123075"/>
                  </a:lnTo>
                  <a:lnTo>
                    <a:pt x="315468" y="167640"/>
                  </a:lnTo>
                  <a:lnTo>
                    <a:pt x="309834" y="212204"/>
                  </a:lnTo>
                  <a:lnTo>
                    <a:pt x="293934" y="252250"/>
                  </a:lnTo>
                  <a:lnTo>
                    <a:pt x="269271" y="286178"/>
                  </a:lnTo>
                  <a:lnTo>
                    <a:pt x="237348" y="312391"/>
                  </a:lnTo>
                  <a:lnTo>
                    <a:pt x="199668" y="329291"/>
                  </a:lnTo>
                  <a:lnTo>
                    <a:pt x="157733" y="335280"/>
                  </a:lnTo>
                  <a:lnTo>
                    <a:pt x="115799" y="329291"/>
                  </a:lnTo>
                  <a:lnTo>
                    <a:pt x="78119" y="312391"/>
                  </a:lnTo>
                  <a:lnTo>
                    <a:pt x="46196" y="286178"/>
                  </a:lnTo>
                  <a:lnTo>
                    <a:pt x="21533" y="252250"/>
                  </a:lnTo>
                  <a:lnTo>
                    <a:pt x="5633" y="212204"/>
                  </a:lnTo>
                  <a:lnTo>
                    <a:pt x="0" y="16764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509886" y="2861563"/>
              <a:ext cx="126364" cy="391160"/>
            </a:xfrm>
            <a:custGeom>
              <a:avLst/>
              <a:gdLst/>
              <a:ahLst/>
              <a:cxnLst/>
              <a:rect l="l" t="t" r="r" b="b"/>
              <a:pathLst>
                <a:path w="126365" h="391160">
                  <a:moveTo>
                    <a:pt x="50501" y="265993"/>
                  </a:moveTo>
                  <a:lnTo>
                    <a:pt x="0" y="271272"/>
                  </a:lnTo>
                  <a:lnTo>
                    <a:pt x="76327" y="391033"/>
                  </a:lnTo>
                  <a:lnTo>
                    <a:pt x="118622" y="278638"/>
                  </a:lnTo>
                  <a:lnTo>
                    <a:pt x="51816" y="278638"/>
                  </a:lnTo>
                  <a:lnTo>
                    <a:pt x="50501" y="265993"/>
                  </a:lnTo>
                  <a:close/>
                </a:path>
                <a:path w="126365" h="391160">
                  <a:moveTo>
                    <a:pt x="75770" y="263352"/>
                  </a:moveTo>
                  <a:lnTo>
                    <a:pt x="50501" y="265993"/>
                  </a:lnTo>
                  <a:lnTo>
                    <a:pt x="51816" y="278638"/>
                  </a:lnTo>
                  <a:lnTo>
                    <a:pt x="77089" y="275971"/>
                  </a:lnTo>
                  <a:lnTo>
                    <a:pt x="75770" y="263352"/>
                  </a:lnTo>
                  <a:close/>
                </a:path>
                <a:path w="126365" h="391160">
                  <a:moveTo>
                    <a:pt x="126365" y="258063"/>
                  </a:moveTo>
                  <a:lnTo>
                    <a:pt x="75770" y="263352"/>
                  </a:lnTo>
                  <a:lnTo>
                    <a:pt x="77089" y="275971"/>
                  </a:lnTo>
                  <a:lnTo>
                    <a:pt x="51816" y="278638"/>
                  </a:lnTo>
                  <a:lnTo>
                    <a:pt x="118622" y="278638"/>
                  </a:lnTo>
                  <a:lnTo>
                    <a:pt x="126365" y="258063"/>
                  </a:lnTo>
                  <a:close/>
                </a:path>
                <a:path w="126365" h="391160">
                  <a:moveTo>
                    <a:pt x="48260" y="0"/>
                  </a:moveTo>
                  <a:lnTo>
                    <a:pt x="23114" y="2539"/>
                  </a:lnTo>
                  <a:lnTo>
                    <a:pt x="50501" y="265993"/>
                  </a:lnTo>
                  <a:lnTo>
                    <a:pt x="75770" y="263352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954262" y="399973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8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8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954262" y="399973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112758" y="3528568"/>
              <a:ext cx="372110" cy="471170"/>
            </a:xfrm>
            <a:custGeom>
              <a:avLst/>
              <a:gdLst/>
              <a:ahLst/>
              <a:cxnLst/>
              <a:rect l="l" t="t" r="r" b="b"/>
              <a:pathLst>
                <a:path w="372109" h="471170">
                  <a:moveTo>
                    <a:pt x="28194" y="331597"/>
                  </a:moveTo>
                  <a:lnTo>
                    <a:pt x="0" y="470789"/>
                  </a:lnTo>
                  <a:lnTo>
                    <a:pt x="128270" y="409829"/>
                  </a:lnTo>
                  <a:lnTo>
                    <a:pt x="101139" y="388620"/>
                  </a:lnTo>
                  <a:lnTo>
                    <a:pt x="80391" y="388620"/>
                  </a:lnTo>
                  <a:lnTo>
                    <a:pt x="60451" y="372872"/>
                  </a:lnTo>
                  <a:lnTo>
                    <a:pt x="68245" y="362906"/>
                  </a:lnTo>
                  <a:lnTo>
                    <a:pt x="28194" y="331597"/>
                  </a:lnTo>
                  <a:close/>
                </a:path>
                <a:path w="372109" h="471170">
                  <a:moveTo>
                    <a:pt x="68245" y="362906"/>
                  </a:moveTo>
                  <a:lnTo>
                    <a:pt x="60451" y="372872"/>
                  </a:lnTo>
                  <a:lnTo>
                    <a:pt x="80391" y="388620"/>
                  </a:lnTo>
                  <a:lnTo>
                    <a:pt x="88264" y="378555"/>
                  </a:lnTo>
                  <a:lnTo>
                    <a:pt x="68245" y="362906"/>
                  </a:lnTo>
                  <a:close/>
                </a:path>
                <a:path w="372109" h="471170">
                  <a:moveTo>
                    <a:pt x="88264" y="378555"/>
                  </a:moveTo>
                  <a:lnTo>
                    <a:pt x="80391" y="388620"/>
                  </a:lnTo>
                  <a:lnTo>
                    <a:pt x="101139" y="388620"/>
                  </a:lnTo>
                  <a:lnTo>
                    <a:pt x="88264" y="378555"/>
                  </a:lnTo>
                  <a:close/>
                </a:path>
                <a:path w="372109" h="471170">
                  <a:moveTo>
                    <a:pt x="352044" y="0"/>
                  </a:moveTo>
                  <a:lnTo>
                    <a:pt x="68245" y="362906"/>
                  </a:lnTo>
                  <a:lnTo>
                    <a:pt x="88264" y="378555"/>
                  </a:lnTo>
                  <a:lnTo>
                    <a:pt x="372110" y="15748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387077" y="1250441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09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121901" y="1526539"/>
              <a:ext cx="321310" cy="328930"/>
            </a:xfrm>
            <a:custGeom>
              <a:avLst/>
              <a:gdLst/>
              <a:ahLst/>
              <a:cxnLst/>
              <a:rect l="l" t="t" r="r" b="b"/>
              <a:pathLst>
                <a:path w="321309" h="328930">
                  <a:moveTo>
                    <a:pt x="43179" y="193675"/>
                  </a:moveTo>
                  <a:lnTo>
                    <a:pt x="0" y="328930"/>
                  </a:lnTo>
                  <a:lnTo>
                    <a:pt x="134112" y="282321"/>
                  </a:lnTo>
                  <a:lnTo>
                    <a:pt x="107014" y="255905"/>
                  </a:lnTo>
                  <a:lnTo>
                    <a:pt x="88900" y="255905"/>
                  </a:lnTo>
                  <a:lnTo>
                    <a:pt x="70612" y="238251"/>
                  </a:lnTo>
                  <a:lnTo>
                    <a:pt x="79521" y="229103"/>
                  </a:lnTo>
                  <a:lnTo>
                    <a:pt x="43179" y="193675"/>
                  </a:lnTo>
                  <a:close/>
                </a:path>
                <a:path w="321309" h="328930">
                  <a:moveTo>
                    <a:pt x="79521" y="229103"/>
                  </a:moveTo>
                  <a:lnTo>
                    <a:pt x="70612" y="238251"/>
                  </a:lnTo>
                  <a:lnTo>
                    <a:pt x="88900" y="255905"/>
                  </a:lnTo>
                  <a:lnTo>
                    <a:pt x="97722" y="246846"/>
                  </a:lnTo>
                  <a:lnTo>
                    <a:pt x="79521" y="229103"/>
                  </a:lnTo>
                  <a:close/>
                </a:path>
                <a:path w="321309" h="328930">
                  <a:moveTo>
                    <a:pt x="97722" y="246846"/>
                  </a:moveTo>
                  <a:lnTo>
                    <a:pt x="88900" y="255905"/>
                  </a:lnTo>
                  <a:lnTo>
                    <a:pt x="107014" y="255905"/>
                  </a:lnTo>
                  <a:lnTo>
                    <a:pt x="97722" y="246846"/>
                  </a:lnTo>
                  <a:close/>
                </a:path>
                <a:path w="321309" h="328930">
                  <a:moveTo>
                    <a:pt x="302641" y="0"/>
                  </a:moveTo>
                  <a:lnTo>
                    <a:pt x="79521" y="229103"/>
                  </a:lnTo>
                  <a:lnTo>
                    <a:pt x="97722" y="246846"/>
                  </a:lnTo>
                  <a:lnTo>
                    <a:pt x="320801" y="17780"/>
                  </a:lnTo>
                  <a:lnTo>
                    <a:pt x="302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916939" y="4437706"/>
            <a:ext cx="10206355" cy="1276985"/>
          </a:xfrm>
          <a:prstGeom prst="rect">
            <a:avLst/>
          </a:prstGeom>
        </p:spPr>
        <p:txBody>
          <a:bodyPr wrap="square" lIns="0" tIns="14160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15"/>
              </a:spcBef>
            </a:pPr>
            <a:r>
              <a:rPr dirty="0" sz="1600" b="1">
                <a:latin typeface="Consolas"/>
                <a:cs typeface="Consolas"/>
              </a:rPr>
              <a:t>Target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Function</a:t>
            </a:r>
            <a:endParaRPr sz="1600">
              <a:latin typeface="Consolas"/>
              <a:cs typeface="Consolas"/>
            </a:endParaRPr>
          </a:p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45">
                <a:latin typeface="Tahoma"/>
                <a:cs typeface="Tahoma"/>
              </a:rPr>
              <a:t>Focusing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110">
                <a:latin typeface="Tahoma"/>
                <a:cs typeface="Tahoma"/>
              </a:rPr>
              <a:t>on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instructions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that</a:t>
            </a:r>
            <a:r>
              <a:rPr dirty="0" sz="2000">
                <a:latin typeface="Tahoma"/>
                <a:cs typeface="Tahoma"/>
              </a:rPr>
              <a:t> use </a:t>
            </a:r>
            <a:r>
              <a:rPr dirty="0" u="sng" sz="2000" spc="6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2000" spc="-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values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8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from</a:t>
            </a:r>
            <a:r>
              <a:rPr dirty="0" u="sng" sz="2000" spc="-1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5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outside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1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of</a:t>
            </a:r>
            <a:r>
              <a:rPr dirty="0" u="sng" sz="2000" spc="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2000" spc="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7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Parameters,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global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variables,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...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6939" y="1164726"/>
            <a:ext cx="6471920" cy="3127375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function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LibFuzzer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in-</a:t>
            </a:r>
            <a:r>
              <a:rPr dirty="0" sz="1800" spc="50">
                <a:latin typeface="Tahoma"/>
                <a:cs typeface="Tahoma"/>
              </a:rPr>
              <a:t>memory</a:t>
            </a:r>
            <a:r>
              <a:rPr dirty="0" sz="1800" spc="3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buFont typeface="Arial MT"/>
              <a:buChar char="•"/>
            </a:pPr>
            <a:endParaRPr sz="1800">
              <a:latin typeface="Consolas"/>
              <a:cs typeface="Consolas"/>
            </a:endParaRPr>
          </a:p>
          <a:p>
            <a:pPr lvl="1">
              <a:lnSpc>
                <a:spcPct val="100000"/>
              </a:lnSpc>
              <a:spcBef>
                <a:spcPts val="1355"/>
              </a:spcBef>
              <a:buFont typeface="Arial MT"/>
              <a:buChar char="•"/>
            </a:pPr>
            <a:endParaRPr sz="1800">
              <a:latin typeface="Consolas"/>
              <a:cs typeface="Consolas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Target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function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Focusing</a:t>
            </a:r>
            <a:r>
              <a:rPr dirty="0" sz="1800" spc="14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on</a:t>
            </a:r>
            <a:r>
              <a:rPr dirty="0" sz="1800" spc="1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crash-related</a:t>
            </a:r>
            <a:r>
              <a:rPr dirty="0" sz="1800" spc="135">
                <a:latin typeface="Tahoma"/>
                <a:cs typeface="Tahoma"/>
              </a:rPr>
              <a:t> </a:t>
            </a:r>
            <a:r>
              <a:rPr dirty="0" sz="1800" spc="45">
                <a:latin typeface="Tahoma"/>
                <a:cs typeface="Tahoma"/>
              </a:rPr>
              <a:t>functions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65">
                <a:latin typeface="Tahoma"/>
                <a:cs typeface="Tahoma"/>
              </a:rPr>
              <a:t>Following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data-</a:t>
            </a:r>
            <a:r>
              <a:rPr dirty="0" sz="1800" spc="95">
                <a:latin typeface="Tahoma"/>
                <a:cs typeface="Tahoma"/>
              </a:rPr>
              <a:t>flow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&amp;</a:t>
            </a:r>
            <a:r>
              <a:rPr dirty="0" sz="1800" spc="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derefence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edges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016745" y="2372105"/>
            <a:ext cx="2615565" cy="624840"/>
          </a:xfrm>
          <a:custGeom>
            <a:avLst/>
            <a:gdLst/>
            <a:ahLst/>
            <a:cxnLst/>
            <a:rect l="l" t="t" r="r" b="b"/>
            <a:pathLst>
              <a:path w="2615565" h="624839">
                <a:moveTo>
                  <a:pt x="0" y="104140"/>
                </a:moveTo>
                <a:lnTo>
                  <a:pt x="8181" y="63597"/>
                </a:lnTo>
                <a:lnTo>
                  <a:pt x="30495" y="30495"/>
                </a:lnTo>
                <a:lnTo>
                  <a:pt x="63597" y="8181"/>
                </a:lnTo>
                <a:lnTo>
                  <a:pt x="104139" y="0"/>
                </a:lnTo>
                <a:lnTo>
                  <a:pt x="2511044" y="0"/>
                </a:lnTo>
                <a:lnTo>
                  <a:pt x="2551586" y="8181"/>
                </a:lnTo>
                <a:lnTo>
                  <a:pt x="2584688" y="30495"/>
                </a:lnTo>
                <a:lnTo>
                  <a:pt x="2607002" y="63597"/>
                </a:lnTo>
                <a:lnTo>
                  <a:pt x="2615183" y="104140"/>
                </a:lnTo>
                <a:lnTo>
                  <a:pt x="2615183" y="520700"/>
                </a:lnTo>
                <a:lnTo>
                  <a:pt x="2607002" y="561242"/>
                </a:lnTo>
                <a:lnTo>
                  <a:pt x="2584688" y="594344"/>
                </a:lnTo>
                <a:lnTo>
                  <a:pt x="2551586" y="616658"/>
                </a:lnTo>
                <a:lnTo>
                  <a:pt x="2511044" y="624840"/>
                </a:lnTo>
                <a:lnTo>
                  <a:pt x="104139" y="624840"/>
                </a:lnTo>
                <a:lnTo>
                  <a:pt x="63597" y="616658"/>
                </a:lnTo>
                <a:lnTo>
                  <a:pt x="30495" y="594344"/>
                </a:lnTo>
                <a:lnTo>
                  <a:pt x="8181" y="561242"/>
                </a:lnTo>
                <a:lnTo>
                  <a:pt x="0" y="520700"/>
                </a:lnTo>
                <a:lnTo>
                  <a:pt x="0" y="104140"/>
                </a:lnTo>
                <a:close/>
              </a:path>
            </a:pathLst>
          </a:custGeom>
          <a:ln w="38100">
            <a:solidFill>
              <a:srgbClr val="C00000"/>
            </a:solidFill>
            <a:prstDash val="sysDash"/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164726"/>
            <a:ext cx="6471920" cy="129794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State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mutation</a:t>
            </a:r>
            <a:r>
              <a:rPr dirty="0" sz="2000" spc="-45">
                <a:latin typeface="Tahoma"/>
                <a:cs typeface="Tahoma"/>
              </a:rPr>
              <a:t> </a:t>
            </a:r>
            <a:r>
              <a:rPr dirty="0" sz="2000" spc="55">
                <a:latin typeface="Tahoma"/>
                <a:cs typeface="Tahoma"/>
              </a:rPr>
              <a:t>in</a:t>
            </a:r>
            <a:r>
              <a:rPr dirty="0" sz="2000" spc="-3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a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75">
                <a:latin typeface="Tahoma"/>
                <a:cs typeface="Tahoma"/>
              </a:rPr>
              <a:t>function</a:t>
            </a:r>
            <a:r>
              <a:rPr dirty="0" sz="2000" spc="-50">
                <a:latin typeface="Tahoma"/>
                <a:cs typeface="Tahoma"/>
              </a:rPr>
              <a:t> </a:t>
            </a:r>
            <a:r>
              <a:rPr dirty="0" sz="2000" spc="-10">
                <a:latin typeface="Tahoma"/>
                <a:cs typeface="Tahoma"/>
              </a:rPr>
              <a:t>granularity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Similar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to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LibFuzzer</a:t>
            </a:r>
            <a:r>
              <a:rPr dirty="0" sz="1800" spc="5">
                <a:latin typeface="Tahoma"/>
                <a:cs typeface="Tahoma"/>
              </a:rPr>
              <a:t> </a:t>
            </a:r>
            <a:r>
              <a:rPr dirty="0" sz="1800" spc="65">
                <a:latin typeface="Tahoma"/>
                <a:cs typeface="Tahoma"/>
              </a:rPr>
              <a:t>and</a:t>
            </a:r>
            <a:r>
              <a:rPr dirty="0" sz="1800" spc="1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in-</a:t>
            </a:r>
            <a:r>
              <a:rPr dirty="0" sz="1800" spc="50">
                <a:latin typeface="Tahoma"/>
                <a:cs typeface="Tahoma"/>
              </a:rPr>
              <a:t>memory</a:t>
            </a:r>
            <a:r>
              <a:rPr dirty="0" sz="1800" spc="35">
                <a:latin typeface="Tahoma"/>
                <a:cs typeface="Tahoma"/>
              </a:rPr>
              <a:t> </a:t>
            </a:r>
            <a:r>
              <a:rPr dirty="0" sz="1800" spc="70">
                <a:latin typeface="Tahoma"/>
                <a:cs typeface="Tahoma"/>
              </a:rPr>
              <a:t>fuzzing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40">
                <a:latin typeface="Tahoma"/>
                <a:cs typeface="Tahoma"/>
              </a:rPr>
              <a:t>techniques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Speed</a:t>
            </a:r>
            <a:r>
              <a:rPr dirty="0" sz="1800" spc="204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acceleration</a:t>
            </a:r>
            <a:r>
              <a:rPr dirty="0" sz="1800" spc="21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using</a:t>
            </a:r>
            <a:r>
              <a:rPr dirty="0" sz="1800" spc="245">
                <a:latin typeface="Tahoma"/>
                <a:cs typeface="Tahoma"/>
              </a:rPr>
              <a:t> </a:t>
            </a:r>
            <a:r>
              <a:rPr dirty="0" sz="1800" spc="-10">
                <a:latin typeface="Consolas"/>
                <a:cs typeface="Consolas"/>
              </a:rPr>
              <a:t>fork()</a:t>
            </a:r>
            <a:endParaRPr sz="1800">
              <a:latin typeface="Consolas"/>
              <a:cs typeface="Consola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4823159"/>
            <a:ext cx="8521700" cy="891540"/>
          </a:xfrm>
          <a:prstGeom prst="rect">
            <a:avLst/>
          </a:prstGeom>
        </p:spPr>
        <p:txBody>
          <a:bodyPr wrap="square" lIns="0" tIns="16383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9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45">
                <a:latin typeface="Tahoma"/>
                <a:cs typeface="Tahoma"/>
              </a:rPr>
              <a:t>Focusing</a:t>
            </a:r>
            <a:r>
              <a:rPr dirty="0" sz="2000" spc="-15">
                <a:latin typeface="Tahoma"/>
                <a:cs typeface="Tahoma"/>
              </a:rPr>
              <a:t> </a:t>
            </a:r>
            <a:r>
              <a:rPr dirty="0" sz="2000" spc="110">
                <a:latin typeface="Tahoma"/>
                <a:cs typeface="Tahoma"/>
              </a:rPr>
              <a:t>on</a:t>
            </a:r>
            <a:r>
              <a:rPr dirty="0" sz="2000" spc="1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instructions</a:t>
            </a:r>
            <a:r>
              <a:rPr dirty="0" sz="2000" spc="-20">
                <a:latin typeface="Tahoma"/>
                <a:cs typeface="Tahoma"/>
              </a:rPr>
              <a:t> </a:t>
            </a:r>
            <a:r>
              <a:rPr dirty="0" sz="2000" spc="60">
                <a:latin typeface="Tahoma"/>
                <a:cs typeface="Tahoma"/>
              </a:rPr>
              <a:t>that</a:t>
            </a:r>
            <a:r>
              <a:rPr dirty="0" sz="2000">
                <a:latin typeface="Tahoma"/>
                <a:cs typeface="Tahoma"/>
              </a:rPr>
              <a:t> use </a:t>
            </a:r>
            <a:r>
              <a:rPr dirty="0" u="sng" sz="2000" spc="6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the</a:t>
            </a:r>
            <a:r>
              <a:rPr dirty="0" u="sng" sz="2000" spc="-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values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8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from</a:t>
            </a:r>
            <a:r>
              <a:rPr dirty="0" u="sng" sz="2000" spc="-1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5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outside</a:t>
            </a:r>
            <a:r>
              <a:rPr dirty="0" u="sng" sz="2000" spc="-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1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of</a:t>
            </a:r>
            <a:r>
              <a:rPr dirty="0" u="sng" sz="2000" spc="5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a</a:t>
            </a:r>
            <a:r>
              <a:rPr dirty="0" u="sng" sz="2000" spc="1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2000" spc="70">
                <a:solidFill>
                  <a:srgbClr val="C00000"/>
                </a:solidFill>
                <a:uFill>
                  <a:solidFill>
                    <a:srgbClr val="C00000"/>
                  </a:solidFill>
                </a:uFill>
                <a:latin typeface="Tahoma"/>
                <a:cs typeface="Tahoma"/>
              </a:rPr>
              <a:t>function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Parameters,</a:t>
            </a:r>
            <a:r>
              <a:rPr dirty="0" sz="1800" spc="30">
                <a:latin typeface="Tahoma"/>
                <a:cs typeface="Tahoma"/>
              </a:rPr>
              <a:t> </a:t>
            </a:r>
            <a:r>
              <a:rPr dirty="0" sz="1800" spc="55">
                <a:latin typeface="Tahoma"/>
                <a:cs typeface="Tahoma"/>
              </a:rPr>
              <a:t>global</a:t>
            </a:r>
            <a:r>
              <a:rPr dirty="0" sz="1800" spc="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variables,</a:t>
            </a:r>
            <a:r>
              <a:rPr dirty="0" sz="1800" spc="60">
                <a:latin typeface="Tahoma"/>
                <a:cs typeface="Tahoma"/>
              </a:rPr>
              <a:t> </a:t>
            </a:r>
            <a:r>
              <a:rPr dirty="0" sz="1800" spc="-25">
                <a:latin typeface="Tahoma"/>
                <a:cs typeface="Tahoma"/>
              </a:rPr>
              <a:t>...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80"/>
              <a:t>Design</a:t>
            </a:r>
            <a:r>
              <a:rPr dirty="0" spc="-100"/>
              <a:t> </a:t>
            </a:r>
            <a:r>
              <a:rPr dirty="0" spc="105"/>
              <a:t>Choices</a:t>
            </a:r>
            <a:r>
              <a:rPr dirty="0" spc="-85"/>
              <a:t> </a:t>
            </a:r>
            <a:r>
              <a:rPr dirty="0" spc="114"/>
              <a:t>for</a:t>
            </a:r>
            <a:r>
              <a:rPr dirty="0" spc="-90"/>
              <a:t> </a:t>
            </a:r>
            <a:r>
              <a:rPr dirty="0" spc="55"/>
              <a:t>a</a:t>
            </a:r>
            <a:r>
              <a:rPr dirty="0" spc="-95"/>
              <a:t> </a:t>
            </a:r>
            <a:r>
              <a:rPr dirty="0" spc="55"/>
              <a:t>State</a:t>
            </a:r>
            <a:r>
              <a:rPr dirty="0" spc="-95"/>
              <a:t> </a:t>
            </a:r>
            <a:r>
              <a:rPr dirty="0" spc="185"/>
              <a:t>Mutation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467725" y="2287904"/>
            <a:ext cx="3493770" cy="2262505"/>
            <a:chOff x="8467725" y="2287904"/>
            <a:chExt cx="3493770" cy="2262505"/>
          </a:xfrm>
        </p:grpSpPr>
        <p:sp>
          <p:nvSpPr>
            <p:cNvPr id="6" name="object 6"/>
            <p:cNvSpPr/>
            <p:nvPr/>
          </p:nvSpPr>
          <p:spPr>
            <a:xfrm>
              <a:off x="8477250" y="2297429"/>
              <a:ext cx="3474720" cy="2243455"/>
            </a:xfrm>
            <a:custGeom>
              <a:avLst/>
              <a:gdLst/>
              <a:ahLst/>
              <a:cxnLst/>
              <a:rect l="l" t="t" r="r" b="b"/>
              <a:pathLst>
                <a:path w="3474720" h="2243454">
                  <a:moveTo>
                    <a:pt x="3100831" y="0"/>
                  </a:moveTo>
                  <a:lnTo>
                    <a:pt x="373888" y="0"/>
                  </a:lnTo>
                  <a:lnTo>
                    <a:pt x="326986" y="2912"/>
                  </a:lnTo>
                  <a:lnTo>
                    <a:pt x="281823" y="11418"/>
                  </a:lnTo>
                  <a:lnTo>
                    <a:pt x="238750" y="25165"/>
                  </a:lnTo>
                  <a:lnTo>
                    <a:pt x="198117" y="43804"/>
                  </a:lnTo>
                  <a:lnTo>
                    <a:pt x="160273" y="66985"/>
                  </a:lnTo>
                  <a:lnTo>
                    <a:pt x="125570" y="94357"/>
                  </a:lnTo>
                  <a:lnTo>
                    <a:pt x="94357" y="125570"/>
                  </a:lnTo>
                  <a:lnTo>
                    <a:pt x="66985" y="160273"/>
                  </a:lnTo>
                  <a:lnTo>
                    <a:pt x="43804" y="198117"/>
                  </a:lnTo>
                  <a:lnTo>
                    <a:pt x="25165" y="238750"/>
                  </a:lnTo>
                  <a:lnTo>
                    <a:pt x="11418" y="281823"/>
                  </a:lnTo>
                  <a:lnTo>
                    <a:pt x="2912" y="326986"/>
                  </a:lnTo>
                  <a:lnTo>
                    <a:pt x="0" y="373888"/>
                  </a:lnTo>
                  <a:lnTo>
                    <a:pt x="0" y="1869440"/>
                  </a:lnTo>
                  <a:lnTo>
                    <a:pt x="2912" y="1916341"/>
                  </a:lnTo>
                  <a:lnTo>
                    <a:pt x="11418" y="1961504"/>
                  </a:lnTo>
                  <a:lnTo>
                    <a:pt x="25165" y="2004577"/>
                  </a:lnTo>
                  <a:lnTo>
                    <a:pt x="43804" y="2045210"/>
                  </a:lnTo>
                  <a:lnTo>
                    <a:pt x="66985" y="2083054"/>
                  </a:lnTo>
                  <a:lnTo>
                    <a:pt x="94357" y="2117757"/>
                  </a:lnTo>
                  <a:lnTo>
                    <a:pt x="125570" y="2148970"/>
                  </a:lnTo>
                  <a:lnTo>
                    <a:pt x="160273" y="2176342"/>
                  </a:lnTo>
                  <a:lnTo>
                    <a:pt x="198117" y="2199523"/>
                  </a:lnTo>
                  <a:lnTo>
                    <a:pt x="238750" y="2218162"/>
                  </a:lnTo>
                  <a:lnTo>
                    <a:pt x="281823" y="2231909"/>
                  </a:lnTo>
                  <a:lnTo>
                    <a:pt x="326986" y="2240415"/>
                  </a:lnTo>
                  <a:lnTo>
                    <a:pt x="373888" y="2243328"/>
                  </a:lnTo>
                  <a:lnTo>
                    <a:pt x="3100831" y="2243328"/>
                  </a:lnTo>
                  <a:lnTo>
                    <a:pt x="3147733" y="2240415"/>
                  </a:lnTo>
                  <a:lnTo>
                    <a:pt x="3192896" y="2231909"/>
                  </a:lnTo>
                  <a:lnTo>
                    <a:pt x="3235969" y="2218162"/>
                  </a:lnTo>
                  <a:lnTo>
                    <a:pt x="3276602" y="2199523"/>
                  </a:lnTo>
                  <a:lnTo>
                    <a:pt x="3314446" y="2176342"/>
                  </a:lnTo>
                  <a:lnTo>
                    <a:pt x="3349149" y="2148970"/>
                  </a:lnTo>
                  <a:lnTo>
                    <a:pt x="3380362" y="2117757"/>
                  </a:lnTo>
                  <a:lnTo>
                    <a:pt x="3407734" y="2083054"/>
                  </a:lnTo>
                  <a:lnTo>
                    <a:pt x="3430915" y="2045210"/>
                  </a:lnTo>
                  <a:lnTo>
                    <a:pt x="3449554" y="2004577"/>
                  </a:lnTo>
                  <a:lnTo>
                    <a:pt x="3463301" y="1961504"/>
                  </a:lnTo>
                  <a:lnTo>
                    <a:pt x="3471807" y="1916341"/>
                  </a:lnTo>
                  <a:lnTo>
                    <a:pt x="3474720" y="1869440"/>
                  </a:lnTo>
                  <a:lnTo>
                    <a:pt x="3474720" y="373888"/>
                  </a:lnTo>
                  <a:lnTo>
                    <a:pt x="3471807" y="326986"/>
                  </a:lnTo>
                  <a:lnTo>
                    <a:pt x="3463301" y="281823"/>
                  </a:lnTo>
                  <a:lnTo>
                    <a:pt x="3449554" y="238750"/>
                  </a:lnTo>
                  <a:lnTo>
                    <a:pt x="3430915" y="198117"/>
                  </a:lnTo>
                  <a:lnTo>
                    <a:pt x="3407734" y="160273"/>
                  </a:lnTo>
                  <a:lnTo>
                    <a:pt x="3380362" y="125570"/>
                  </a:lnTo>
                  <a:lnTo>
                    <a:pt x="3349149" y="94357"/>
                  </a:lnTo>
                  <a:lnTo>
                    <a:pt x="3314446" y="66985"/>
                  </a:lnTo>
                  <a:lnTo>
                    <a:pt x="3276602" y="43804"/>
                  </a:lnTo>
                  <a:lnTo>
                    <a:pt x="3235969" y="25165"/>
                  </a:lnTo>
                  <a:lnTo>
                    <a:pt x="3192896" y="11418"/>
                  </a:lnTo>
                  <a:lnTo>
                    <a:pt x="3147733" y="2912"/>
                  </a:lnTo>
                  <a:lnTo>
                    <a:pt x="3100831" y="0"/>
                  </a:lnTo>
                  <a:close/>
                </a:path>
              </a:pathLst>
            </a:custGeom>
            <a:solidFill>
              <a:srgbClr val="FFFF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477250" y="2297429"/>
              <a:ext cx="3474720" cy="2243455"/>
            </a:xfrm>
            <a:custGeom>
              <a:avLst/>
              <a:gdLst/>
              <a:ahLst/>
              <a:cxnLst/>
              <a:rect l="l" t="t" r="r" b="b"/>
              <a:pathLst>
                <a:path w="3474720" h="2243454">
                  <a:moveTo>
                    <a:pt x="0" y="373888"/>
                  </a:moveTo>
                  <a:lnTo>
                    <a:pt x="2912" y="326986"/>
                  </a:lnTo>
                  <a:lnTo>
                    <a:pt x="11418" y="281823"/>
                  </a:lnTo>
                  <a:lnTo>
                    <a:pt x="25165" y="238750"/>
                  </a:lnTo>
                  <a:lnTo>
                    <a:pt x="43804" y="198117"/>
                  </a:lnTo>
                  <a:lnTo>
                    <a:pt x="66985" y="160273"/>
                  </a:lnTo>
                  <a:lnTo>
                    <a:pt x="94357" y="125570"/>
                  </a:lnTo>
                  <a:lnTo>
                    <a:pt x="125570" y="94357"/>
                  </a:lnTo>
                  <a:lnTo>
                    <a:pt x="160273" y="66985"/>
                  </a:lnTo>
                  <a:lnTo>
                    <a:pt x="198117" y="43804"/>
                  </a:lnTo>
                  <a:lnTo>
                    <a:pt x="238750" y="25165"/>
                  </a:lnTo>
                  <a:lnTo>
                    <a:pt x="281823" y="11418"/>
                  </a:lnTo>
                  <a:lnTo>
                    <a:pt x="326986" y="2912"/>
                  </a:lnTo>
                  <a:lnTo>
                    <a:pt x="373888" y="0"/>
                  </a:lnTo>
                  <a:lnTo>
                    <a:pt x="3100831" y="0"/>
                  </a:lnTo>
                  <a:lnTo>
                    <a:pt x="3147733" y="2912"/>
                  </a:lnTo>
                  <a:lnTo>
                    <a:pt x="3192896" y="11418"/>
                  </a:lnTo>
                  <a:lnTo>
                    <a:pt x="3235969" y="25165"/>
                  </a:lnTo>
                  <a:lnTo>
                    <a:pt x="3276602" y="43804"/>
                  </a:lnTo>
                  <a:lnTo>
                    <a:pt x="3314446" y="66985"/>
                  </a:lnTo>
                  <a:lnTo>
                    <a:pt x="3349149" y="94357"/>
                  </a:lnTo>
                  <a:lnTo>
                    <a:pt x="3380362" y="125570"/>
                  </a:lnTo>
                  <a:lnTo>
                    <a:pt x="3407734" y="160273"/>
                  </a:lnTo>
                  <a:lnTo>
                    <a:pt x="3430915" y="198117"/>
                  </a:lnTo>
                  <a:lnTo>
                    <a:pt x="3449554" y="238750"/>
                  </a:lnTo>
                  <a:lnTo>
                    <a:pt x="3463301" y="281823"/>
                  </a:lnTo>
                  <a:lnTo>
                    <a:pt x="3471807" y="326986"/>
                  </a:lnTo>
                  <a:lnTo>
                    <a:pt x="3474720" y="373888"/>
                  </a:lnTo>
                  <a:lnTo>
                    <a:pt x="3474720" y="1869440"/>
                  </a:lnTo>
                  <a:lnTo>
                    <a:pt x="3471807" y="1916341"/>
                  </a:lnTo>
                  <a:lnTo>
                    <a:pt x="3463301" y="1961504"/>
                  </a:lnTo>
                  <a:lnTo>
                    <a:pt x="3449554" y="2004577"/>
                  </a:lnTo>
                  <a:lnTo>
                    <a:pt x="3430915" y="2045210"/>
                  </a:lnTo>
                  <a:lnTo>
                    <a:pt x="3407734" y="2083054"/>
                  </a:lnTo>
                  <a:lnTo>
                    <a:pt x="3380362" y="2117757"/>
                  </a:lnTo>
                  <a:lnTo>
                    <a:pt x="3349149" y="2148970"/>
                  </a:lnTo>
                  <a:lnTo>
                    <a:pt x="3314446" y="2176342"/>
                  </a:lnTo>
                  <a:lnTo>
                    <a:pt x="3276602" y="2199523"/>
                  </a:lnTo>
                  <a:lnTo>
                    <a:pt x="3235969" y="2218162"/>
                  </a:lnTo>
                  <a:lnTo>
                    <a:pt x="3192896" y="2231909"/>
                  </a:lnTo>
                  <a:lnTo>
                    <a:pt x="3147733" y="2240415"/>
                  </a:lnTo>
                  <a:lnTo>
                    <a:pt x="3100831" y="2243328"/>
                  </a:lnTo>
                  <a:lnTo>
                    <a:pt x="373888" y="2243328"/>
                  </a:lnTo>
                  <a:lnTo>
                    <a:pt x="326986" y="2240415"/>
                  </a:lnTo>
                  <a:lnTo>
                    <a:pt x="281823" y="2231909"/>
                  </a:lnTo>
                  <a:lnTo>
                    <a:pt x="238750" y="2218162"/>
                  </a:lnTo>
                  <a:lnTo>
                    <a:pt x="198117" y="2199523"/>
                  </a:lnTo>
                  <a:lnTo>
                    <a:pt x="160273" y="2176342"/>
                  </a:lnTo>
                  <a:lnTo>
                    <a:pt x="125570" y="2148970"/>
                  </a:lnTo>
                  <a:lnTo>
                    <a:pt x="94357" y="2117757"/>
                  </a:lnTo>
                  <a:lnTo>
                    <a:pt x="66985" y="2083054"/>
                  </a:lnTo>
                  <a:lnTo>
                    <a:pt x="43804" y="2045210"/>
                  </a:lnTo>
                  <a:lnTo>
                    <a:pt x="25165" y="2004577"/>
                  </a:lnTo>
                  <a:lnTo>
                    <a:pt x="11418" y="1961504"/>
                  </a:lnTo>
                  <a:lnTo>
                    <a:pt x="2912" y="1916341"/>
                  </a:lnTo>
                  <a:lnTo>
                    <a:pt x="0" y="1869440"/>
                  </a:lnTo>
                  <a:lnTo>
                    <a:pt x="0" y="37388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0536173" y="3141725"/>
              <a:ext cx="317500" cy="334010"/>
            </a:xfrm>
            <a:custGeom>
              <a:avLst/>
              <a:gdLst/>
              <a:ahLst/>
              <a:cxnLst/>
              <a:rect l="l" t="t" r="r" b="b"/>
              <a:pathLst>
                <a:path w="317500" h="334010">
                  <a:moveTo>
                    <a:pt x="158496" y="0"/>
                  </a:moveTo>
                  <a:lnTo>
                    <a:pt x="116372" y="5958"/>
                  </a:lnTo>
                  <a:lnTo>
                    <a:pt x="78514" y="22775"/>
                  </a:lnTo>
                  <a:lnTo>
                    <a:pt x="46434" y="48863"/>
                  </a:lnTo>
                  <a:lnTo>
                    <a:pt x="21646" y="82634"/>
                  </a:lnTo>
                  <a:lnTo>
                    <a:pt x="5663" y="122502"/>
                  </a:lnTo>
                  <a:lnTo>
                    <a:pt x="0" y="166877"/>
                  </a:lnTo>
                  <a:lnTo>
                    <a:pt x="5663" y="211253"/>
                  </a:lnTo>
                  <a:lnTo>
                    <a:pt x="21646" y="251121"/>
                  </a:lnTo>
                  <a:lnTo>
                    <a:pt x="46434" y="284892"/>
                  </a:lnTo>
                  <a:lnTo>
                    <a:pt x="78514" y="310980"/>
                  </a:lnTo>
                  <a:lnTo>
                    <a:pt x="116372" y="327797"/>
                  </a:lnTo>
                  <a:lnTo>
                    <a:pt x="158496" y="333756"/>
                  </a:lnTo>
                  <a:lnTo>
                    <a:pt x="200619" y="327797"/>
                  </a:lnTo>
                  <a:lnTo>
                    <a:pt x="238477" y="310980"/>
                  </a:lnTo>
                  <a:lnTo>
                    <a:pt x="270557" y="284892"/>
                  </a:lnTo>
                  <a:lnTo>
                    <a:pt x="295345" y="251121"/>
                  </a:lnTo>
                  <a:lnTo>
                    <a:pt x="311328" y="211253"/>
                  </a:lnTo>
                  <a:lnTo>
                    <a:pt x="316992" y="166877"/>
                  </a:lnTo>
                  <a:lnTo>
                    <a:pt x="311328" y="122502"/>
                  </a:lnTo>
                  <a:lnTo>
                    <a:pt x="295345" y="82634"/>
                  </a:lnTo>
                  <a:lnTo>
                    <a:pt x="270557" y="48863"/>
                  </a:lnTo>
                  <a:lnTo>
                    <a:pt x="238477" y="22775"/>
                  </a:lnTo>
                  <a:lnTo>
                    <a:pt x="200619" y="5958"/>
                  </a:lnTo>
                  <a:lnTo>
                    <a:pt x="1584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0536173" y="3141725"/>
              <a:ext cx="317500" cy="334010"/>
            </a:xfrm>
            <a:custGeom>
              <a:avLst/>
              <a:gdLst/>
              <a:ahLst/>
              <a:cxnLst/>
              <a:rect l="l" t="t" r="r" b="b"/>
              <a:pathLst>
                <a:path w="317500" h="334010">
                  <a:moveTo>
                    <a:pt x="0" y="166877"/>
                  </a:moveTo>
                  <a:lnTo>
                    <a:pt x="5663" y="122502"/>
                  </a:lnTo>
                  <a:lnTo>
                    <a:pt x="21646" y="82634"/>
                  </a:lnTo>
                  <a:lnTo>
                    <a:pt x="46434" y="48863"/>
                  </a:lnTo>
                  <a:lnTo>
                    <a:pt x="78514" y="22775"/>
                  </a:lnTo>
                  <a:lnTo>
                    <a:pt x="116372" y="5958"/>
                  </a:lnTo>
                  <a:lnTo>
                    <a:pt x="158496" y="0"/>
                  </a:lnTo>
                  <a:lnTo>
                    <a:pt x="200619" y="5958"/>
                  </a:lnTo>
                  <a:lnTo>
                    <a:pt x="238477" y="22775"/>
                  </a:lnTo>
                  <a:lnTo>
                    <a:pt x="270557" y="48863"/>
                  </a:lnTo>
                  <a:lnTo>
                    <a:pt x="295345" y="82634"/>
                  </a:lnTo>
                  <a:lnTo>
                    <a:pt x="311328" y="122502"/>
                  </a:lnTo>
                  <a:lnTo>
                    <a:pt x="316992" y="166877"/>
                  </a:lnTo>
                  <a:lnTo>
                    <a:pt x="311328" y="211253"/>
                  </a:lnTo>
                  <a:lnTo>
                    <a:pt x="295345" y="251121"/>
                  </a:lnTo>
                  <a:lnTo>
                    <a:pt x="270557" y="284892"/>
                  </a:lnTo>
                  <a:lnTo>
                    <a:pt x="238477" y="310980"/>
                  </a:lnTo>
                  <a:lnTo>
                    <a:pt x="200619" y="327797"/>
                  </a:lnTo>
                  <a:lnTo>
                    <a:pt x="158496" y="333756"/>
                  </a:lnTo>
                  <a:lnTo>
                    <a:pt x="116372" y="327797"/>
                  </a:lnTo>
                  <a:lnTo>
                    <a:pt x="78514" y="310980"/>
                  </a:lnTo>
                  <a:lnTo>
                    <a:pt x="46434" y="284892"/>
                  </a:lnTo>
                  <a:lnTo>
                    <a:pt x="21646" y="251121"/>
                  </a:lnTo>
                  <a:lnTo>
                    <a:pt x="5663" y="211253"/>
                  </a:lnTo>
                  <a:lnTo>
                    <a:pt x="0" y="166877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105585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C0000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105585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0796016" y="2806191"/>
              <a:ext cx="463550" cy="1193800"/>
            </a:xfrm>
            <a:custGeom>
              <a:avLst/>
              <a:gdLst/>
              <a:ahLst/>
              <a:cxnLst/>
              <a:rect l="l" t="t" r="r" b="b"/>
              <a:pathLst>
                <a:path w="463550" h="1193800">
                  <a:moveTo>
                    <a:pt x="315595" y="15748"/>
                  </a:moveTo>
                  <a:lnTo>
                    <a:pt x="295656" y="0"/>
                  </a:lnTo>
                  <a:lnTo>
                    <a:pt x="78219" y="277736"/>
                  </a:lnTo>
                  <a:lnTo>
                    <a:pt x="38227" y="246380"/>
                  </a:lnTo>
                  <a:lnTo>
                    <a:pt x="9906" y="385572"/>
                  </a:lnTo>
                  <a:lnTo>
                    <a:pt x="138176" y="324739"/>
                  </a:lnTo>
                  <a:lnTo>
                    <a:pt x="110959" y="303403"/>
                  </a:lnTo>
                  <a:lnTo>
                    <a:pt x="98221" y="293433"/>
                  </a:lnTo>
                  <a:lnTo>
                    <a:pt x="315595" y="15748"/>
                  </a:lnTo>
                  <a:close/>
                </a:path>
                <a:path w="463550" h="1193800">
                  <a:moveTo>
                    <a:pt x="463550" y="1193292"/>
                  </a:moveTo>
                  <a:lnTo>
                    <a:pt x="446455" y="1111631"/>
                  </a:lnTo>
                  <a:lnTo>
                    <a:pt x="434467" y="1054354"/>
                  </a:lnTo>
                  <a:lnTo>
                    <a:pt x="394741" y="1085862"/>
                  </a:lnTo>
                  <a:lnTo>
                    <a:pt x="19812" y="612648"/>
                  </a:lnTo>
                  <a:lnTo>
                    <a:pt x="0" y="628396"/>
                  </a:lnTo>
                  <a:lnTo>
                    <a:pt x="374777" y="1101699"/>
                  </a:lnTo>
                  <a:lnTo>
                    <a:pt x="335026" y="1133221"/>
                  </a:lnTo>
                  <a:lnTo>
                    <a:pt x="463550" y="1193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9430004" y="4567554"/>
            <a:ext cx="16929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b="1">
                <a:latin typeface="Consolas"/>
                <a:cs typeface="Consolas"/>
              </a:rPr>
              <a:t>Target</a:t>
            </a:r>
            <a:r>
              <a:rPr dirty="0" sz="1600" spc="-35" b="1">
                <a:latin typeface="Consolas"/>
                <a:cs typeface="Consolas"/>
              </a:rPr>
              <a:t> </a:t>
            </a:r>
            <a:r>
              <a:rPr dirty="0" sz="1600" spc="-10" b="1">
                <a:latin typeface="Consolas"/>
                <a:cs typeface="Consolas"/>
              </a:rPr>
              <a:t>Function</a:t>
            </a:r>
            <a:endParaRPr sz="1600">
              <a:latin typeface="Consolas"/>
              <a:cs typeface="Consola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72574" y="1240916"/>
            <a:ext cx="8578850" cy="3785235"/>
            <a:chOff x="3072574" y="1240916"/>
            <a:chExt cx="8578850" cy="3785235"/>
          </a:xfrm>
        </p:grpSpPr>
        <p:sp>
          <p:nvSpPr>
            <p:cNvPr id="15" name="object 15"/>
            <p:cNvSpPr/>
            <p:nvPr/>
          </p:nvSpPr>
          <p:spPr>
            <a:xfrm>
              <a:off x="11046714" y="1607057"/>
              <a:ext cx="317500" cy="335280"/>
            </a:xfrm>
            <a:custGeom>
              <a:avLst/>
              <a:gdLst/>
              <a:ahLst/>
              <a:cxnLst/>
              <a:rect l="l" t="t" r="r" b="b"/>
              <a:pathLst>
                <a:path w="317500" h="335280">
                  <a:moveTo>
                    <a:pt x="0" y="167639"/>
                  </a:moveTo>
                  <a:lnTo>
                    <a:pt x="5663" y="123075"/>
                  </a:lnTo>
                  <a:lnTo>
                    <a:pt x="21646" y="83029"/>
                  </a:lnTo>
                  <a:lnTo>
                    <a:pt x="46434" y="49101"/>
                  </a:lnTo>
                  <a:lnTo>
                    <a:pt x="78514" y="22888"/>
                  </a:lnTo>
                  <a:lnTo>
                    <a:pt x="116372" y="5988"/>
                  </a:lnTo>
                  <a:lnTo>
                    <a:pt x="158495" y="0"/>
                  </a:lnTo>
                  <a:lnTo>
                    <a:pt x="200619" y="5988"/>
                  </a:lnTo>
                  <a:lnTo>
                    <a:pt x="238477" y="22888"/>
                  </a:lnTo>
                  <a:lnTo>
                    <a:pt x="270557" y="49101"/>
                  </a:lnTo>
                  <a:lnTo>
                    <a:pt x="295345" y="83029"/>
                  </a:lnTo>
                  <a:lnTo>
                    <a:pt x="311328" y="123075"/>
                  </a:lnTo>
                  <a:lnTo>
                    <a:pt x="316991" y="167639"/>
                  </a:lnTo>
                  <a:lnTo>
                    <a:pt x="311328" y="212204"/>
                  </a:lnTo>
                  <a:lnTo>
                    <a:pt x="295345" y="252250"/>
                  </a:lnTo>
                  <a:lnTo>
                    <a:pt x="270557" y="286178"/>
                  </a:lnTo>
                  <a:lnTo>
                    <a:pt x="238477" y="312391"/>
                  </a:lnTo>
                  <a:lnTo>
                    <a:pt x="200619" y="329291"/>
                  </a:lnTo>
                  <a:lnTo>
                    <a:pt x="158495" y="335279"/>
                  </a:lnTo>
                  <a:lnTo>
                    <a:pt x="116372" y="329291"/>
                  </a:lnTo>
                  <a:lnTo>
                    <a:pt x="78514" y="312391"/>
                  </a:lnTo>
                  <a:lnTo>
                    <a:pt x="46434" y="286178"/>
                  </a:lnTo>
                  <a:lnTo>
                    <a:pt x="21646" y="252250"/>
                  </a:lnTo>
                  <a:lnTo>
                    <a:pt x="5663" y="212204"/>
                  </a:lnTo>
                  <a:lnTo>
                    <a:pt x="0" y="167639"/>
                  </a:lnTo>
                  <a:close/>
                </a:path>
              </a:pathLst>
            </a:custGeom>
            <a:ln w="19049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148568" y="1942211"/>
              <a:ext cx="127000" cy="587375"/>
            </a:xfrm>
            <a:custGeom>
              <a:avLst/>
              <a:gdLst/>
              <a:ahLst/>
              <a:cxnLst/>
              <a:rect l="l" t="t" r="r" b="b"/>
              <a:pathLst>
                <a:path w="127000" h="587375">
                  <a:moveTo>
                    <a:pt x="50739" y="460121"/>
                  </a:moveTo>
                  <a:lnTo>
                    <a:pt x="0" y="460883"/>
                  </a:lnTo>
                  <a:lnTo>
                    <a:pt x="65277" y="586866"/>
                  </a:lnTo>
                  <a:lnTo>
                    <a:pt x="120319" y="472821"/>
                  </a:lnTo>
                  <a:lnTo>
                    <a:pt x="50926" y="472821"/>
                  </a:lnTo>
                  <a:lnTo>
                    <a:pt x="50750" y="460883"/>
                  </a:lnTo>
                  <a:lnTo>
                    <a:pt x="50739" y="460121"/>
                  </a:lnTo>
                  <a:close/>
                </a:path>
                <a:path w="127000" h="587375">
                  <a:moveTo>
                    <a:pt x="76139" y="459740"/>
                  </a:moveTo>
                  <a:lnTo>
                    <a:pt x="50739" y="460121"/>
                  </a:lnTo>
                  <a:lnTo>
                    <a:pt x="50921" y="472439"/>
                  </a:lnTo>
                  <a:lnTo>
                    <a:pt x="50926" y="472821"/>
                  </a:lnTo>
                  <a:lnTo>
                    <a:pt x="76326" y="472439"/>
                  </a:lnTo>
                  <a:lnTo>
                    <a:pt x="76156" y="460883"/>
                  </a:lnTo>
                  <a:lnTo>
                    <a:pt x="76139" y="459740"/>
                  </a:lnTo>
                  <a:close/>
                </a:path>
                <a:path w="127000" h="587375">
                  <a:moveTo>
                    <a:pt x="127000" y="458977"/>
                  </a:moveTo>
                  <a:lnTo>
                    <a:pt x="76139" y="459740"/>
                  </a:lnTo>
                  <a:lnTo>
                    <a:pt x="76326" y="472439"/>
                  </a:lnTo>
                  <a:lnTo>
                    <a:pt x="50926" y="472821"/>
                  </a:lnTo>
                  <a:lnTo>
                    <a:pt x="120319" y="472821"/>
                  </a:lnTo>
                  <a:lnTo>
                    <a:pt x="127000" y="458977"/>
                  </a:lnTo>
                  <a:close/>
                </a:path>
                <a:path w="127000" h="587375">
                  <a:moveTo>
                    <a:pt x="69341" y="0"/>
                  </a:moveTo>
                  <a:lnTo>
                    <a:pt x="43941" y="253"/>
                  </a:lnTo>
                  <a:lnTo>
                    <a:pt x="50722" y="458977"/>
                  </a:lnTo>
                  <a:lnTo>
                    <a:pt x="50739" y="460121"/>
                  </a:lnTo>
                  <a:lnTo>
                    <a:pt x="76139" y="459740"/>
                  </a:lnTo>
                  <a:lnTo>
                    <a:pt x="69345" y="253"/>
                  </a:lnTo>
                  <a:lnTo>
                    <a:pt x="693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1214354" y="3950969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5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214354" y="3950969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5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277093" y="3822953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3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8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3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7" y="166878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277093" y="3822953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7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420730" y="3422268"/>
              <a:ext cx="175260" cy="400050"/>
            </a:xfrm>
            <a:custGeom>
              <a:avLst/>
              <a:gdLst/>
              <a:ahLst/>
              <a:cxnLst/>
              <a:rect l="l" t="t" r="r" b="b"/>
              <a:pathLst>
                <a:path w="175259" h="400050">
                  <a:moveTo>
                    <a:pt x="0" y="258571"/>
                  </a:moveTo>
                  <a:lnTo>
                    <a:pt x="14859" y="399795"/>
                  </a:lnTo>
                  <a:lnTo>
                    <a:pt x="118872" y="303148"/>
                  </a:lnTo>
                  <a:lnTo>
                    <a:pt x="102954" y="297179"/>
                  </a:lnTo>
                  <a:lnTo>
                    <a:pt x="66928" y="297179"/>
                  </a:lnTo>
                  <a:lnTo>
                    <a:pt x="43052" y="288289"/>
                  </a:lnTo>
                  <a:lnTo>
                    <a:pt x="47514" y="276389"/>
                  </a:lnTo>
                  <a:lnTo>
                    <a:pt x="0" y="258571"/>
                  </a:lnTo>
                  <a:close/>
                </a:path>
                <a:path w="175259" h="400050">
                  <a:moveTo>
                    <a:pt x="47514" y="276389"/>
                  </a:moveTo>
                  <a:lnTo>
                    <a:pt x="43052" y="288289"/>
                  </a:lnTo>
                  <a:lnTo>
                    <a:pt x="66928" y="297179"/>
                  </a:lnTo>
                  <a:lnTo>
                    <a:pt x="71364" y="285333"/>
                  </a:lnTo>
                  <a:lnTo>
                    <a:pt x="47514" y="276389"/>
                  </a:lnTo>
                  <a:close/>
                </a:path>
                <a:path w="175259" h="400050">
                  <a:moveTo>
                    <a:pt x="71364" y="285333"/>
                  </a:moveTo>
                  <a:lnTo>
                    <a:pt x="66928" y="297179"/>
                  </a:lnTo>
                  <a:lnTo>
                    <a:pt x="102954" y="297179"/>
                  </a:lnTo>
                  <a:lnTo>
                    <a:pt x="71364" y="285333"/>
                  </a:lnTo>
                  <a:close/>
                </a:path>
                <a:path w="175259" h="400050">
                  <a:moveTo>
                    <a:pt x="151129" y="0"/>
                  </a:moveTo>
                  <a:lnTo>
                    <a:pt x="47514" y="276389"/>
                  </a:lnTo>
                  <a:lnTo>
                    <a:pt x="71364" y="285333"/>
                  </a:lnTo>
                  <a:lnTo>
                    <a:pt x="174878" y="8889"/>
                  </a:lnTo>
                  <a:lnTo>
                    <a:pt x="15112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8852153" y="1806701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938707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3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7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3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7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C00000">
                <a:alpha val="63136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9387077" y="252907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7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7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7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111233" y="2084831"/>
              <a:ext cx="322580" cy="492125"/>
            </a:xfrm>
            <a:custGeom>
              <a:avLst/>
              <a:gdLst/>
              <a:ahLst/>
              <a:cxnLst/>
              <a:rect l="l" t="t" r="r" b="b"/>
              <a:pathLst>
                <a:path w="322579" h="492125">
                  <a:moveTo>
                    <a:pt x="243073" y="392035"/>
                  </a:moveTo>
                  <a:lnTo>
                    <a:pt x="200279" y="419480"/>
                  </a:lnTo>
                  <a:lnTo>
                    <a:pt x="322452" y="492125"/>
                  </a:lnTo>
                  <a:lnTo>
                    <a:pt x="312804" y="402716"/>
                  </a:lnTo>
                  <a:lnTo>
                    <a:pt x="249936" y="402716"/>
                  </a:lnTo>
                  <a:lnTo>
                    <a:pt x="243073" y="392035"/>
                  </a:lnTo>
                  <a:close/>
                </a:path>
                <a:path w="322579" h="492125">
                  <a:moveTo>
                    <a:pt x="264424" y="378342"/>
                  </a:moveTo>
                  <a:lnTo>
                    <a:pt x="243073" y="392035"/>
                  </a:lnTo>
                  <a:lnTo>
                    <a:pt x="249936" y="402716"/>
                  </a:lnTo>
                  <a:lnTo>
                    <a:pt x="271272" y="389000"/>
                  </a:lnTo>
                  <a:lnTo>
                    <a:pt x="264424" y="378342"/>
                  </a:lnTo>
                  <a:close/>
                </a:path>
                <a:path w="322579" h="492125">
                  <a:moveTo>
                    <a:pt x="307213" y="350900"/>
                  </a:moveTo>
                  <a:lnTo>
                    <a:pt x="264424" y="378342"/>
                  </a:lnTo>
                  <a:lnTo>
                    <a:pt x="271272" y="389000"/>
                  </a:lnTo>
                  <a:lnTo>
                    <a:pt x="249936" y="402716"/>
                  </a:lnTo>
                  <a:lnTo>
                    <a:pt x="312804" y="402716"/>
                  </a:lnTo>
                  <a:lnTo>
                    <a:pt x="307213" y="350900"/>
                  </a:lnTo>
                  <a:close/>
                </a:path>
                <a:path w="322579" h="492125">
                  <a:moveTo>
                    <a:pt x="21336" y="0"/>
                  </a:moveTo>
                  <a:lnTo>
                    <a:pt x="0" y="13715"/>
                  </a:lnTo>
                  <a:lnTo>
                    <a:pt x="243073" y="392035"/>
                  </a:lnTo>
                  <a:lnTo>
                    <a:pt x="264424" y="378342"/>
                  </a:lnTo>
                  <a:lnTo>
                    <a:pt x="213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9428226" y="3251453"/>
              <a:ext cx="315595" cy="335280"/>
            </a:xfrm>
            <a:custGeom>
              <a:avLst/>
              <a:gdLst/>
              <a:ahLst/>
              <a:cxnLst/>
              <a:rect l="l" t="t" r="r" b="b"/>
              <a:pathLst>
                <a:path w="315595" h="335279">
                  <a:moveTo>
                    <a:pt x="157733" y="0"/>
                  </a:moveTo>
                  <a:lnTo>
                    <a:pt x="115799" y="5988"/>
                  </a:lnTo>
                  <a:lnTo>
                    <a:pt x="78119" y="22888"/>
                  </a:lnTo>
                  <a:lnTo>
                    <a:pt x="46196" y="49101"/>
                  </a:lnTo>
                  <a:lnTo>
                    <a:pt x="21533" y="83029"/>
                  </a:lnTo>
                  <a:lnTo>
                    <a:pt x="5633" y="123075"/>
                  </a:lnTo>
                  <a:lnTo>
                    <a:pt x="0" y="167640"/>
                  </a:lnTo>
                  <a:lnTo>
                    <a:pt x="5633" y="212204"/>
                  </a:lnTo>
                  <a:lnTo>
                    <a:pt x="21533" y="252250"/>
                  </a:lnTo>
                  <a:lnTo>
                    <a:pt x="46196" y="286178"/>
                  </a:lnTo>
                  <a:lnTo>
                    <a:pt x="78119" y="312391"/>
                  </a:lnTo>
                  <a:lnTo>
                    <a:pt x="115799" y="329291"/>
                  </a:lnTo>
                  <a:lnTo>
                    <a:pt x="157733" y="335280"/>
                  </a:lnTo>
                  <a:lnTo>
                    <a:pt x="199668" y="329291"/>
                  </a:lnTo>
                  <a:lnTo>
                    <a:pt x="237348" y="312391"/>
                  </a:lnTo>
                  <a:lnTo>
                    <a:pt x="269271" y="286178"/>
                  </a:lnTo>
                  <a:lnTo>
                    <a:pt x="293934" y="252250"/>
                  </a:lnTo>
                  <a:lnTo>
                    <a:pt x="309834" y="212204"/>
                  </a:lnTo>
                  <a:lnTo>
                    <a:pt x="315468" y="167640"/>
                  </a:lnTo>
                  <a:lnTo>
                    <a:pt x="309834" y="123075"/>
                  </a:lnTo>
                  <a:lnTo>
                    <a:pt x="293934" y="83029"/>
                  </a:lnTo>
                  <a:lnTo>
                    <a:pt x="269271" y="49101"/>
                  </a:lnTo>
                  <a:lnTo>
                    <a:pt x="237348" y="22888"/>
                  </a:lnTo>
                  <a:lnTo>
                    <a:pt x="199668" y="5988"/>
                  </a:lnTo>
                  <a:lnTo>
                    <a:pt x="15773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428226" y="3251453"/>
              <a:ext cx="315595" cy="335280"/>
            </a:xfrm>
            <a:custGeom>
              <a:avLst/>
              <a:gdLst/>
              <a:ahLst/>
              <a:cxnLst/>
              <a:rect l="l" t="t" r="r" b="b"/>
              <a:pathLst>
                <a:path w="315595" h="335279">
                  <a:moveTo>
                    <a:pt x="0" y="167640"/>
                  </a:moveTo>
                  <a:lnTo>
                    <a:pt x="5633" y="123075"/>
                  </a:lnTo>
                  <a:lnTo>
                    <a:pt x="21533" y="83029"/>
                  </a:lnTo>
                  <a:lnTo>
                    <a:pt x="46196" y="49101"/>
                  </a:lnTo>
                  <a:lnTo>
                    <a:pt x="78119" y="22888"/>
                  </a:lnTo>
                  <a:lnTo>
                    <a:pt x="115799" y="5988"/>
                  </a:lnTo>
                  <a:lnTo>
                    <a:pt x="157733" y="0"/>
                  </a:lnTo>
                  <a:lnTo>
                    <a:pt x="199668" y="5988"/>
                  </a:lnTo>
                  <a:lnTo>
                    <a:pt x="237348" y="22888"/>
                  </a:lnTo>
                  <a:lnTo>
                    <a:pt x="269271" y="49101"/>
                  </a:lnTo>
                  <a:lnTo>
                    <a:pt x="293934" y="83029"/>
                  </a:lnTo>
                  <a:lnTo>
                    <a:pt x="309834" y="123075"/>
                  </a:lnTo>
                  <a:lnTo>
                    <a:pt x="315468" y="167640"/>
                  </a:lnTo>
                  <a:lnTo>
                    <a:pt x="309834" y="212204"/>
                  </a:lnTo>
                  <a:lnTo>
                    <a:pt x="293934" y="252250"/>
                  </a:lnTo>
                  <a:lnTo>
                    <a:pt x="269271" y="286178"/>
                  </a:lnTo>
                  <a:lnTo>
                    <a:pt x="237348" y="312391"/>
                  </a:lnTo>
                  <a:lnTo>
                    <a:pt x="199668" y="329291"/>
                  </a:lnTo>
                  <a:lnTo>
                    <a:pt x="157733" y="335280"/>
                  </a:lnTo>
                  <a:lnTo>
                    <a:pt x="115799" y="329291"/>
                  </a:lnTo>
                  <a:lnTo>
                    <a:pt x="78119" y="312391"/>
                  </a:lnTo>
                  <a:lnTo>
                    <a:pt x="46196" y="286178"/>
                  </a:lnTo>
                  <a:lnTo>
                    <a:pt x="21533" y="252250"/>
                  </a:lnTo>
                  <a:lnTo>
                    <a:pt x="5633" y="212204"/>
                  </a:lnTo>
                  <a:lnTo>
                    <a:pt x="0" y="16764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509886" y="2861563"/>
              <a:ext cx="126364" cy="391160"/>
            </a:xfrm>
            <a:custGeom>
              <a:avLst/>
              <a:gdLst/>
              <a:ahLst/>
              <a:cxnLst/>
              <a:rect l="l" t="t" r="r" b="b"/>
              <a:pathLst>
                <a:path w="126365" h="391160">
                  <a:moveTo>
                    <a:pt x="50501" y="265993"/>
                  </a:moveTo>
                  <a:lnTo>
                    <a:pt x="0" y="271272"/>
                  </a:lnTo>
                  <a:lnTo>
                    <a:pt x="76327" y="391033"/>
                  </a:lnTo>
                  <a:lnTo>
                    <a:pt x="118622" y="278638"/>
                  </a:lnTo>
                  <a:lnTo>
                    <a:pt x="51816" y="278638"/>
                  </a:lnTo>
                  <a:lnTo>
                    <a:pt x="50501" y="265993"/>
                  </a:lnTo>
                  <a:close/>
                </a:path>
                <a:path w="126365" h="391160">
                  <a:moveTo>
                    <a:pt x="75770" y="263352"/>
                  </a:moveTo>
                  <a:lnTo>
                    <a:pt x="50501" y="265993"/>
                  </a:lnTo>
                  <a:lnTo>
                    <a:pt x="51816" y="278638"/>
                  </a:lnTo>
                  <a:lnTo>
                    <a:pt x="77089" y="275971"/>
                  </a:lnTo>
                  <a:lnTo>
                    <a:pt x="75770" y="263352"/>
                  </a:lnTo>
                  <a:close/>
                </a:path>
                <a:path w="126365" h="391160">
                  <a:moveTo>
                    <a:pt x="126365" y="258063"/>
                  </a:moveTo>
                  <a:lnTo>
                    <a:pt x="75770" y="263352"/>
                  </a:lnTo>
                  <a:lnTo>
                    <a:pt x="77089" y="275971"/>
                  </a:lnTo>
                  <a:lnTo>
                    <a:pt x="51816" y="278638"/>
                  </a:lnTo>
                  <a:lnTo>
                    <a:pt x="118622" y="278638"/>
                  </a:lnTo>
                  <a:lnTo>
                    <a:pt x="126365" y="258063"/>
                  </a:lnTo>
                  <a:close/>
                </a:path>
                <a:path w="126365" h="391160">
                  <a:moveTo>
                    <a:pt x="48260" y="0"/>
                  </a:moveTo>
                  <a:lnTo>
                    <a:pt x="23114" y="2539"/>
                  </a:lnTo>
                  <a:lnTo>
                    <a:pt x="50501" y="265993"/>
                  </a:lnTo>
                  <a:lnTo>
                    <a:pt x="75770" y="263352"/>
                  </a:lnTo>
                  <a:lnTo>
                    <a:pt x="48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954261" y="399973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157734" y="0"/>
                  </a:moveTo>
                  <a:lnTo>
                    <a:pt x="115799" y="5958"/>
                  </a:lnTo>
                  <a:lnTo>
                    <a:pt x="78119" y="22775"/>
                  </a:lnTo>
                  <a:lnTo>
                    <a:pt x="46196" y="48863"/>
                  </a:lnTo>
                  <a:lnTo>
                    <a:pt x="21533" y="82634"/>
                  </a:lnTo>
                  <a:lnTo>
                    <a:pt x="5633" y="122502"/>
                  </a:lnTo>
                  <a:lnTo>
                    <a:pt x="0" y="166878"/>
                  </a:lnTo>
                  <a:lnTo>
                    <a:pt x="5633" y="211253"/>
                  </a:lnTo>
                  <a:lnTo>
                    <a:pt x="21533" y="251121"/>
                  </a:lnTo>
                  <a:lnTo>
                    <a:pt x="46196" y="284892"/>
                  </a:lnTo>
                  <a:lnTo>
                    <a:pt x="78119" y="310980"/>
                  </a:lnTo>
                  <a:lnTo>
                    <a:pt x="115799" y="327797"/>
                  </a:lnTo>
                  <a:lnTo>
                    <a:pt x="157734" y="333756"/>
                  </a:lnTo>
                  <a:lnTo>
                    <a:pt x="199668" y="327797"/>
                  </a:lnTo>
                  <a:lnTo>
                    <a:pt x="237348" y="310980"/>
                  </a:lnTo>
                  <a:lnTo>
                    <a:pt x="269271" y="284892"/>
                  </a:lnTo>
                  <a:lnTo>
                    <a:pt x="293934" y="251121"/>
                  </a:lnTo>
                  <a:lnTo>
                    <a:pt x="309834" y="211253"/>
                  </a:lnTo>
                  <a:lnTo>
                    <a:pt x="315468" y="166878"/>
                  </a:lnTo>
                  <a:lnTo>
                    <a:pt x="309834" y="122502"/>
                  </a:lnTo>
                  <a:lnTo>
                    <a:pt x="293934" y="82634"/>
                  </a:lnTo>
                  <a:lnTo>
                    <a:pt x="269271" y="48863"/>
                  </a:lnTo>
                  <a:lnTo>
                    <a:pt x="237348" y="22775"/>
                  </a:lnTo>
                  <a:lnTo>
                    <a:pt x="199668" y="5958"/>
                  </a:lnTo>
                  <a:lnTo>
                    <a:pt x="157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954261" y="3999737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10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4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4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112758" y="3528568"/>
              <a:ext cx="372110" cy="471170"/>
            </a:xfrm>
            <a:custGeom>
              <a:avLst/>
              <a:gdLst/>
              <a:ahLst/>
              <a:cxnLst/>
              <a:rect l="l" t="t" r="r" b="b"/>
              <a:pathLst>
                <a:path w="372109" h="471170">
                  <a:moveTo>
                    <a:pt x="28194" y="331597"/>
                  </a:moveTo>
                  <a:lnTo>
                    <a:pt x="0" y="470789"/>
                  </a:lnTo>
                  <a:lnTo>
                    <a:pt x="128270" y="409829"/>
                  </a:lnTo>
                  <a:lnTo>
                    <a:pt x="101139" y="388620"/>
                  </a:lnTo>
                  <a:lnTo>
                    <a:pt x="80391" y="388620"/>
                  </a:lnTo>
                  <a:lnTo>
                    <a:pt x="60451" y="372872"/>
                  </a:lnTo>
                  <a:lnTo>
                    <a:pt x="68245" y="362906"/>
                  </a:lnTo>
                  <a:lnTo>
                    <a:pt x="28194" y="331597"/>
                  </a:lnTo>
                  <a:close/>
                </a:path>
                <a:path w="372109" h="471170">
                  <a:moveTo>
                    <a:pt x="68245" y="362906"/>
                  </a:moveTo>
                  <a:lnTo>
                    <a:pt x="60451" y="372872"/>
                  </a:lnTo>
                  <a:lnTo>
                    <a:pt x="80391" y="388620"/>
                  </a:lnTo>
                  <a:lnTo>
                    <a:pt x="88264" y="378555"/>
                  </a:lnTo>
                  <a:lnTo>
                    <a:pt x="68245" y="362906"/>
                  </a:lnTo>
                  <a:close/>
                </a:path>
                <a:path w="372109" h="471170">
                  <a:moveTo>
                    <a:pt x="88264" y="378555"/>
                  </a:moveTo>
                  <a:lnTo>
                    <a:pt x="80391" y="388620"/>
                  </a:lnTo>
                  <a:lnTo>
                    <a:pt x="101139" y="388620"/>
                  </a:lnTo>
                  <a:lnTo>
                    <a:pt x="88264" y="378555"/>
                  </a:lnTo>
                  <a:close/>
                </a:path>
                <a:path w="372109" h="471170">
                  <a:moveTo>
                    <a:pt x="352044" y="0"/>
                  </a:moveTo>
                  <a:lnTo>
                    <a:pt x="68245" y="362906"/>
                  </a:lnTo>
                  <a:lnTo>
                    <a:pt x="88264" y="378555"/>
                  </a:lnTo>
                  <a:lnTo>
                    <a:pt x="372110" y="15748"/>
                  </a:lnTo>
                  <a:lnTo>
                    <a:pt x="35204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9387077" y="1250441"/>
              <a:ext cx="315595" cy="334010"/>
            </a:xfrm>
            <a:custGeom>
              <a:avLst/>
              <a:gdLst/>
              <a:ahLst/>
              <a:cxnLst/>
              <a:rect l="l" t="t" r="r" b="b"/>
              <a:pathLst>
                <a:path w="315595" h="334009">
                  <a:moveTo>
                    <a:pt x="0" y="166878"/>
                  </a:moveTo>
                  <a:lnTo>
                    <a:pt x="5633" y="122502"/>
                  </a:lnTo>
                  <a:lnTo>
                    <a:pt x="21533" y="82634"/>
                  </a:lnTo>
                  <a:lnTo>
                    <a:pt x="46196" y="48863"/>
                  </a:lnTo>
                  <a:lnTo>
                    <a:pt x="78119" y="22775"/>
                  </a:lnTo>
                  <a:lnTo>
                    <a:pt x="115799" y="5958"/>
                  </a:lnTo>
                  <a:lnTo>
                    <a:pt x="157733" y="0"/>
                  </a:lnTo>
                  <a:lnTo>
                    <a:pt x="199668" y="5958"/>
                  </a:lnTo>
                  <a:lnTo>
                    <a:pt x="237348" y="22775"/>
                  </a:lnTo>
                  <a:lnTo>
                    <a:pt x="269271" y="48863"/>
                  </a:lnTo>
                  <a:lnTo>
                    <a:pt x="293934" y="82634"/>
                  </a:lnTo>
                  <a:lnTo>
                    <a:pt x="309834" y="122502"/>
                  </a:lnTo>
                  <a:lnTo>
                    <a:pt x="315468" y="166878"/>
                  </a:lnTo>
                  <a:lnTo>
                    <a:pt x="309834" y="211253"/>
                  </a:lnTo>
                  <a:lnTo>
                    <a:pt x="293934" y="251121"/>
                  </a:lnTo>
                  <a:lnTo>
                    <a:pt x="269271" y="284892"/>
                  </a:lnTo>
                  <a:lnTo>
                    <a:pt x="237348" y="310980"/>
                  </a:lnTo>
                  <a:lnTo>
                    <a:pt x="199668" y="327797"/>
                  </a:lnTo>
                  <a:lnTo>
                    <a:pt x="157733" y="333756"/>
                  </a:lnTo>
                  <a:lnTo>
                    <a:pt x="115799" y="327797"/>
                  </a:lnTo>
                  <a:lnTo>
                    <a:pt x="78119" y="310980"/>
                  </a:lnTo>
                  <a:lnTo>
                    <a:pt x="46196" y="284892"/>
                  </a:lnTo>
                  <a:lnTo>
                    <a:pt x="21533" y="251121"/>
                  </a:lnTo>
                  <a:lnTo>
                    <a:pt x="5633" y="211253"/>
                  </a:lnTo>
                  <a:lnTo>
                    <a:pt x="0" y="166878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121902" y="1526539"/>
              <a:ext cx="321310" cy="328930"/>
            </a:xfrm>
            <a:custGeom>
              <a:avLst/>
              <a:gdLst/>
              <a:ahLst/>
              <a:cxnLst/>
              <a:rect l="l" t="t" r="r" b="b"/>
              <a:pathLst>
                <a:path w="321309" h="328930">
                  <a:moveTo>
                    <a:pt x="43179" y="193675"/>
                  </a:moveTo>
                  <a:lnTo>
                    <a:pt x="0" y="328930"/>
                  </a:lnTo>
                  <a:lnTo>
                    <a:pt x="134112" y="282321"/>
                  </a:lnTo>
                  <a:lnTo>
                    <a:pt x="107014" y="255905"/>
                  </a:lnTo>
                  <a:lnTo>
                    <a:pt x="88900" y="255905"/>
                  </a:lnTo>
                  <a:lnTo>
                    <a:pt x="70612" y="238251"/>
                  </a:lnTo>
                  <a:lnTo>
                    <a:pt x="79521" y="229103"/>
                  </a:lnTo>
                  <a:lnTo>
                    <a:pt x="43179" y="193675"/>
                  </a:lnTo>
                  <a:close/>
                </a:path>
                <a:path w="321309" h="328930">
                  <a:moveTo>
                    <a:pt x="79521" y="229103"/>
                  </a:moveTo>
                  <a:lnTo>
                    <a:pt x="70612" y="238251"/>
                  </a:lnTo>
                  <a:lnTo>
                    <a:pt x="88900" y="255905"/>
                  </a:lnTo>
                  <a:lnTo>
                    <a:pt x="97722" y="246846"/>
                  </a:lnTo>
                  <a:lnTo>
                    <a:pt x="79521" y="229103"/>
                  </a:lnTo>
                  <a:close/>
                </a:path>
                <a:path w="321309" h="328930">
                  <a:moveTo>
                    <a:pt x="97722" y="246846"/>
                  </a:moveTo>
                  <a:lnTo>
                    <a:pt x="88900" y="255905"/>
                  </a:lnTo>
                  <a:lnTo>
                    <a:pt x="107014" y="255905"/>
                  </a:lnTo>
                  <a:lnTo>
                    <a:pt x="97722" y="246846"/>
                  </a:lnTo>
                  <a:close/>
                </a:path>
                <a:path w="321309" h="328930">
                  <a:moveTo>
                    <a:pt x="302641" y="0"/>
                  </a:moveTo>
                  <a:lnTo>
                    <a:pt x="79521" y="229103"/>
                  </a:lnTo>
                  <a:lnTo>
                    <a:pt x="97722" y="246846"/>
                  </a:lnTo>
                  <a:lnTo>
                    <a:pt x="320801" y="17780"/>
                  </a:lnTo>
                  <a:lnTo>
                    <a:pt x="30264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9016746" y="2372105"/>
              <a:ext cx="2615565" cy="624840"/>
            </a:xfrm>
            <a:custGeom>
              <a:avLst/>
              <a:gdLst/>
              <a:ahLst/>
              <a:cxnLst/>
              <a:rect l="l" t="t" r="r" b="b"/>
              <a:pathLst>
                <a:path w="2615565" h="624839">
                  <a:moveTo>
                    <a:pt x="0" y="104140"/>
                  </a:moveTo>
                  <a:lnTo>
                    <a:pt x="8181" y="63597"/>
                  </a:lnTo>
                  <a:lnTo>
                    <a:pt x="30495" y="30495"/>
                  </a:lnTo>
                  <a:lnTo>
                    <a:pt x="63597" y="8181"/>
                  </a:lnTo>
                  <a:lnTo>
                    <a:pt x="104139" y="0"/>
                  </a:lnTo>
                  <a:lnTo>
                    <a:pt x="2511044" y="0"/>
                  </a:lnTo>
                  <a:lnTo>
                    <a:pt x="2551586" y="8181"/>
                  </a:lnTo>
                  <a:lnTo>
                    <a:pt x="2584688" y="30495"/>
                  </a:lnTo>
                  <a:lnTo>
                    <a:pt x="2607002" y="63597"/>
                  </a:lnTo>
                  <a:lnTo>
                    <a:pt x="2615183" y="104140"/>
                  </a:lnTo>
                  <a:lnTo>
                    <a:pt x="2615183" y="520700"/>
                  </a:lnTo>
                  <a:lnTo>
                    <a:pt x="2607002" y="561242"/>
                  </a:lnTo>
                  <a:lnTo>
                    <a:pt x="2584688" y="594344"/>
                  </a:lnTo>
                  <a:lnTo>
                    <a:pt x="2551586" y="616658"/>
                  </a:lnTo>
                  <a:lnTo>
                    <a:pt x="2511044" y="624840"/>
                  </a:lnTo>
                  <a:lnTo>
                    <a:pt x="104139" y="624840"/>
                  </a:lnTo>
                  <a:lnTo>
                    <a:pt x="63597" y="616658"/>
                  </a:lnTo>
                  <a:lnTo>
                    <a:pt x="30495" y="594344"/>
                  </a:lnTo>
                  <a:lnTo>
                    <a:pt x="8181" y="561242"/>
                  </a:lnTo>
                  <a:lnTo>
                    <a:pt x="0" y="520700"/>
                  </a:lnTo>
                  <a:lnTo>
                    <a:pt x="0" y="10414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086861" y="2849880"/>
              <a:ext cx="5798820" cy="2162175"/>
            </a:xfrm>
            <a:custGeom>
              <a:avLst/>
              <a:gdLst/>
              <a:ahLst/>
              <a:cxnLst/>
              <a:rect l="l" t="t" r="r" b="b"/>
              <a:pathLst>
                <a:path w="5798820" h="2162175">
                  <a:moveTo>
                    <a:pt x="4995671" y="1101090"/>
                  </a:moveTo>
                  <a:lnTo>
                    <a:pt x="176784" y="1101090"/>
                  </a:lnTo>
                  <a:lnTo>
                    <a:pt x="129778" y="1107402"/>
                  </a:lnTo>
                  <a:lnTo>
                    <a:pt x="87545" y="1125220"/>
                  </a:lnTo>
                  <a:lnTo>
                    <a:pt x="51768" y="1152858"/>
                  </a:lnTo>
                  <a:lnTo>
                    <a:pt x="24130" y="1188635"/>
                  </a:lnTo>
                  <a:lnTo>
                    <a:pt x="6312" y="1230868"/>
                  </a:lnTo>
                  <a:lnTo>
                    <a:pt x="0" y="1277874"/>
                  </a:lnTo>
                  <a:lnTo>
                    <a:pt x="0" y="1985010"/>
                  </a:lnTo>
                  <a:lnTo>
                    <a:pt x="6312" y="2032015"/>
                  </a:lnTo>
                  <a:lnTo>
                    <a:pt x="24129" y="2074248"/>
                  </a:lnTo>
                  <a:lnTo>
                    <a:pt x="51768" y="2110025"/>
                  </a:lnTo>
                  <a:lnTo>
                    <a:pt x="87545" y="2137664"/>
                  </a:lnTo>
                  <a:lnTo>
                    <a:pt x="129778" y="2155481"/>
                  </a:lnTo>
                  <a:lnTo>
                    <a:pt x="176784" y="2161794"/>
                  </a:lnTo>
                  <a:lnTo>
                    <a:pt x="4995671" y="2161794"/>
                  </a:lnTo>
                  <a:lnTo>
                    <a:pt x="5042677" y="2155481"/>
                  </a:lnTo>
                  <a:lnTo>
                    <a:pt x="5084910" y="2137664"/>
                  </a:lnTo>
                  <a:lnTo>
                    <a:pt x="5120687" y="2110025"/>
                  </a:lnTo>
                  <a:lnTo>
                    <a:pt x="5148326" y="2074248"/>
                  </a:lnTo>
                  <a:lnTo>
                    <a:pt x="5166143" y="2032015"/>
                  </a:lnTo>
                  <a:lnTo>
                    <a:pt x="5172456" y="1985010"/>
                  </a:lnTo>
                  <a:lnTo>
                    <a:pt x="5172456" y="1277874"/>
                  </a:lnTo>
                  <a:lnTo>
                    <a:pt x="5166143" y="1230868"/>
                  </a:lnTo>
                  <a:lnTo>
                    <a:pt x="5148326" y="1188635"/>
                  </a:lnTo>
                  <a:lnTo>
                    <a:pt x="5120687" y="1152858"/>
                  </a:lnTo>
                  <a:lnTo>
                    <a:pt x="5084910" y="1125220"/>
                  </a:lnTo>
                  <a:lnTo>
                    <a:pt x="5042677" y="1107402"/>
                  </a:lnTo>
                  <a:lnTo>
                    <a:pt x="4995671" y="1101090"/>
                  </a:lnTo>
                  <a:close/>
                </a:path>
                <a:path w="5798820" h="2162175">
                  <a:moveTo>
                    <a:pt x="5798312" y="0"/>
                  </a:moveTo>
                  <a:lnTo>
                    <a:pt x="3017266" y="1101090"/>
                  </a:lnTo>
                  <a:lnTo>
                    <a:pt x="4310380" y="1101090"/>
                  </a:lnTo>
                  <a:lnTo>
                    <a:pt x="57983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086861" y="2849880"/>
              <a:ext cx="5798820" cy="2162175"/>
            </a:xfrm>
            <a:custGeom>
              <a:avLst/>
              <a:gdLst/>
              <a:ahLst/>
              <a:cxnLst/>
              <a:rect l="l" t="t" r="r" b="b"/>
              <a:pathLst>
                <a:path w="5798820" h="2162175">
                  <a:moveTo>
                    <a:pt x="0" y="1277874"/>
                  </a:moveTo>
                  <a:lnTo>
                    <a:pt x="6312" y="1230868"/>
                  </a:lnTo>
                  <a:lnTo>
                    <a:pt x="24130" y="1188635"/>
                  </a:lnTo>
                  <a:lnTo>
                    <a:pt x="51768" y="1152858"/>
                  </a:lnTo>
                  <a:lnTo>
                    <a:pt x="87545" y="1125220"/>
                  </a:lnTo>
                  <a:lnTo>
                    <a:pt x="129778" y="1107402"/>
                  </a:lnTo>
                  <a:lnTo>
                    <a:pt x="176784" y="1101090"/>
                  </a:lnTo>
                  <a:lnTo>
                    <a:pt x="3017266" y="1101090"/>
                  </a:lnTo>
                  <a:lnTo>
                    <a:pt x="5798312" y="0"/>
                  </a:lnTo>
                  <a:lnTo>
                    <a:pt x="4310380" y="1101090"/>
                  </a:lnTo>
                  <a:lnTo>
                    <a:pt x="4995671" y="1101090"/>
                  </a:lnTo>
                  <a:lnTo>
                    <a:pt x="5042677" y="1107402"/>
                  </a:lnTo>
                  <a:lnTo>
                    <a:pt x="5084910" y="1125220"/>
                  </a:lnTo>
                  <a:lnTo>
                    <a:pt x="5120687" y="1152858"/>
                  </a:lnTo>
                  <a:lnTo>
                    <a:pt x="5148326" y="1188635"/>
                  </a:lnTo>
                  <a:lnTo>
                    <a:pt x="5166143" y="1230868"/>
                  </a:lnTo>
                  <a:lnTo>
                    <a:pt x="5172456" y="1277874"/>
                  </a:lnTo>
                  <a:lnTo>
                    <a:pt x="5172456" y="1543050"/>
                  </a:lnTo>
                  <a:lnTo>
                    <a:pt x="5172456" y="1985010"/>
                  </a:lnTo>
                  <a:lnTo>
                    <a:pt x="5166143" y="2032015"/>
                  </a:lnTo>
                  <a:lnTo>
                    <a:pt x="5148326" y="2074248"/>
                  </a:lnTo>
                  <a:lnTo>
                    <a:pt x="5120687" y="2110025"/>
                  </a:lnTo>
                  <a:lnTo>
                    <a:pt x="5084910" y="2137664"/>
                  </a:lnTo>
                  <a:lnTo>
                    <a:pt x="5042677" y="2155481"/>
                  </a:lnTo>
                  <a:lnTo>
                    <a:pt x="4995671" y="2161794"/>
                  </a:lnTo>
                  <a:lnTo>
                    <a:pt x="4310380" y="2161794"/>
                  </a:lnTo>
                  <a:lnTo>
                    <a:pt x="3017266" y="2161794"/>
                  </a:lnTo>
                  <a:lnTo>
                    <a:pt x="176784" y="2161794"/>
                  </a:lnTo>
                  <a:lnTo>
                    <a:pt x="129778" y="2155481"/>
                  </a:lnTo>
                  <a:lnTo>
                    <a:pt x="87545" y="2137664"/>
                  </a:lnTo>
                  <a:lnTo>
                    <a:pt x="51768" y="2110025"/>
                  </a:lnTo>
                  <a:lnTo>
                    <a:pt x="24129" y="2074248"/>
                  </a:lnTo>
                  <a:lnTo>
                    <a:pt x="6312" y="2032015"/>
                  </a:lnTo>
                  <a:lnTo>
                    <a:pt x="0" y="1985010"/>
                  </a:lnTo>
                  <a:lnTo>
                    <a:pt x="0" y="1543050"/>
                  </a:lnTo>
                  <a:lnTo>
                    <a:pt x="0" y="1277874"/>
                  </a:lnTo>
                  <a:close/>
                </a:path>
              </a:pathLst>
            </a:custGeom>
            <a:ln w="28574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916939" y="2994444"/>
            <a:ext cx="6583045" cy="174053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28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Target</a:t>
            </a:r>
            <a:r>
              <a:rPr dirty="0" sz="2000" spc="15">
                <a:latin typeface="Tahoma"/>
                <a:cs typeface="Tahoma"/>
              </a:rPr>
              <a:t> </a:t>
            </a:r>
            <a:r>
              <a:rPr dirty="0" sz="2000" spc="70">
                <a:latin typeface="Tahoma"/>
                <a:cs typeface="Tahoma"/>
              </a:rPr>
              <a:t>function</a:t>
            </a:r>
            <a:r>
              <a:rPr dirty="0" sz="2000" spc="5">
                <a:latin typeface="Tahoma"/>
                <a:cs typeface="Tahoma"/>
              </a:rPr>
              <a:t> </a:t>
            </a:r>
            <a:r>
              <a:rPr dirty="0" sz="2000" spc="35"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  <a:p>
            <a:pPr lvl="1" marL="697865" indent="-227965">
              <a:lnSpc>
                <a:spcPct val="100000"/>
              </a:lnSpc>
              <a:spcBef>
                <a:spcPts val="106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>
                <a:latin typeface="Tahoma"/>
                <a:cs typeface="Tahoma"/>
              </a:rPr>
              <a:t>Focusing</a:t>
            </a:r>
            <a:r>
              <a:rPr dirty="0" sz="1800" spc="14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on</a:t>
            </a:r>
            <a:r>
              <a:rPr dirty="0" sz="1800" spc="17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crash-related</a:t>
            </a:r>
            <a:r>
              <a:rPr dirty="0" sz="1800" spc="135">
                <a:latin typeface="Tahoma"/>
                <a:cs typeface="Tahoma"/>
              </a:rPr>
              <a:t> </a:t>
            </a:r>
            <a:r>
              <a:rPr dirty="0" sz="1800" spc="45">
                <a:latin typeface="Tahoma"/>
                <a:cs typeface="Tahoma"/>
              </a:rPr>
              <a:t>functions</a:t>
            </a:r>
            <a:endParaRPr sz="1800">
              <a:latin typeface="Tahoma"/>
              <a:cs typeface="Tahoma"/>
            </a:endParaRPr>
          </a:p>
          <a:p>
            <a:pPr lvl="1" marL="697865" indent="-227965">
              <a:lnSpc>
                <a:spcPts val="1985"/>
              </a:lnSpc>
              <a:spcBef>
                <a:spcPts val="104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spc="65">
                <a:latin typeface="Tahoma"/>
                <a:cs typeface="Tahoma"/>
              </a:rPr>
              <a:t>Following</a:t>
            </a:r>
            <a:r>
              <a:rPr dirty="0" sz="1800" spc="95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data-</a:t>
            </a:r>
            <a:r>
              <a:rPr dirty="0" sz="1800" spc="95">
                <a:latin typeface="Tahoma"/>
                <a:cs typeface="Tahoma"/>
              </a:rPr>
              <a:t>flow</a:t>
            </a:r>
            <a:r>
              <a:rPr dirty="0" sz="1800" spc="65">
                <a:latin typeface="Tahoma"/>
                <a:cs typeface="Tahoma"/>
              </a:rPr>
              <a:t> </a:t>
            </a:r>
            <a:r>
              <a:rPr dirty="0" sz="1800" spc="95">
                <a:latin typeface="Tahoma"/>
                <a:cs typeface="Tahoma"/>
              </a:rPr>
              <a:t>&amp;</a:t>
            </a:r>
            <a:r>
              <a:rPr dirty="0" sz="1800" spc="100">
                <a:latin typeface="Tahoma"/>
                <a:cs typeface="Tahoma"/>
              </a:rPr>
              <a:t> </a:t>
            </a:r>
            <a:r>
              <a:rPr dirty="0" sz="1800">
                <a:latin typeface="Tahoma"/>
                <a:cs typeface="Tahoma"/>
              </a:rPr>
              <a:t>derefence</a:t>
            </a:r>
            <a:r>
              <a:rPr dirty="0" sz="1800" spc="40">
                <a:latin typeface="Tahoma"/>
                <a:cs typeface="Tahoma"/>
              </a:rPr>
              <a:t> </a:t>
            </a:r>
            <a:r>
              <a:rPr dirty="0" sz="1800" spc="-10">
                <a:latin typeface="Tahoma"/>
                <a:cs typeface="Tahoma"/>
              </a:rPr>
              <a:t>edges</a:t>
            </a:r>
            <a:endParaRPr sz="1800">
              <a:latin typeface="Tahoma"/>
              <a:cs typeface="Tahoma"/>
            </a:endParaRPr>
          </a:p>
          <a:p>
            <a:pPr algn="ctr" marL="2924175">
              <a:lnSpc>
                <a:spcPts val="1745"/>
              </a:lnSpc>
            </a:pPr>
            <a:r>
              <a:rPr dirty="0" sz="1600" spc="-40" b="1">
                <a:solidFill>
                  <a:srgbClr val="C00000"/>
                </a:solidFill>
                <a:latin typeface="Arial"/>
                <a:cs typeface="Arial"/>
              </a:rPr>
              <a:t>Function</a:t>
            </a:r>
            <a:r>
              <a:rPr dirty="0" sz="1600" spc="-4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50" b="1">
                <a:solidFill>
                  <a:srgbClr val="C00000"/>
                </a:solidFill>
                <a:latin typeface="Arial"/>
                <a:cs typeface="Arial"/>
              </a:rPr>
              <a:t>behaviors</a:t>
            </a:r>
            <a:r>
              <a:rPr dirty="0" sz="1600" spc="-3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dirty="0" sz="16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60" b="1">
                <a:solidFill>
                  <a:srgbClr val="C00000"/>
                </a:solidFill>
                <a:latin typeface="Arial"/>
                <a:cs typeface="Arial"/>
              </a:rPr>
              <a:t>(solely)</a:t>
            </a:r>
            <a:r>
              <a:rPr dirty="0" sz="1600" spc="-5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decided</a:t>
            </a:r>
            <a:endParaRPr sz="1600">
              <a:latin typeface="Arial"/>
              <a:cs typeface="Arial"/>
            </a:endParaRPr>
          </a:p>
          <a:p>
            <a:pPr algn="ctr" marL="2927350">
              <a:lnSpc>
                <a:spcPct val="100000"/>
              </a:lnSpc>
            </a:pPr>
            <a:r>
              <a:rPr dirty="0" sz="1600" spc="-50" b="1">
                <a:solidFill>
                  <a:srgbClr val="C00000"/>
                </a:solidFill>
                <a:latin typeface="Arial"/>
                <a:cs typeface="Arial"/>
              </a:rPr>
              <a:t>by</a:t>
            </a:r>
            <a:r>
              <a:rPr dirty="0" sz="1600" spc="-65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25" b="1">
                <a:solidFill>
                  <a:srgbClr val="C00000"/>
                </a:solidFill>
                <a:latin typeface="Arial"/>
                <a:cs typeface="Arial"/>
              </a:rPr>
              <a:t>entry</a:t>
            </a:r>
            <a:r>
              <a:rPr dirty="0" sz="1600" spc="-70" b="1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C00000"/>
                </a:solidFill>
                <a:latin typeface="Arial"/>
                <a:cs typeface="Arial"/>
              </a:rPr>
              <a:t>nodes!!</a:t>
            </a:r>
            <a:endParaRPr sz="16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>
                <a:solidFill>
                  <a:srgbClr val="252525"/>
                </a:solidFill>
              </a:rPr>
              <a:t>Evaluation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>
                <a:solidFill>
                  <a:srgbClr val="252525"/>
                </a:solidFill>
              </a:rPr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47389"/>
            <a:ext cx="5882005" cy="876300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42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dirty="0" sz="2000" spc="-5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collect</a:t>
            </a:r>
            <a:r>
              <a:rPr dirty="0" sz="2000" spc="-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52525"/>
                </a:solidFill>
                <a:latin typeface="Tahoma"/>
                <a:cs typeface="Tahoma"/>
              </a:rPr>
              <a:t>60</a:t>
            </a:r>
            <a:r>
              <a:rPr dirty="0" sz="2000" spc="-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bugs</a:t>
            </a:r>
            <a:r>
              <a:rPr dirty="0" sz="2000" spc="-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52525"/>
                </a:solidFill>
                <a:latin typeface="Tahoma"/>
                <a:cs typeface="Tahoma"/>
              </a:rPr>
              <a:t>from</a:t>
            </a:r>
            <a:r>
              <a:rPr dirty="0" sz="2000" spc="-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real-</a:t>
            </a:r>
            <a:r>
              <a:rPr dirty="0" sz="2000" spc="90">
                <a:solidFill>
                  <a:srgbClr val="252525"/>
                </a:solidFill>
                <a:latin typeface="Tahoma"/>
                <a:cs typeface="Tahoma"/>
              </a:rPr>
              <a:t>world</a:t>
            </a:r>
            <a:r>
              <a:rPr dirty="0" sz="2000" spc="-7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applications</a:t>
            </a:r>
            <a:endParaRPr sz="2000">
              <a:latin typeface="Tahoma"/>
              <a:cs typeface="Tahoma"/>
            </a:endParaRPr>
          </a:p>
          <a:p>
            <a:pPr lvl="1" marL="698500" indent="-228600">
              <a:lnSpc>
                <a:spcPct val="100000"/>
              </a:lnSpc>
              <a:spcBef>
                <a:spcPts val="10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Targets</a:t>
            </a:r>
            <a:r>
              <a:rPr dirty="0" sz="1600" spc="1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include</a:t>
            </a:r>
            <a:r>
              <a:rPr dirty="0" sz="1600" spc="114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PHP,</a:t>
            </a:r>
            <a:r>
              <a:rPr dirty="0" sz="1600" spc="8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Python,</a:t>
            </a:r>
            <a:r>
              <a:rPr dirty="0" sz="1600" spc="9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SQLite,</a:t>
            </a:r>
            <a:r>
              <a:rPr dirty="0" sz="1600" spc="1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PDF</a:t>
            </a:r>
            <a:r>
              <a:rPr dirty="0" sz="1600" spc="9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reader,</a:t>
            </a:r>
            <a:r>
              <a:rPr dirty="0" sz="1600" spc="114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252525"/>
                </a:solidFill>
                <a:latin typeface="Tahoma"/>
                <a:cs typeface="Tahoma"/>
              </a:rPr>
              <a:t>...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>
                <a:solidFill>
                  <a:srgbClr val="252525"/>
                </a:solidFill>
              </a:rPr>
              <a:t>Evaluation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147389"/>
            <a:ext cx="5882005" cy="2259965"/>
          </a:xfrm>
          <a:prstGeom prst="rect">
            <a:avLst/>
          </a:prstGeom>
        </p:spPr>
        <p:txBody>
          <a:bodyPr wrap="square" lIns="0" tIns="18097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42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dirty="0" sz="2000" spc="-5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collect</a:t>
            </a:r>
            <a:r>
              <a:rPr dirty="0" sz="2000" spc="-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52525"/>
                </a:solidFill>
                <a:latin typeface="Tahoma"/>
                <a:cs typeface="Tahoma"/>
              </a:rPr>
              <a:t>60</a:t>
            </a:r>
            <a:r>
              <a:rPr dirty="0" sz="2000" spc="-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bugs</a:t>
            </a:r>
            <a:r>
              <a:rPr dirty="0" sz="2000" spc="-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0">
                <a:solidFill>
                  <a:srgbClr val="252525"/>
                </a:solidFill>
                <a:latin typeface="Tahoma"/>
                <a:cs typeface="Tahoma"/>
              </a:rPr>
              <a:t>from</a:t>
            </a:r>
            <a:r>
              <a:rPr dirty="0" sz="2000" spc="-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real-</a:t>
            </a:r>
            <a:r>
              <a:rPr dirty="0" sz="2000" spc="90">
                <a:solidFill>
                  <a:srgbClr val="252525"/>
                </a:solidFill>
                <a:latin typeface="Tahoma"/>
                <a:cs typeface="Tahoma"/>
              </a:rPr>
              <a:t>world</a:t>
            </a:r>
            <a:r>
              <a:rPr dirty="0" sz="2000" spc="-7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applications</a:t>
            </a:r>
            <a:endParaRPr sz="2000">
              <a:latin typeface="Tahoma"/>
              <a:cs typeface="Tahoma"/>
            </a:endParaRPr>
          </a:p>
          <a:p>
            <a:pPr lvl="1" marL="698500" indent="-228600">
              <a:lnSpc>
                <a:spcPct val="100000"/>
              </a:lnSpc>
              <a:spcBef>
                <a:spcPts val="10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Targets</a:t>
            </a:r>
            <a:r>
              <a:rPr dirty="0" sz="1600" spc="1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include</a:t>
            </a:r>
            <a:r>
              <a:rPr dirty="0" sz="1600" spc="114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PHP,</a:t>
            </a:r>
            <a:r>
              <a:rPr dirty="0" sz="1600" spc="8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Python,</a:t>
            </a:r>
            <a:r>
              <a:rPr dirty="0" sz="1600" spc="9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SQLite,</a:t>
            </a:r>
            <a:r>
              <a:rPr dirty="0" sz="1600" spc="1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PDF</a:t>
            </a:r>
            <a:r>
              <a:rPr dirty="0" sz="1600" spc="9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reader,</a:t>
            </a:r>
            <a:r>
              <a:rPr dirty="0" sz="1600" spc="114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252525"/>
                </a:solidFill>
                <a:latin typeface="Tahoma"/>
                <a:cs typeface="Tahoma"/>
              </a:rPr>
              <a:t>...</a:t>
            </a:r>
            <a:endParaRPr sz="16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buClr>
                <a:srgbClr val="252525"/>
              </a:buClr>
              <a:buFont typeface="Arial MT"/>
              <a:buChar char="•"/>
            </a:pPr>
            <a:endParaRPr sz="1600">
              <a:latin typeface="Tahoma"/>
              <a:cs typeface="Tahoma"/>
            </a:endParaRPr>
          </a:p>
          <a:p>
            <a:pPr lvl="1">
              <a:lnSpc>
                <a:spcPct val="100000"/>
              </a:lnSpc>
              <a:spcBef>
                <a:spcPts val="1664"/>
              </a:spcBef>
              <a:buClr>
                <a:srgbClr val="252525"/>
              </a:buClr>
              <a:buFont typeface="Arial MT"/>
              <a:buChar char="•"/>
            </a:pPr>
            <a:endParaRPr sz="16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75">
                <a:solidFill>
                  <a:srgbClr val="252525"/>
                </a:solidFill>
                <a:latin typeface="Tahoma"/>
                <a:cs typeface="Tahoma"/>
              </a:rPr>
              <a:t>Our</a:t>
            </a:r>
            <a:r>
              <a:rPr dirty="0" sz="2000" spc="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dataset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spans</a:t>
            </a:r>
            <a:r>
              <a:rPr dirty="0" sz="2000" spc="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52525"/>
                </a:solidFill>
                <a:latin typeface="Tahoma"/>
                <a:cs typeface="Tahoma"/>
              </a:rPr>
              <a:t>11</a:t>
            </a:r>
            <a:r>
              <a:rPr dirty="0" sz="2000" spc="1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0">
                <a:solidFill>
                  <a:srgbClr val="252525"/>
                </a:solidFill>
                <a:latin typeface="Tahoma"/>
                <a:cs typeface="Tahoma"/>
              </a:rPr>
              <a:t>bug</a:t>
            </a:r>
            <a:r>
              <a:rPr dirty="0" sz="2000" spc="1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classes</a:t>
            </a:r>
            <a:endParaRPr sz="2000">
              <a:latin typeface="Tahoma"/>
              <a:cs typeface="Tahoma"/>
            </a:endParaRPr>
          </a:p>
          <a:p>
            <a:pPr lvl="1" marL="698500" indent="-228600">
              <a:lnSpc>
                <a:spcPct val="100000"/>
              </a:lnSpc>
              <a:spcBef>
                <a:spcPts val="105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heap</a:t>
            </a:r>
            <a:r>
              <a:rPr dirty="0" sz="1600" spc="2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overflow,</a:t>
            </a:r>
            <a:r>
              <a:rPr dirty="0" sz="1600" spc="2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integer</a:t>
            </a:r>
            <a:r>
              <a:rPr dirty="0" sz="1600" spc="21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>
                <a:solidFill>
                  <a:srgbClr val="252525"/>
                </a:solidFill>
                <a:latin typeface="Tahoma"/>
                <a:cs typeface="Tahoma"/>
              </a:rPr>
              <a:t>overflow,</a:t>
            </a:r>
            <a:r>
              <a:rPr dirty="0" sz="1600" spc="21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65">
                <a:solidFill>
                  <a:srgbClr val="252525"/>
                </a:solidFill>
                <a:latin typeface="Tahoma"/>
                <a:cs typeface="Tahoma"/>
              </a:rPr>
              <a:t>UAF,</a:t>
            </a:r>
            <a:r>
              <a:rPr dirty="0" sz="1600" spc="18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600" spc="-25">
                <a:solidFill>
                  <a:srgbClr val="252525"/>
                </a:solidFill>
                <a:latin typeface="Tahoma"/>
                <a:cs typeface="Tahoma"/>
              </a:rPr>
              <a:t>...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15338"/>
            <a:ext cx="68338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lr>
                <a:srgbClr val="252525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8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our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evaluation,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BENZENE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outperforms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SOTA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tools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>
                <a:solidFill>
                  <a:srgbClr val="252525"/>
                </a:solidFill>
              </a:rPr>
              <a:t>Evaluation</a:t>
            </a:r>
          </a:p>
        </p:txBody>
      </p:sp>
      <p:sp>
        <p:nvSpPr>
          <p:cNvPr id="4" name="object 4"/>
          <p:cNvSpPr/>
          <p:nvPr/>
        </p:nvSpPr>
        <p:spPr>
          <a:xfrm>
            <a:off x="655319" y="2481072"/>
            <a:ext cx="231775" cy="212090"/>
          </a:xfrm>
          <a:custGeom>
            <a:avLst/>
            <a:gdLst/>
            <a:ahLst/>
            <a:cxnLst/>
            <a:rect l="l" t="t" r="r" b="b"/>
            <a:pathLst>
              <a:path w="231775" h="212089">
                <a:moveTo>
                  <a:pt x="231648" y="0"/>
                </a:moveTo>
                <a:lnTo>
                  <a:pt x="0" y="0"/>
                </a:lnTo>
                <a:lnTo>
                  <a:pt x="0" y="211836"/>
                </a:lnTo>
                <a:lnTo>
                  <a:pt x="231648" y="211836"/>
                </a:lnTo>
                <a:lnTo>
                  <a:pt x="231648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39800" y="2441829"/>
            <a:ext cx="906780" cy="1117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5" b="1">
                <a:latin typeface="Arial"/>
                <a:cs typeface="Arial"/>
              </a:rPr>
              <a:t>BENZENE</a:t>
            </a:r>
            <a:endParaRPr sz="1600">
              <a:latin typeface="Arial"/>
              <a:cs typeface="Arial"/>
            </a:endParaRPr>
          </a:p>
          <a:p>
            <a:pPr marL="12700" marR="27940">
              <a:lnSpc>
                <a:spcPct val="174000"/>
              </a:lnSpc>
            </a:pPr>
            <a:r>
              <a:rPr dirty="0" sz="1600" spc="-10" b="1">
                <a:latin typeface="Arial"/>
                <a:cs typeface="Arial"/>
              </a:rPr>
              <a:t>ARCUS </a:t>
            </a:r>
            <a:r>
              <a:rPr dirty="0" sz="1600" spc="-55" b="1">
                <a:latin typeface="Arial"/>
                <a:cs typeface="Arial"/>
              </a:rPr>
              <a:t>AURORA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5319" y="2906267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19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5319" y="3329940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20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8ED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15338"/>
            <a:ext cx="68338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lr>
                <a:srgbClr val="252525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8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our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evaluation,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BENZENE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outperforms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SOTA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tools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>
                <a:solidFill>
                  <a:srgbClr val="252525"/>
                </a:solidFill>
              </a:rPr>
              <a:t>Evaluation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461003" y="3633215"/>
            <a:ext cx="2071370" cy="2158365"/>
            <a:chOff x="3461003" y="3633215"/>
            <a:chExt cx="2071370" cy="2158365"/>
          </a:xfrm>
        </p:grpSpPr>
        <p:sp>
          <p:nvSpPr>
            <p:cNvPr id="5" name="object 5"/>
            <p:cNvSpPr/>
            <p:nvPr/>
          </p:nvSpPr>
          <p:spPr>
            <a:xfrm>
              <a:off x="3461003" y="3633215"/>
              <a:ext cx="387350" cy="2158365"/>
            </a:xfrm>
            <a:custGeom>
              <a:avLst/>
              <a:gdLst/>
              <a:ahLst/>
              <a:cxnLst/>
              <a:rect l="l" t="t" r="r" b="b"/>
              <a:pathLst>
                <a:path w="387350" h="2158365">
                  <a:moveTo>
                    <a:pt x="387096" y="0"/>
                  </a:moveTo>
                  <a:lnTo>
                    <a:pt x="0" y="0"/>
                  </a:lnTo>
                  <a:lnTo>
                    <a:pt x="0" y="2157983"/>
                  </a:lnTo>
                  <a:lnTo>
                    <a:pt x="387096" y="2157983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297679" y="4927091"/>
              <a:ext cx="386080" cy="864235"/>
            </a:xfrm>
            <a:custGeom>
              <a:avLst/>
              <a:gdLst/>
              <a:ahLst/>
              <a:cxnLst/>
              <a:rect l="l" t="t" r="r" b="b"/>
              <a:pathLst>
                <a:path w="386079" h="864235">
                  <a:moveTo>
                    <a:pt x="385572" y="0"/>
                  </a:moveTo>
                  <a:lnTo>
                    <a:pt x="0" y="0"/>
                  </a:lnTo>
                  <a:lnTo>
                    <a:pt x="0" y="864108"/>
                  </a:lnTo>
                  <a:lnTo>
                    <a:pt x="385572" y="864108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5146547" y="4137659"/>
              <a:ext cx="386080" cy="1653539"/>
            </a:xfrm>
            <a:custGeom>
              <a:avLst/>
              <a:gdLst/>
              <a:ahLst/>
              <a:cxnLst/>
              <a:rect l="l" t="t" r="r" b="b"/>
              <a:pathLst>
                <a:path w="386079" h="1653539">
                  <a:moveTo>
                    <a:pt x="385572" y="0"/>
                  </a:moveTo>
                  <a:lnTo>
                    <a:pt x="0" y="0"/>
                  </a:lnTo>
                  <a:lnTo>
                    <a:pt x="0" y="1653539"/>
                  </a:lnTo>
                  <a:lnTo>
                    <a:pt x="385572" y="1653539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489705" y="3323919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nsolas"/>
                <a:cs typeface="Consolas"/>
              </a:rPr>
              <a:t>93%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11522" y="3856735"/>
            <a:ext cx="1216025" cy="1062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nsolas"/>
                <a:cs typeface="Consolas"/>
              </a:rPr>
              <a:t>63%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25" b="1">
                <a:latin typeface="Consolas"/>
                <a:cs typeface="Consolas"/>
              </a:rPr>
              <a:t>32%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97173" y="5791961"/>
            <a:ext cx="2374900" cy="0"/>
          </a:xfrm>
          <a:custGeom>
            <a:avLst/>
            <a:gdLst/>
            <a:ahLst/>
            <a:cxnLst/>
            <a:rect l="l" t="t" r="r" b="b"/>
            <a:pathLst>
              <a:path w="2374900" h="0">
                <a:moveTo>
                  <a:pt x="0" y="0"/>
                </a:moveTo>
                <a:lnTo>
                  <a:pt x="2374646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364738" y="586232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56/60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0971" y="586171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12/34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33517" y="586171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29/46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2151" y="2845053"/>
            <a:ext cx="976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5319" y="2481072"/>
            <a:ext cx="231775" cy="212090"/>
          </a:xfrm>
          <a:custGeom>
            <a:avLst/>
            <a:gdLst/>
            <a:ahLst/>
            <a:cxnLst/>
            <a:rect l="l" t="t" r="r" b="b"/>
            <a:pathLst>
              <a:path w="231775" h="212089">
                <a:moveTo>
                  <a:pt x="231648" y="0"/>
                </a:moveTo>
                <a:lnTo>
                  <a:pt x="0" y="0"/>
                </a:lnTo>
                <a:lnTo>
                  <a:pt x="0" y="211836"/>
                </a:lnTo>
                <a:lnTo>
                  <a:pt x="231648" y="211836"/>
                </a:lnTo>
                <a:lnTo>
                  <a:pt x="231648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39800" y="2441829"/>
            <a:ext cx="906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5" b="1">
                <a:latin typeface="Arial"/>
                <a:cs typeface="Arial"/>
              </a:rPr>
              <a:t>BENZENE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5319" y="2906267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19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39800" y="2866136"/>
            <a:ext cx="6946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5" b="1">
                <a:latin typeface="Arial"/>
                <a:cs typeface="Arial"/>
              </a:rPr>
              <a:t>ARCUS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55319" y="3329940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20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8ED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939800" y="3290442"/>
            <a:ext cx="88391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Arial"/>
                <a:cs typeface="Arial"/>
              </a:rPr>
              <a:t>AURORA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15338"/>
            <a:ext cx="68338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lr>
                <a:srgbClr val="252525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8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our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evaluation,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BENZENE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outperforms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SOTA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tools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>
                <a:solidFill>
                  <a:srgbClr val="252525"/>
                </a:solidFill>
              </a:rPr>
              <a:t>Evaluation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073390" y="3832859"/>
            <a:ext cx="2160905" cy="1924685"/>
            <a:chOff x="8073390" y="3832859"/>
            <a:chExt cx="2160905" cy="1924685"/>
          </a:xfrm>
        </p:grpSpPr>
        <p:sp>
          <p:nvSpPr>
            <p:cNvPr id="5" name="object 5"/>
            <p:cNvSpPr/>
            <p:nvPr/>
          </p:nvSpPr>
          <p:spPr>
            <a:xfrm>
              <a:off x="8386572" y="5082539"/>
              <a:ext cx="387350" cy="662940"/>
            </a:xfrm>
            <a:custGeom>
              <a:avLst/>
              <a:gdLst/>
              <a:ahLst/>
              <a:cxnLst/>
              <a:rect l="l" t="t" r="r" b="b"/>
              <a:pathLst>
                <a:path w="387350" h="662939">
                  <a:moveTo>
                    <a:pt x="387096" y="0"/>
                  </a:moveTo>
                  <a:lnTo>
                    <a:pt x="0" y="0"/>
                  </a:lnTo>
                  <a:lnTo>
                    <a:pt x="0" y="662940"/>
                  </a:lnTo>
                  <a:lnTo>
                    <a:pt x="387096" y="662940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59824" y="3832859"/>
              <a:ext cx="387350" cy="1912620"/>
            </a:xfrm>
            <a:custGeom>
              <a:avLst/>
              <a:gdLst/>
              <a:ahLst/>
              <a:cxnLst/>
              <a:rect l="l" t="t" r="r" b="b"/>
              <a:pathLst>
                <a:path w="387350" h="1912620">
                  <a:moveTo>
                    <a:pt x="387096" y="0"/>
                  </a:moveTo>
                  <a:lnTo>
                    <a:pt x="0" y="0"/>
                  </a:lnTo>
                  <a:lnTo>
                    <a:pt x="0" y="1912620"/>
                  </a:lnTo>
                  <a:lnTo>
                    <a:pt x="387096" y="1912620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073390" y="5746241"/>
              <a:ext cx="2160905" cy="0"/>
            </a:xfrm>
            <a:custGeom>
              <a:avLst/>
              <a:gdLst/>
              <a:ahLst/>
              <a:cxnLst/>
              <a:rect l="l" t="t" r="r" b="b"/>
              <a:pathLst>
                <a:path w="2160904" h="0">
                  <a:moveTo>
                    <a:pt x="0" y="0"/>
                  </a:moveTo>
                  <a:lnTo>
                    <a:pt x="2160396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304021" y="579313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1,567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16314" y="5788863"/>
            <a:ext cx="6934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12,762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15959" y="2845053"/>
            <a:ext cx="14090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4659" marR="5080" indent="-441959">
              <a:lnSpc>
                <a:spcPct val="100000"/>
              </a:lnSpc>
              <a:spcBef>
                <a:spcPts val="100"/>
              </a:spcBef>
            </a:pPr>
            <a:r>
              <a:rPr dirty="0" sz="1800" spc="-85" b="1">
                <a:latin typeface="Arial"/>
                <a:cs typeface="Arial"/>
              </a:rPr>
              <a:t>Elapsed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Time </a:t>
            </a:r>
            <a:r>
              <a:rPr dirty="0" sz="1800" spc="-20" b="1">
                <a:latin typeface="Arial"/>
                <a:cs typeface="Arial"/>
              </a:rPr>
              <a:t>(sec)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55319" y="2481072"/>
            <a:ext cx="231775" cy="212090"/>
          </a:xfrm>
          <a:custGeom>
            <a:avLst/>
            <a:gdLst/>
            <a:ahLst/>
            <a:cxnLst/>
            <a:rect l="l" t="t" r="r" b="b"/>
            <a:pathLst>
              <a:path w="231775" h="212089">
                <a:moveTo>
                  <a:pt x="231648" y="0"/>
                </a:moveTo>
                <a:lnTo>
                  <a:pt x="0" y="0"/>
                </a:lnTo>
                <a:lnTo>
                  <a:pt x="0" y="211836"/>
                </a:lnTo>
                <a:lnTo>
                  <a:pt x="231648" y="211836"/>
                </a:lnTo>
                <a:lnTo>
                  <a:pt x="231648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39800" y="2441829"/>
            <a:ext cx="906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5" b="1">
                <a:latin typeface="Arial"/>
                <a:cs typeface="Arial"/>
              </a:rPr>
              <a:t>BENZENE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5319" y="2906267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19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39800" y="2866136"/>
            <a:ext cx="6946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5" b="1">
                <a:latin typeface="Arial"/>
                <a:cs typeface="Arial"/>
              </a:rPr>
              <a:t>ARCUS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5319" y="3329940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20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8ED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39800" y="3290442"/>
            <a:ext cx="88391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Arial"/>
                <a:cs typeface="Arial"/>
              </a:rPr>
              <a:t>AURORA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61003" y="3633215"/>
            <a:ext cx="2071370" cy="2158365"/>
            <a:chOff x="3461003" y="3633215"/>
            <a:chExt cx="2071370" cy="2158365"/>
          </a:xfrm>
        </p:grpSpPr>
        <p:sp>
          <p:nvSpPr>
            <p:cNvPr id="18" name="object 18"/>
            <p:cNvSpPr/>
            <p:nvPr/>
          </p:nvSpPr>
          <p:spPr>
            <a:xfrm>
              <a:off x="3461003" y="3633215"/>
              <a:ext cx="387350" cy="2158365"/>
            </a:xfrm>
            <a:custGeom>
              <a:avLst/>
              <a:gdLst/>
              <a:ahLst/>
              <a:cxnLst/>
              <a:rect l="l" t="t" r="r" b="b"/>
              <a:pathLst>
                <a:path w="387350" h="2158365">
                  <a:moveTo>
                    <a:pt x="387096" y="0"/>
                  </a:moveTo>
                  <a:lnTo>
                    <a:pt x="0" y="0"/>
                  </a:lnTo>
                  <a:lnTo>
                    <a:pt x="0" y="2157983"/>
                  </a:lnTo>
                  <a:lnTo>
                    <a:pt x="387096" y="2157983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97679" y="4927091"/>
              <a:ext cx="386080" cy="864235"/>
            </a:xfrm>
            <a:custGeom>
              <a:avLst/>
              <a:gdLst/>
              <a:ahLst/>
              <a:cxnLst/>
              <a:rect l="l" t="t" r="r" b="b"/>
              <a:pathLst>
                <a:path w="386079" h="864235">
                  <a:moveTo>
                    <a:pt x="385572" y="0"/>
                  </a:moveTo>
                  <a:lnTo>
                    <a:pt x="0" y="0"/>
                  </a:lnTo>
                  <a:lnTo>
                    <a:pt x="0" y="864108"/>
                  </a:lnTo>
                  <a:lnTo>
                    <a:pt x="385572" y="864108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46547" y="4137659"/>
              <a:ext cx="386080" cy="1653539"/>
            </a:xfrm>
            <a:custGeom>
              <a:avLst/>
              <a:gdLst/>
              <a:ahLst/>
              <a:cxnLst/>
              <a:rect l="l" t="t" r="r" b="b"/>
              <a:pathLst>
                <a:path w="386079" h="1653539">
                  <a:moveTo>
                    <a:pt x="385572" y="0"/>
                  </a:moveTo>
                  <a:lnTo>
                    <a:pt x="0" y="0"/>
                  </a:lnTo>
                  <a:lnTo>
                    <a:pt x="0" y="1653539"/>
                  </a:lnTo>
                  <a:lnTo>
                    <a:pt x="385572" y="1653539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89705" y="3323919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nsolas"/>
                <a:cs typeface="Consolas"/>
              </a:rPr>
              <a:t>93%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11522" y="3856735"/>
            <a:ext cx="1216025" cy="1062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nsolas"/>
                <a:cs typeface="Consolas"/>
              </a:rPr>
              <a:t>63%</a:t>
            </a: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6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6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600" spc="-25" b="1">
                <a:latin typeface="Consolas"/>
                <a:cs typeface="Consolas"/>
              </a:rPr>
              <a:t>32%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297173" y="5791961"/>
            <a:ext cx="2374900" cy="0"/>
          </a:xfrm>
          <a:custGeom>
            <a:avLst/>
            <a:gdLst/>
            <a:ahLst/>
            <a:cxnLst/>
            <a:rect l="l" t="t" r="r" b="b"/>
            <a:pathLst>
              <a:path w="2374900" h="0">
                <a:moveTo>
                  <a:pt x="0" y="0"/>
                </a:moveTo>
                <a:lnTo>
                  <a:pt x="2374646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3364738" y="586232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56/60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5" name="object 25"/>
          <p:cNvSpPr txBox="1"/>
          <p:nvPr/>
        </p:nvSpPr>
        <p:spPr>
          <a:xfrm>
            <a:off x="4220971" y="586171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12/34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33517" y="586171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29/46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002151" y="2845053"/>
            <a:ext cx="976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315338"/>
            <a:ext cx="68338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Clr>
                <a:srgbClr val="252525"/>
              </a:buClr>
              <a:buFont typeface="Arial MT"/>
              <a:buChar char="•"/>
              <a:tabLst>
                <a:tab pos="239395" algn="l"/>
              </a:tabLst>
            </a:pPr>
            <a:r>
              <a:rPr dirty="0" sz="2000" spc="-8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our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evaluation,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BENZENE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outperforms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SOTA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tools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75">
                <a:solidFill>
                  <a:srgbClr val="252525"/>
                </a:solidFill>
              </a:rPr>
              <a:t>Evaluation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8073390" y="3832859"/>
            <a:ext cx="2160905" cy="1924685"/>
            <a:chOff x="8073390" y="3832859"/>
            <a:chExt cx="2160905" cy="1924685"/>
          </a:xfrm>
        </p:grpSpPr>
        <p:sp>
          <p:nvSpPr>
            <p:cNvPr id="5" name="object 5"/>
            <p:cNvSpPr/>
            <p:nvPr/>
          </p:nvSpPr>
          <p:spPr>
            <a:xfrm>
              <a:off x="8386572" y="5082539"/>
              <a:ext cx="387350" cy="662940"/>
            </a:xfrm>
            <a:custGeom>
              <a:avLst/>
              <a:gdLst/>
              <a:ahLst/>
              <a:cxnLst/>
              <a:rect l="l" t="t" r="r" b="b"/>
              <a:pathLst>
                <a:path w="387350" h="662939">
                  <a:moveTo>
                    <a:pt x="387096" y="0"/>
                  </a:moveTo>
                  <a:lnTo>
                    <a:pt x="0" y="0"/>
                  </a:lnTo>
                  <a:lnTo>
                    <a:pt x="0" y="662940"/>
                  </a:lnTo>
                  <a:lnTo>
                    <a:pt x="387096" y="662940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259824" y="3832859"/>
              <a:ext cx="387350" cy="1912620"/>
            </a:xfrm>
            <a:custGeom>
              <a:avLst/>
              <a:gdLst/>
              <a:ahLst/>
              <a:cxnLst/>
              <a:rect l="l" t="t" r="r" b="b"/>
              <a:pathLst>
                <a:path w="387350" h="1912620">
                  <a:moveTo>
                    <a:pt x="387096" y="0"/>
                  </a:moveTo>
                  <a:lnTo>
                    <a:pt x="0" y="0"/>
                  </a:lnTo>
                  <a:lnTo>
                    <a:pt x="0" y="1912620"/>
                  </a:lnTo>
                  <a:lnTo>
                    <a:pt x="387096" y="1912620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073390" y="5746241"/>
              <a:ext cx="2160905" cy="0"/>
            </a:xfrm>
            <a:custGeom>
              <a:avLst/>
              <a:gdLst/>
              <a:ahLst/>
              <a:cxnLst/>
              <a:rect l="l" t="t" r="r" b="b"/>
              <a:pathLst>
                <a:path w="2160904" h="0">
                  <a:moveTo>
                    <a:pt x="0" y="0"/>
                  </a:moveTo>
                  <a:lnTo>
                    <a:pt x="2160396" y="0"/>
                  </a:lnTo>
                </a:path>
              </a:pathLst>
            </a:custGeom>
            <a:ln w="222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8319135" y="3967310"/>
              <a:ext cx="757555" cy="676910"/>
            </a:xfrm>
            <a:custGeom>
              <a:avLst/>
              <a:gdLst/>
              <a:ahLst/>
              <a:cxnLst/>
              <a:rect l="l" t="t" r="r" b="b"/>
              <a:pathLst>
                <a:path w="757554" h="676910">
                  <a:moveTo>
                    <a:pt x="708421" y="0"/>
                  </a:moveTo>
                  <a:lnTo>
                    <a:pt x="660088" y="2035"/>
                  </a:lnTo>
                  <a:lnTo>
                    <a:pt x="612591" y="7803"/>
                  </a:lnTo>
                  <a:lnTo>
                    <a:pt x="566095" y="17177"/>
                  </a:lnTo>
                  <a:lnTo>
                    <a:pt x="520761" y="30033"/>
                  </a:lnTo>
                  <a:lnTo>
                    <a:pt x="476753" y="46246"/>
                  </a:lnTo>
                  <a:lnTo>
                    <a:pt x="434234" y="65692"/>
                  </a:lnTo>
                  <a:lnTo>
                    <a:pt x="393366" y="88245"/>
                  </a:lnTo>
                  <a:lnTo>
                    <a:pt x="354313" y="113781"/>
                  </a:lnTo>
                  <a:lnTo>
                    <a:pt x="317237" y="142176"/>
                  </a:lnTo>
                  <a:lnTo>
                    <a:pt x="282302" y="173303"/>
                  </a:lnTo>
                  <a:lnTo>
                    <a:pt x="249671" y="207040"/>
                  </a:lnTo>
                  <a:lnTo>
                    <a:pt x="219506" y="243260"/>
                  </a:lnTo>
                  <a:lnTo>
                    <a:pt x="191971" y="281839"/>
                  </a:lnTo>
                  <a:lnTo>
                    <a:pt x="167228" y="322653"/>
                  </a:lnTo>
                  <a:lnTo>
                    <a:pt x="145440" y="365576"/>
                  </a:lnTo>
                  <a:lnTo>
                    <a:pt x="126771" y="410484"/>
                  </a:lnTo>
                  <a:lnTo>
                    <a:pt x="111384" y="457252"/>
                  </a:lnTo>
                  <a:lnTo>
                    <a:pt x="99441" y="505756"/>
                  </a:lnTo>
                  <a:lnTo>
                    <a:pt x="0" y="513122"/>
                  </a:lnTo>
                  <a:lnTo>
                    <a:pt x="166243" y="676825"/>
                  </a:lnTo>
                  <a:lnTo>
                    <a:pt x="362966" y="486325"/>
                  </a:lnTo>
                  <a:lnTo>
                    <a:pt x="264795" y="493564"/>
                  </a:lnTo>
                  <a:lnTo>
                    <a:pt x="282105" y="445796"/>
                  </a:lnTo>
                  <a:lnTo>
                    <a:pt x="303870" y="400879"/>
                  </a:lnTo>
                  <a:lnTo>
                    <a:pt x="329771" y="359037"/>
                  </a:lnTo>
                  <a:lnTo>
                    <a:pt x="359488" y="320493"/>
                  </a:lnTo>
                  <a:lnTo>
                    <a:pt x="392700" y="285470"/>
                  </a:lnTo>
                  <a:lnTo>
                    <a:pt x="429088" y="254190"/>
                  </a:lnTo>
                  <a:lnTo>
                    <a:pt x="468332" y="226878"/>
                  </a:lnTo>
                  <a:lnTo>
                    <a:pt x="510113" y="203754"/>
                  </a:lnTo>
                  <a:lnTo>
                    <a:pt x="554110" y="185044"/>
                  </a:lnTo>
                  <a:lnTo>
                    <a:pt x="600005" y="170970"/>
                  </a:lnTo>
                  <a:lnTo>
                    <a:pt x="647476" y="161754"/>
                  </a:lnTo>
                  <a:lnTo>
                    <a:pt x="696204" y="157621"/>
                  </a:lnTo>
                  <a:lnTo>
                    <a:pt x="745871" y="158792"/>
                  </a:lnTo>
                  <a:lnTo>
                    <a:pt x="757428" y="1820"/>
                  </a:lnTo>
                  <a:lnTo>
                    <a:pt x="708421" y="0"/>
                  </a:lnTo>
                  <a:close/>
                </a:path>
              </a:pathLst>
            </a:custGeom>
            <a:solidFill>
              <a:srgbClr val="ADADA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8319135" y="3967310"/>
              <a:ext cx="757555" cy="676910"/>
            </a:xfrm>
            <a:custGeom>
              <a:avLst/>
              <a:gdLst/>
              <a:ahLst/>
              <a:cxnLst/>
              <a:rect l="l" t="t" r="r" b="b"/>
              <a:pathLst>
                <a:path w="757554" h="676910">
                  <a:moveTo>
                    <a:pt x="757428" y="1820"/>
                  </a:moveTo>
                  <a:lnTo>
                    <a:pt x="708421" y="0"/>
                  </a:lnTo>
                  <a:lnTo>
                    <a:pt x="660088" y="2035"/>
                  </a:lnTo>
                  <a:lnTo>
                    <a:pt x="612591" y="7803"/>
                  </a:lnTo>
                  <a:lnTo>
                    <a:pt x="566095" y="17177"/>
                  </a:lnTo>
                  <a:lnTo>
                    <a:pt x="520761" y="30033"/>
                  </a:lnTo>
                  <a:lnTo>
                    <a:pt x="476753" y="46246"/>
                  </a:lnTo>
                  <a:lnTo>
                    <a:pt x="434234" y="65692"/>
                  </a:lnTo>
                  <a:lnTo>
                    <a:pt x="393366" y="88245"/>
                  </a:lnTo>
                  <a:lnTo>
                    <a:pt x="354313" y="113781"/>
                  </a:lnTo>
                  <a:lnTo>
                    <a:pt x="317237" y="142176"/>
                  </a:lnTo>
                  <a:lnTo>
                    <a:pt x="282302" y="173303"/>
                  </a:lnTo>
                  <a:lnTo>
                    <a:pt x="249671" y="207040"/>
                  </a:lnTo>
                  <a:lnTo>
                    <a:pt x="219506" y="243260"/>
                  </a:lnTo>
                  <a:lnTo>
                    <a:pt x="191971" y="281839"/>
                  </a:lnTo>
                  <a:lnTo>
                    <a:pt x="167228" y="322653"/>
                  </a:lnTo>
                  <a:lnTo>
                    <a:pt x="145440" y="365576"/>
                  </a:lnTo>
                  <a:lnTo>
                    <a:pt x="126771" y="410484"/>
                  </a:lnTo>
                  <a:lnTo>
                    <a:pt x="111384" y="457252"/>
                  </a:lnTo>
                  <a:lnTo>
                    <a:pt x="99441" y="505756"/>
                  </a:lnTo>
                  <a:lnTo>
                    <a:pt x="0" y="513122"/>
                  </a:lnTo>
                  <a:lnTo>
                    <a:pt x="166243" y="676825"/>
                  </a:lnTo>
                  <a:lnTo>
                    <a:pt x="362966" y="486325"/>
                  </a:lnTo>
                  <a:lnTo>
                    <a:pt x="264795" y="493564"/>
                  </a:lnTo>
                  <a:lnTo>
                    <a:pt x="282105" y="445796"/>
                  </a:lnTo>
                  <a:lnTo>
                    <a:pt x="303870" y="400879"/>
                  </a:lnTo>
                  <a:lnTo>
                    <a:pt x="329771" y="359037"/>
                  </a:lnTo>
                  <a:lnTo>
                    <a:pt x="359488" y="320493"/>
                  </a:lnTo>
                  <a:lnTo>
                    <a:pt x="392700" y="285470"/>
                  </a:lnTo>
                  <a:lnTo>
                    <a:pt x="429088" y="254190"/>
                  </a:lnTo>
                  <a:lnTo>
                    <a:pt x="468332" y="226878"/>
                  </a:lnTo>
                  <a:lnTo>
                    <a:pt x="510113" y="203754"/>
                  </a:lnTo>
                  <a:lnTo>
                    <a:pt x="554110" y="185044"/>
                  </a:lnTo>
                  <a:lnTo>
                    <a:pt x="600005" y="170970"/>
                  </a:lnTo>
                  <a:lnTo>
                    <a:pt x="647476" y="161754"/>
                  </a:lnTo>
                  <a:lnTo>
                    <a:pt x="696204" y="157621"/>
                  </a:lnTo>
                  <a:lnTo>
                    <a:pt x="745871" y="158792"/>
                  </a:lnTo>
                  <a:lnTo>
                    <a:pt x="757428" y="1820"/>
                  </a:lnTo>
                  <a:close/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8304021" y="579313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1,567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16314" y="5788863"/>
            <a:ext cx="6934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12,762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15959" y="2845053"/>
            <a:ext cx="140906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4659" marR="5080" indent="-441959">
              <a:lnSpc>
                <a:spcPct val="100000"/>
              </a:lnSpc>
              <a:spcBef>
                <a:spcPts val="100"/>
              </a:spcBef>
            </a:pPr>
            <a:r>
              <a:rPr dirty="0" sz="1800" spc="-85" b="1">
                <a:latin typeface="Arial"/>
                <a:cs typeface="Arial"/>
              </a:rPr>
              <a:t>Elapsed</a:t>
            </a:r>
            <a:r>
              <a:rPr dirty="0" sz="1800" spc="10" b="1">
                <a:latin typeface="Arial"/>
                <a:cs typeface="Arial"/>
              </a:rPr>
              <a:t> </a:t>
            </a:r>
            <a:r>
              <a:rPr dirty="0" sz="1800" spc="-50" b="1">
                <a:latin typeface="Arial"/>
                <a:cs typeface="Arial"/>
              </a:rPr>
              <a:t>Time </a:t>
            </a:r>
            <a:r>
              <a:rPr dirty="0" sz="1800" spc="-20" b="1">
                <a:latin typeface="Arial"/>
                <a:cs typeface="Arial"/>
              </a:rPr>
              <a:t>(sec)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55319" y="2481072"/>
            <a:ext cx="231775" cy="212090"/>
          </a:xfrm>
          <a:custGeom>
            <a:avLst/>
            <a:gdLst/>
            <a:ahLst/>
            <a:cxnLst/>
            <a:rect l="l" t="t" r="r" b="b"/>
            <a:pathLst>
              <a:path w="231775" h="212089">
                <a:moveTo>
                  <a:pt x="231648" y="0"/>
                </a:moveTo>
                <a:lnTo>
                  <a:pt x="0" y="0"/>
                </a:lnTo>
                <a:lnTo>
                  <a:pt x="0" y="211836"/>
                </a:lnTo>
                <a:lnTo>
                  <a:pt x="231648" y="211836"/>
                </a:lnTo>
                <a:lnTo>
                  <a:pt x="231648" y="0"/>
                </a:lnTo>
                <a:close/>
              </a:path>
            </a:pathLst>
          </a:custGeom>
          <a:solidFill>
            <a:srgbClr val="E9703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39800" y="2441829"/>
            <a:ext cx="9067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95" b="1">
                <a:latin typeface="Arial"/>
                <a:cs typeface="Arial"/>
              </a:rPr>
              <a:t>BENZENE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55319" y="2906267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19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39800" y="2866136"/>
            <a:ext cx="6946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75" b="1">
                <a:latin typeface="Arial"/>
                <a:cs typeface="Arial"/>
              </a:rPr>
              <a:t>ARCUS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5319" y="3329940"/>
            <a:ext cx="231775" cy="210820"/>
          </a:xfrm>
          <a:custGeom>
            <a:avLst/>
            <a:gdLst/>
            <a:ahLst/>
            <a:cxnLst/>
            <a:rect l="l" t="t" r="r" b="b"/>
            <a:pathLst>
              <a:path w="231775" h="210820">
                <a:moveTo>
                  <a:pt x="231648" y="0"/>
                </a:moveTo>
                <a:lnTo>
                  <a:pt x="0" y="0"/>
                </a:lnTo>
                <a:lnTo>
                  <a:pt x="0" y="210312"/>
                </a:lnTo>
                <a:lnTo>
                  <a:pt x="231648" y="210312"/>
                </a:lnTo>
                <a:lnTo>
                  <a:pt x="231648" y="0"/>
                </a:lnTo>
                <a:close/>
              </a:path>
            </a:pathLst>
          </a:custGeom>
          <a:solidFill>
            <a:srgbClr val="8ED97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39800" y="3290442"/>
            <a:ext cx="88391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0" b="1">
                <a:latin typeface="Arial"/>
                <a:cs typeface="Arial"/>
              </a:rPr>
              <a:t>AURORA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61003" y="3633215"/>
            <a:ext cx="2071370" cy="2158365"/>
            <a:chOff x="3461003" y="3633215"/>
            <a:chExt cx="2071370" cy="2158365"/>
          </a:xfrm>
        </p:grpSpPr>
        <p:sp>
          <p:nvSpPr>
            <p:cNvPr id="20" name="object 20"/>
            <p:cNvSpPr/>
            <p:nvPr/>
          </p:nvSpPr>
          <p:spPr>
            <a:xfrm>
              <a:off x="3461003" y="3633215"/>
              <a:ext cx="387350" cy="2158365"/>
            </a:xfrm>
            <a:custGeom>
              <a:avLst/>
              <a:gdLst/>
              <a:ahLst/>
              <a:cxnLst/>
              <a:rect l="l" t="t" r="r" b="b"/>
              <a:pathLst>
                <a:path w="387350" h="2158365">
                  <a:moveTo>
                    <a:pt x="387096" y="0"/>
                  </a:moveTo>
                  <a:lnTo>
                    <a:pt x="0" y="0"/>
                  </a:lnTo>
                  <a:lnTo>
                    <a:pt x="0" y="2157983"/>
                  </a:lnTo>
                  <a:lnTo>
                    <a:pt x="387096" y="2157983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297679" y="4927091"/>
              <a:ext cx="386080" cy="864235"/>
            </a:xfrm>
            <a:custGeom>
              <a:avLst/>
              <a:gdLst/>
              <a:ahLst/>
              <a:cxnLst/>
              <a:rect l="l" t="t" r="r" b="b"/>
              <a:pathLst>
                <a:path w="386079" h="864235">
                  <a:moveTo>
                    <a:pt x="385572" y="0"/>
                  </a:moveTo>
                  <a:lnTo>
                    <a:pt x="0" y="0"/>
                  </a:lnTo>
                  <a:lnTo>
                    <a:pt x="0" y="864108"/>
                  </a:lnTo>
                  <a:lnTo>
                    <a:pt x="385572" y="864108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146547" y="4137659"/>
              <a:ext cx="386080" cy="1653539"/>
            </a:xfrm>
            <a:custGeom>
              <a:avLst/>
              <a:gdLst/>
              <a:ahLst/>
              <a:cxnLst/>
              <a:rect l="l" t="t" r="r" b="b"/>
              <a:pathLst>
                <a:path w="386079" h="1653539">
                  <a:moveTo>
                    <a:pt x="385572" y="0"/>
                  </a:moveTo>
                  <a:lnTo>
                    <a:pt x="0" y="0"/>
                  </a:lnTo>
                  <a:lnTo>
                    <a:pt x="0" y="1653539"/>
                  </a:lnTo>
                  <a:lnTo>
                    <a:pt x="385572" y="1653539"/>
                  </a:lnTo>
                  <a:lnTo>
                    <a:pt x="385572" y="0"/>
                  </a:lnTo>
                  <a:close/>
                </a:path>
              </a:pathLst>
            </a:custGeom>
            <a:solidFill>
              <a:srgbClr val="8ED9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3489705" y="3323919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nsolas"/>
                <a:cs typeface="Consolas"/>
              </a:rPr>
              <a:t>93%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68010" y="3856735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nsolas"/>
                <a:cs typeface="Consolas"/>
              </a:rPr>
              <a:t>63%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11522" y="4649851"/>
            <a:ext cx="359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" b="1">
                <a:latin typeface="Consolas"/>
                <a:cs typeface="Consolas"/>
              </a:rPr>
              <a:t>32%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297173" y="5791961"/>
            <a:ext cx="2374900" cy="0"/>
          </a:xfrm>
          <a:custGeom>
            <a:avLst/>
            <a:gdLst/>
            <a:ahLst/>
            <a:cxnLst/>
            <a:rect l="l" t="t" r="r" b="b"/>
            <a:pathLst>
              <a:path w="2374900" h="0">
                <a:moveTo>
                  <a:pt x="0" y="0"/>
                </a:moveTo>
                <a:lnTo>
                  <a:pt x="2374646" y="0"/>
                </a:lnTo>
              </a:path>
            </a:pathLst>
          </a:custGeom>
          <a:ln w="222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364738" y="586232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56/60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8" name="object 28"/>
          <p:cNvSpPr txBox="1"/>
          <p:nvPr/>
        </p:nvSpPr>
        <p:spPr>
          <a:xfrm>
            <a:off x="4220971" y="586171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12/34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33517" y="5861710"/>
            <a:ext cx="5816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latin typeface="Consolas"/>
                <a:cs typeface="Consolas"/>
              </a:rPr>
              <a:t>29/46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02151" y="2845053"/>
            <a:ext cx="9766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70" b="1">
                <a:latin typeface="Arial"/>
                <a:cs typeface="Arial"/>
              </a:rPr>
              <a:t>Accuracy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516114" y="3657041"/>
            <a:ext cx="10547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 b="1">
                <a:solidFill>
                  <a:srgbClr val="C00000"/>
                </a:solidFill>
                <a:latin typeface="Arial"/>
                <a:cs typeface="Arial"/>
              </a:rPr>
              <a:t>8</a:t>
            </a:r>
            <a:r>
              <a:rPr dirty="0" sz="1800" spc="-85">
                <a:solidFill>
                  <a:srgbClr val="C00000"/>
                </a:solidFill>
                <a:latin typeface="Tahoma"/>
                <a:cs typeface="Tahoma"/>
              </a:rPr>
              <a:t>×</a:t>
            </a:r>
            <a:r>
              <a:rPr dirty="0" sz="1800" spc="-65">
                <a:solidFill>
                  <a:srgbClr val="C00000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C00000"/>
                </a:solidFill>
                <a:latin typeface="Arial"/>
                <a:cs typeface="Arial"/>
              </a:rPr>
              <a:t>faster!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252525"/>
                </a:solidFill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9161"/>
            <a:ext cx="81292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Finding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crash-similar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but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for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30">
                <a:solidFill>
                  <a:srgbClr val="252525"/>
                </a:solidFill>
                <a:latin typeface="Tahoma"/>
                <a:cs typeface="Tahoma"/>
              </a:rPr>
              <a:t>RCA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difficult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252525"/>
                </a:solidFill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9161"/>
            <a:ext cx="9504680" cy="11341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Finding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crash-similar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but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for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30">
                <a:solidFill>
                  <a:srgbClr val="252525"/>
                </a:solidFill>
                <a:latin typeface="Tahoma"/>
                <a:cs typeface="Tahoma"/>
              </a:rPr>
              <a:t>RCA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difficult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0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Under-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constrained</a:t>
            </a:r>
            <a:r>
              <a:rPr dirty="0" sz="2000" spc="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can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efficiently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discover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the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desired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252525"/>
                </a:solidFill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9161"/>
            <a:ext cx="10252075" cy="2212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Finding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crash-similar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but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for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30">
                <a:solidFill>
                  <a:srgbClr val="252525"/>
                </a:solidFill>
                <a:latin typeface="Tahoma"/>
                <a:cs typeface="Tahoma"/>
              </a:rPr>
              <a:t>RCA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difficult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0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Under-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constrained</a:t>
            </a:r>
            <a:r>
              <a:rPr dirty="0" sz="2000" spc="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can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efficiently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discover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the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desired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8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8760" marR="5080" indent="-226695">
              <a:lnSpc>
                <a:spcPts val="216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000" spc="14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introduce</a:t>
            </a:r>
            <a:r>
              <a:rPr dirty="0" sz="2000" spc="-1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BENZENE,</a:t>
            </a:r>
            <a:r>
              <a:rPr dirty="0" sz="2000" spc="-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2000" spc="-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root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cause</a:t>
            </a:r>
            <a:r>
              <a:rPr dirty="0" sz="2000" spc="-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analysis</a:t>
            </a:r>
            <a:r>
              <a:rPr dirty="0" sz="2000" spc="-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system</a:t>
            </a:r>
            <a:r>
              <a:rPr dirty="0" sz="2000" spc="-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based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0">
                <a:solidFill>
                  <a:srgbClr val="252525"/>
                </a:solidFill>
                <a:latin typeface="Tahoma"/>
                <a:cs typeface="Tahoma"/>
              </a:rPr>
              <a:t>on</a:t>
            </a:r>
            <a:r>
              <a:rPr dirty="0" sz="2000" spc="-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under-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constrained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	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10">
                <a:solidFill>
                  <a:srgbClr val="252525"/>
                </a:solidFill>
              </a:rPr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9161"/>
            <a:ext cx="10346690" cy="3013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Finding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crash-similar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but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for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30">
                <a:solidFill>
                  <a:srgbClr val="252525"/>
                </a:solidFill>
                <a:latin typeface="Tahoma"/>
                <a:cs typeface="Tahoma"/>
              </a:rPr>
              <a:t>RCA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difficult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0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Under-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constrained</a:t>
            </a:r>
            <a:r>
              <a:rPr dirty="0" sz="2000" spc="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can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efficiently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discover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the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desired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78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8760" marR="99060" indent="-226695">
              <a:lnSpc>
                <a:spcPts val="2160"/>
              </a:lnSpc>
              <a:buFont typeface="Arial MT"/>
              <a:buChar char="•"/>
              <a:tabLst>
                <a:tab pos="241300" algn="l"/>
              </a:tabLst>
            </a:pPr>
            <a:r>
              <a:rPr dirty="0" sz="2000" spc="14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introduce</a:t>
            </a:r>
            <a:r>
              <a:rPr dirty="0" sz="2000" spc="-1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BENZENE,</a:t>
            </a:r>
            <a:r>
              <a:rPr dirty="0" sz="2000" spc="-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2000" spc="-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root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cause</a:t>
            </a:r>
            <a:r>
              <a:rPr dirty="0" sz="2000" spc="-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analysis</a:t>
            </a:r>
            <a:r>
              <a:rPr dirty="0" sz="2000" spc="-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system</a:t>
            </a:r>
            <a:r>
              <a:rPr dirty="0" sz="2000" spc="-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based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0">
                <a:solidFill>
                  <a:srgbClr val="252525"/>
                </a:solidFill>
                <a:latin typeface="Tahoma"/>
                <a:cs typeface="Tahoma"/>
              </a:rPr>
              <a:t>on</a:t>
            </a:r>
            <a:r>
              <a:rPr dirty="0" sz="2000" spc="-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under-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constrained 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	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0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70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140">
                <a:solidFill>
                  <a:srgbClr val="252525"/>
                </a:solidFill>
                <a:latin typeface="Tahoma"/>
                <a:cs typeface="Tahoma"/>
              </a:rPr>
              <a:t>We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evaluate</a:t>
            </a:r>
            <a:r>
              <a:rPr dirty="0" sz="2000" spc="1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BENZENE</a:t>
            </a:r>
            <a:r>
              <a:rPr dirty="0" sz="2000" spc="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0">
                <a:solidFill>
                  <a:srgbClr val="252525"/>
                </a:solidFill>
                <a:latin typeface="Tahoma"/>
                <a:cs typeface="Tahoma"/>
              </a:rPr>
              <a:t>on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52525"/>
                </a:solidFill>
                <a:latin typeface="Tahoma"/>
                <a:cs typeface="Tahoma"/>
              </a:rPr>
              <a:t>60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real-</a:t>
            </a:r>
            <a:r>
              <a:rPr dirty="0" sz="2000" spc="90">
                <a:solidFill>
                  <a:srgbClr val="252525"/>
                </a:solidFill>
                <a:latin typeface="Tahoma"/>
                <a:cs typeface="Tahoma"/>
              </a:rPr>
              <a:t>world</a:t>
            </a:r>
            <a:r>
              <a:rPr dirty="0" sz="2000" spc="1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bugs,</a:t>
            </a:r>
            <a:r>
              <a:rPr dirty="0" sz="2000" spc="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successfully</a:t>
            </a:r>
            <a:r>
              <a:rPr dirty="0" sz="2000" spc="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locating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14">
                <a:solidFill>
                  <a:srgbClr val="252525"/>
                </a:solidFill>
                <a:latin typeface="Tahoma"/>
                <a:cs typeface="Tahoma"/>
              </a:rPr>
              <a:t>93.3%</a:t>
            </a:r>
            <a:r>
              <a:rPr dirty="0" sz="2000" spc="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root</a:t>
            </a:r>
            <a:r>
              <a:rPr dirty="0" sz="2000" spc="4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causes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>
                <a:solidFill>
                  <a:srgbClr val="252525"/>
                </a:solidFill>
              </a:rPr>
              <a:t>Things</a:t>
            </a:r>
            <a:r>
              <a:rPr dirty="0" spc="-100">
                <a:solidFill>
                  <a:srgbClr val="252525"/>
                </a:solidFill>
              </a:rPr>
              <a:t> </a:t>
            </a:r>
            <a:r>
              <a:rPr dirty="0" spc="185">
                <a:solidFill>
                  <a:srgbClr val="252525"/>
                </a:solidFill>
              </a:rPr>
              <a:t>Not</a:t>
            </a:r>
            <a:r>
              <a:rPr dirty="0" spc="-95">
                <a:solidFill>
                  <a:srgbClr val="252525"/>
                </a:solidFill>
              </a:rPr>
              <a:t> </a:t>
            </a:r>
            <a:r>
              <a:rPr dirty="0" spc="95">
                <a:solidFill>
                  <a:srgbClr val="252525"/>
                </a:solidFill>
              </a:rPr>
              <a:t>Covered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 spc="95">
                <a:solidFill>
                  <a:srgbClr val="252525"/>
                </a:solidFill>
              </a:rPr>
              <a:t>in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>
                <a:solidFill>
                  <a:srgbClr val="252525"/>
                </a:solidFill>
              </a:rPr>
              <a:t>This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 spc="-20">
                <a:solidFill>
                  <a:srgbClr val="252525"/>
                </a:solidFill>
              </a:rPr>
              <a:t>Talk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9161"/>
            <a:ext cx="7107555" cy="35426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Automatic</a:t>
            </a:r>
            <a:r>
              <a:rPr dirty="0" sz="2000" spc="114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predicate</a:t>
            </a:r>
            <a:r>
              <a:rPr dirty="0" sz="2000" spc="1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0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Justification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0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dirty="0" sz="2000" spc="10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validity</a:t>
            </a:r>
            <a:r>
              <a:rPr dirty="0" sz="2000" spc="10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problem</a:t>
            </a: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for</a:t>
            </a:r>
            <a:r>
              <a:rPr dirty="0" sz="2000" spc="9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1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-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behavior</a:t>
            </a:r>
            <a:r>
              <a:rPr dirty="0" sz="2000" spc="-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handling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9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Detailed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2000" spc="-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5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r>
              <a:rPr dirty="0" sz="2000" spc="-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strategies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10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Similarity-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based</a:t>
            </a:r>
            <a:r>
              <a:rPr dirty="0" sz="2000" spc="1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ranking</a:t>
            </a:r>
            <a:r>
              <a:rPr dirty="0" sz="2000" spc="2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algorithm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50">
                <a:solidFill>
                  <a:srgbClr val="252525"/>
                </a:solidFill>
              </a:rPr>
              <a:t>Things</a:t>
            </a:r>
            <a:r>
              <a:rPr dirty="0" spc="-100">
                <a:solidFill>
                  <a:srgbClr val="252525"/>
                </a:solidFill>
              </a:rPr>
              <a:t> </a:t>
            </a:r>
            <a:r>
              <a:rPr dirty="0" spc="185">
                <a:solidFill>
                  <a:srgbClr val="252525"/>
                </a:solidFill>
              </a:rPr>
              <a:t>Not</a:t>
            </a:r>
            <a:r>
              <a:rPr dirty="0" spc="-95">
                <a:solidFill>
                  <a:srgbClr val="252525"/>
                </a:solidFill>
              </a:rPr>
              <a:t> </a:t>
            </a:r>
            <a:r>
              <a:rPr dirty="0" spc="95">
                <a:solidFill>
                  <a:srgbClr val="252525"/>
                </a:solidFill>
              </a:rPr>
              <a:t>Covered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 spc="95">
                <a:solidFill>
                  <a:srgbClr val="252525"/>
                </a:solidFill>
              </a:rPr>
              <a:t>in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>
                <a:solidFill>
                  <a:srgbClr val="252525"/>
                </a:solidFill>
              </a:rPr>
              <a:t>This</a:t>
            </a:r>
            <a:r>
              <a:rPr dirty="0" spc="-105">
                <a:solidFill>
                  <a:srgbClr val="252525"/>
                </a:solidFill>
              </a:rPr>
              <a:t> </a:t>
            </a:r>
            <a:r>
              <a:rPr dirty="0" spc="-20">
                <a:solidFill>
                  <a:srgbClr val="252525"/>
                </a:solidFill>
              </a:rPr>
              <a:t>Talk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69161"/>
            <a:ext cx="7107555" cy="2739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Automatic</a:t>
            </a:r>
            <a:r>
              <a:rPr dirty="0" sz="2000" spc="114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predicate</a:t>
            </a:r>
            <a:r>
              <a:rPr dirty="0" sz="2000" spc="1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35">
                <a:solidFill>
                  <a:srgbClr val="252525"/>
                </a:solidFill>
                <a:latin typeface="Tahoma"/>
                <a:cs typeface="Tahoma"/>
              </a:rPr>
              <a:t>extraction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0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Justification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10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dirty="0" sz="2000" spc="10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validity</a:t>
            </a:r>
            <a:r>
              <a:rPr dirty="0" sz="2000" spc="10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problem</a:t>
            </a:r>
            <a:r>
              <a:rPr dirty="0" sz="2000" spc="8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for</a:t>
            </a:r>
            <a:r>
              <a:rPr dirty="0" sz="2000" spc="9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0">
                <a:solidFill>
                  <a:srgbClr val="252525"/>
                </a:solidFill>
                <a:latin typeface="Tahoma"/>
                <a:cs typeface="Tahoma"/>
              </a:rPr>
              <a:t>non-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behaviors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51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Crashing</a:t>
            </a:r>
            <a:r>
              <a:rPr dirty="0" sz="2000" spc="-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behavior</a:t>
            </a:r>
            <a:r>
              <a:rPr dirty="0" sz="2000" spc="-5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5">
                <a:solidFill>
                  <a:srgbClr val="252525"/>
                </a:solidFill>
                <a:latin typeface="Tahoma"/>
                <a:cs typeface="Tahoma"/>
              </a:rPr>
              <a:t>handling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95"/>
              </a:spcBef>
              <a:buClr>
                <a:srgbClr val="252525"/>
              </a:buClr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Detailed</a:t>
            </a:r>
            <a:r>
              <a:rPr dirty="0" sz="2000" spc="-2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state</a:t>
            </a:r>
            <a:r>
              <a:rPr dirty="0" sz="2000" spc="-3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75">
                <a:solidFill>
                  <a:srgbClr val="252525"/>
                </a:solidFill>
                <a:latin typeface="Tahoma"/>
                <a:cs typeface="Tahoma"/>
              </a:rPr>
              <a:t>mutation</a:t>
            </a:r>
            <a:r>
              <a:rPr dirty="0" sz="2000" spc="-4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10">
                <a:solidFill>
                  <a:srgbClr val="252525"/>
                </a:solidFill>
                <a:latin typeface="Tahoma"/>
                <a:cs typeface="Tahoma"/>
              </a:rPr>
              <a:t>strategies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880864"/>
            <a:ext cx="22580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solidFill>
                  <a:srgbClr val="252525"/>
                </a:solidFill>
                <a:latin typeface="Tahoma"/>
                <a:cs typeface="Tahoma"/>
              </a:rPr>
              <a:t>Similarity-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based</a:t>
            </a:r>
            <a:r>
              <a:rPr dirty="0" sz="2000" spc="11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-50">
                <a:solidFill>
                  <a:srgbClr val="252525"/>
                </a:solidFill>
                <a:latin typeface="Tahoma"/>
                <a:cs typeface="Tahoma"/>
              </a:rPr>
              <a:t>r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61973" y="4930213"/>
            <a:ext cx="2004060" cy="2546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05"/>
              </a:lnSpc>
            </a:pPr>
            <a:r>
              <a:rPr dirty="0" sz="2000" spc="65">
                <a:solidFill>
                  <a:srgbClr val="252525"/>
                </a:solidFill>
                <a:latin typeface="Tahoma"/>
                <a:cs typeface="Tahoma"/>
              </a:rPr>
              <a:t>anking</a:t>
            </a:r>
            <a:r>
              <a:rPr dirty="0" sz="2000" spc="-65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2000" spc="50">
                <a:solidFill>
                  <a:srgbClr val="252525"/>
                </a:solidFill>
                <a:latin typeface="Tahoma"/>
                <a:cs typeface="Tahoma"/>
              </a:rPr>
              <a:t>algorithm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22498" y="4988814"/>
            <a:ext cx="5748655" cy="1239520"/>
          </a:xfrm>
          <a:prstGeom prst="rect">
            <a:avLst/>
          </a:prstGeom>
          <a:solidFill>
            <a:srgbClr val="FBE7D0"/>
          </a:solidFill>
          <a:ln w="19050">
            <a:solidFill>
              <a:srgbClr val="042333"/>
            </a:solidFill>
          </a:ln>
        </p:spPr>
        <p:txBody>
          <a:bodyPr wrap="square" lIns="0" tIns="22479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770"/>
              </a:spcBef>
            </a:pPr>
            <a:r>
              <a:rPr dirty="0" sz="2400" b="1">
                <a:latin typeface="Arial"/>
                <a:cs typeface="Arial"/>
              </a:rPr>
              <a:t>If</a:t>
            </a:r>
            <a:r>
              <a:rPr dirty="0" sz="2400" spc="-10" b="1">
                <a:latin typeface="Arial"/>
                <a:cs typeface="Arial"/>
              </a:rPr>
              <a:t> interested,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2400" spc="60" b="1">
                <a:latin typeface="Arial"/>
                <a:cs typeface="Arial"/>
              </a:rPr>
              <a:t>we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spc="-30" b="1">
                <a:latin typeface="Arial"/>
                <a:cs typeface="Arial"/>
              </a:rPr>
              <a:t>encourage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spc="-45" b="1">
                <a:latin typeface="Arial"/>
                <a:cs typeface="Arial"/>
              </a:rPr>
              <a:t>you</a:t>
            </a:r>
            <a:r>
              <a:rPr dirty="0" sz="2400" spc="-7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to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read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our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paper!!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603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 spc="-25"/>
              <a:t>100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Thank</a:t>
            </a:r>
            <a:r>
              <a:rPr dirty="0" spc="-120"/>
              <a:t> </a:t>
            </a:r>
            <a:r>
              <a:rPr dirty="0" spc="120"/>
              <a:t>you!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472308"/>
            <a:ext cx="5143500" cy="11042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>
                <a:latin typeface="Tahoma"/>
                <a:cs typeface="Tahoma"/>
                <a:hlinkClick r:id="rId2"/>
              </a:rPr>
              <a:t>grill66@korea.ac.kr</a:t>
            </a:r>
            <a:endParaRPr sz="2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270"/>
              </a:spcBef>
              <a:buFont typeface="Arial MT"/>
              <a:buChar char="•"/>
            </a:pP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z="2000" spc="-10">
                <a:latin typeface="Consolas"/>
                <a:cs typeface="Consolas"/>
                <a:hlinkClick r:id="rId3"/>
              </a:rPr>
              <a:t>https://github.com/zer0fall/BENZENE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2026-05-09T08:07:00Z</dcterms:created>
  <dcterms:modified xsi:type="dcterms:W3CDTF">2026-05-09T08:07:00Z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2024-05-17T00:00:00Z</vt:filetime>
  </property>
  <property fmtid="{D5CDD505-2E9C-101B-9397-08002B2CF9AE}" pid="4" name="Creator">
    <vt:lpwstr>Microsoft® PowerPoint® Microsoft 365용</vt:lpwstr>
  </property>
  <property fmtid="{D5CDD505-2E9C-101B-9397-08002B2CF9AE}" pid="5" name="LastSaved">
    <vt:filetime>2026-05-09T00:00:00Z</vt:filetime>
  </property>
  <property fmtid="{D5CDD505-2E9C-101B-9397-08002B2CF9AE}" pid="6" name="Producer">
    <vt:lpwstr>Microsoft® PowerPoint® Microsoft 365용</vt:lpwstr>
  </property>
</Properties>
</file>